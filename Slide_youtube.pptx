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handoutMasterIdLst>
    <p:handoutMasterId r:id="rId47"/>
  </p:handoutMasterIdLst>
  <p:sldIdLst>
    <p:sldId id="288" r:id="rId2"/>
    <p:sldId id="302" r:id="rId3"/>
    <p:sldId id="267" r:id="rId4"/>
    <p:sldId id="305" r:id="rId5"/>
    <p:sldId id="306" r:id="rId6"/>
    <p:sldId id="287" r:id="rId7"/>
    <p:sldId id="289" r:id="rId8"/>
    <p:sldId id="290" r:id="rId9"/>
    <p:sldId id="291" r:id="rId10"/>
    <p:sldId id="292" r:id="rId11"/>
    <p:sldId id="293" r:id="rId12"/>
    <p:sldId id="336" r:id="rId13"/>
    <p:sldId id="294" r:id="rId14"/>
    <p:sldId id="309" r:id="rId15"/>
    <p:sldId id="312" r:id="rId16"/>
    <p:sldId id="296" r:id="rId17"/>
    <p:sldId id="310" r:id="rId18"/>
    <p:sldId id="297" r:id="rId19"/>
    <p:sldId id="313" r:id="rId20"/>
    <p:sldId id="338" r:id="rId21"/>
    <p:sldId id="314" r:id="rId22"/>
    <p:sldId id="315" r:id="rId23"/>
    <p:sldId id="339" r:id="rId24"/>
    <p:sldId id="272" r:id="rId25"/>
    <p:sldId id="311" r:id="rId26"/>
    <p:sldId id="316" r:id="rId27"/>
    <p:sldId id="274" r:id="rId28"/>
    <p:sldId id="284" r:id="rId29"/>
    <p:sldId id="266" r:id="rId30"/>
    <p:sldId id="317" r:id="rId31"/>
    <p:sldId id="260" r:id="rId32"/>
    <p:sldId id="318" r:id="rId33"/>
    <p:sldId id="327" r:id="rId34"/>
    <p:sldId id="340" r:id="rId35"/>
    <p:sldId id="261" r:id="rId36"/>
    <p:sldId id="342" r:id="rId37"/>
    <p:sldId id="329" r:id="rId38"/>
    <p:sldId id="343" r:id="rId39"/>
    <p:sldId id="341" r:id="rId40"/>
    <p:sldId id="344" r:id="rId41"/>
    <p:sldId id="345" r:id="rId42"/>
    <p:sldId id="286" r:id="rId43"/>
    <p:sldId id="276" r:id="rId44"/>
    <p:sldId id="335" r:id="rId45"/>
    <p:sldId id="279" r:id="rId46"/>
  </p:sldIdLst>
  <p:sldSz cx="9144000" cy="5143500" type="screen16x9"/>
  <p:notesSz cx="6858000" cy="9144000"/>
  <p:embeddedFontLst>
    <p:embeddedFont>
      <p:font typeface="Prompt" panose="00000500000000000000" pitchFamily="2" charset="-34"/>
      <p:regular r:id="rId48"/>
      <p:bold r:id="rId49"/>
      <p:italic r:id="rId50"/>
      <p:boldItalic r:id="rId51"/>
    </p:embeddedFont>
    <p:embeddedFont>
      <p:font typeface="Prompt Light" panose="00000400000000000000" pitchFamily="2" charset="-34"/>
      <p:regular r:id="rId52"/>
      <p:italic r:id="rId5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94656" autoAdjust="0"/>
  </p:normalViewPr>
  <p:slideViewPr>
    <p:cSldViewPr snapToGrid="0">
      <p:cViewPr varScale="1">
        <p:scale>
          <a:sx n="78" d="100"/>
          <a:sy n="78" d="100"/>
        </p:scale>
        <p:origin x="1080" y="48"/>
      </p:cViewPr>
      <p:guideLst/>
    </p:cSldViewPr>
  </p:slideViewPr>
  <p:outlineViewPr>
    <p:cViewPr>
      <p:scale>
        <a:sx n="33" d="100"/>
        <a:sy n="33" d="100"/>
      </p:scale>
      <p:origin x="0" y="-20318"/>
    </p:cViewPr>
  </p:outlineViewPr>
  <p:notesTextViewPr>
    <p:cViewPr>
      <p:scale>
        <a:sx n="1" d="1"/>
        <a:sy n="1" d="1"/>
      </p:scale>
      <p:origin x="0" y="0"/>
    </p:cViewPr>
  </p:notesTextViewPr>
  <p:notesViewPr>
    <p:cSldViewPr snapToGrid="0">
      <p:cViewPr varScale="1">
        <p:scale>
          <a:sx n="64" d="100"/>
          <a:sy n="64" d="100"/>
        </p:scale>
        <p:origin x="2338"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itsara monsiri" userId="d21832565e14aca8" providerId="LiveId" clId="{E9DC6723-9FC9-431B-87EA-16B4388A27EF}"/>
    <pc:docChg chg="undo redo custSel addSld delSld modSld sldOrd modMainMaster">
      <pc:chgData name="varitsara monsiri" userId="d21832565e14aca8" providerId="LiveId" clId="{E9DC6723-9FC9-431B-87EA-16B4388A27EF}" dt="2023-06-30T12:31:13.045" v="7921" actId="1038"/>
      <pc:docMkLst>
        <pc:docMk/>
      </pc:docMkLst>
      <pc:sldChg chg="addSp delSp modSp mod chgLayout">
        <pc:chgData name="varitsara monsiri" userId="d21832565e14aca8" providerId="LiveId" clId="{E9DC6723-9FC9-431B-87EA-16B4388A27EF}" dt="2023-06-30T12:29:56.136" v="7892" actId="167"/>
        <pc:sldMkLst>
          <pc:docMk/>
          <pc:sldMk cId="322080061" sldId="256"/>
        </pc:sldMkLst>
        <pc:spChg chg="del">
          <ac:chgData name="varitsara monsiri" userId="d21832565e14aca8" providerId="LiveId" clId="{E9DC6723-9FC9-431B-87EA-16B4388A27EF}" dt="2023-06-29T09:35:52.004" v="82" actId="700"/>
          <ac:spMkLst>
            <pc:docMk/>
            <pc:sldMk cId="322080061" sldId="256"/>
            <ac:spMk id="2" creationId="{DD13A94F-0956-4395-A68A-C582DA125A36}"/>
          </ac:spMkLst>
        </pc:spChg>
        <pc:spChg chg="del">
          <ac:chgData name="varitsara monsiri" userId="d21832565e14aca8" providerId="LiveId" clId="{E9DC6723-9FC9-431B-87EA-16B4388A27EF}" dt="2023-06-29T09:35:52.004" v="82" actId="700"/>
          <ac:spMkLst>
            <pc:docMk/>
            <pc:sldMk cId="322080061" sldId="256"/>
            <ac:spMk id="3" creationId="{1BC224C9-B086-4DD4-9E1A-62353F49B2FE}"/>
          </ac:spMkLst>
        </pc:spChg>
        <pc:spChg chg="del mod">
          <ac:chgData name="varitsara monsiri" userId="d21832565e14aca8" providerId="LiveId" clId="{E9DC6723-9FC9-431B-87EA-16B4388A27EF}" dt="2023-06-29T09:50:31.706" v="333" actId="21"/>
          <ac:spMkLst>
            <pc:docMk/>
            <pc:sldMk cId="322080061" sldId="256"/>
            <ac:spMk id="13" creationId="{98880875-E7A9-48BB-A5A9-0EDFE31DA465}"/>
          </ac:spMkLst>
        </pc:spChg>
        <pc:spChg chg="add mod ord">
          <ac:chgData name="varitsara monsiri" userId="d21832565e14aca8" providerId="LiveId" clId="{E9DC6723-9FC9-431B-87EA-16B4388A27EF}" dt="2023-06-29T09:38:26.303" v="226" actId="700"/>
          <ac:spMkLst>
            <pc:docMk/>
            <pc:sldMk cId="322080061" sldId="256"/>
            <ac:spMk id="25" creationId="{20FA7042-6380-4AF4-B2F7-35D07377EDC5}"/>
          </ac:spMkLst>
        </pc:spChg>
        <pc:spChg chg="add mod ord">
          <ac:chgData name="varitsara monsiri" userId="d21832565e14aca8" providerId="LiveId" clId="{E9DC6723-9FC9-431B-87EA-16B4388A27EF}" dt="2023-06-29T09:38:26.303" v="226" actId="700"/>
          <ac:spMkLst>
            <pc:docMk/>
            <pc:sldMk cId="322080061" sldId="256"/>
            <ac:spMk id="26" creationId="{7DA1E1FF-6CF2-4C31-BF54-109DF4A8DFE2}"/>
          </ac:spMkLst>
        </pc:spChg>
        <pc:spChg chg="add mod ord">
          <ac:chgData name="varitsara monsiri" userId="d21832565e14aca8" providerId="LiveId" clId="{E9DC6723-9FC9-431B-87EA-16B4388A27EF}" dt="2023-06-29T09:38:26.303" v="226" actId="700"/>
          <ac:spMkLst>
            <pc:docMk/>
            <pc:sldMk cId="322080061" sldId="256"/>
            <ac:spMk id="27" creationId="{37CCB65B-A1E2-44B3-B603-21F5932AF39C}"/>
          </ac:spMkLst>
        </pc:spChg>
        <pc:spChg chg="add mod ord">
          <ac:chgData name="varitsara monsiri" userId="d21832565e14aca8" providerId="LiveId" clId="{E9DC6723-9FC9-431B-87EA-16B4388A27EF}" dt="2023-06-29T09:38:32.911" v="229" actId="20577"/>
          <ac:spMkLst>
            <pc:docMk/>
            <pc:sldMk cId="322080061" sldId="256"/>
            <ac:spMk id="28" creationId="{C347FC38-AC17-46BB-9B88-9CF077A527AB}"/>
          </ac:spMkLst>
        </pc:spChg>
        <pc:spChg chg="mod">
          <ac:chgData name="varitsara monsiri" userId="d21832565e14aca8" providerId="LiveId" clId="{E9DC6723-9FC9-431B-87EA-16B4388A27EF}" dt="2023-06-30T12:29:52.493" v="7891"/>
          <ac:spMkLst>
            <pc:docMk/>
            <pc:sldMk cId="322080061" sldId="256"/>
            <ac:spMk id="30" creationId="{A34B600F-CB20-4115-889A-276EE5704533}"/>
          </ac:spMkLst>
        </pc:spChg>
        <pc:spChg chg="mod">
          <ac:chgData name="varitsara monsiri" userId="d21832565e14aca8" providerId="LiveId" clId="{E9DC6723-9FC9-431B-87EA-16B4388A27EF}" dt="2023-06-29T09:42:53.138" v="278" actId="1037"/>
          <ac:spMkLst>
            <pc:docMk/>
            <pc:sldMk cId="322080061" sldId="256"/>
            <ac:spMk id="33" creationId="{B5657763-5D01-436E-8664-66568488EB5C}"/>
          </ac:spMkLst>
        </pc:spChg>
        <pc:spChg chg="mod">
          <ac:chgData name="varitsara monsiri" userId="d21832565e14aca8" providerId="LiveId" clId="{E9DC6723-9FC9-431B-87EA-16B4388A27EF}" dt="2023-06-30T12:29:52.493" v="7891"/>
          <ac:spMkLst>
            <pc:docMk/>
            <pc:sldMk cId="322080061" sldId="256"/>
            <ac:spMk id="34" creationId="{D85E9A82-A546-4151-9928-0F9ACAF23B0E}"/>
          </ac:spMkLst>
        </pc:spChg>
        <pc:spChg chg="mod">
          <ac:chgData name="varitsara monsiri" userId="d21832565e14aca8" providerId="LiveId" clId="{E9DC6723-9FC9-431B-87EA-16B4388A27EF}" dt="2023-06-30T12:29:52.493" v="7891"/>
          <ac:spMkLst>
            <pc:docMk/>
            <pc:sldMk cId="322080061" sldId="256"/>
            <ac:spMk id="35" creationId="{45F2218F-09D6-4AA1-A94E-F124CDA39A09}"/>
          </ac:spMkLst>
        </pc:spChg>
        <pc:spChg chg="mod">
          <ac:chgData name="varitsara monsiri" userId="d21832565e14aca8" providerId="LiveId" clId="{E9DC6723-9FC9-431B-87EA-16B4388A27EF}" dt="2023-06-30T12:29:52.493" v="7891"/>
          <ac:spMkLst>
            <pc:docMk/>
            <pc:sldMk cId="322080061" sldId="256"/>
            <ac:spMk id="36" creationId="{FDE272FA-035A-4936-8861-DE7413856D1D}"/>
          </ac:spMkLst>
        </pc:spChg>
        <pc:spChg chg="add mod ord">
          <ac:chgData name="varitsara monsiri" userId="d21832565e14aca8" providerId="LiveId" clId="{E9DC6723-9FC9-431B-87EA-16B4388A27EF}" dt="2023-06-30T12:29:56.136" v="7892" actId="167"/>
          <ac:spMkLst>
            <pc:docMk/>
            <pc:sldMk cId="322080061" sldId="256"/>
            <ac:spMk id="37" creationId="{E91B6636-3CB2-4F83-BCE7-E636881C6576}"/>
          </ac:spMkLst>
        </pc:spChg>
        <pc:spChg chg="mod topLvl">
          <ac:chgData name="varitsara monsiri" userId="d21832565e14aca8" providerId="LiveId" clId="{E9DC6723-9FC9-431B-87EA-16B4388A27EF}" dt="2023-06-29T09:50:18.910" v="329" actId="164"/>
          <ac:spMkLst>
            <pc:docMk/>
            <pc:sldMk cId="322080061" sldId="256"/>
            <ac:spMk id="38" creationId="{C94D0365-41FC-4286-95DF-9F8B7D297BAD}"/>
          </ac:spMkLst>
        </pc:spChg>
        <pc:spChg chg="mod topLvl">
          <ac:chgData name="varitsara monsiri" userId="d21832565e14aca8" providerId="LiveId" clId="{E9DC6723-9FC9-431B-87EA-16B4388A27EF}" dt="2023-06-29T09:50:20.635" v="330" actId="164"/>
          <ac:spMkLst>
            <pc:docMk/>
            <pc:sldMk cId="322080061" sldId="256"/>
            <ac:spMk id="39" creationId="{7ADB5B0D-4F7E-4FA6-AC7B-F9C435410E48}"/>
          </ac:spMkLst>
        </pc:spChg>
        <pc:spChg chg="mod topLvl">
          <ac:chgData name="varitsara monsiri" userId="d21832565e14aca8" providerId="LiveId" clId="{E9DC6723-9FC9-431B-87EA-16B4388A27EF}" dt="2023-06-29T09:50:18.910" v="329" actId="164"/>
          <ac:spMkLst>
            <pc:docMk/>
            <pc:sldMk cId="322080061" sldId="256"/>
            <ac:spMk id="41" creationId="{5EEF26C5-DBA0-4722-A1CF-DF28511B7676}"/>
          </ac:spMkLst>
        </pc:spChg>
        <pc:spChg chg="mod topLvl">
          <ac:chgData name="varitsara monsiri" userId="d21832565e14aca8" providerId="LiveId" clId="{E9DC6723-9FC9-431B-87EA-16B4388A27EF}" dt="2023-06-29T09:50:20.635" v="330" actId="164"/>
          <ac:spMkLst>
            <pc:docMk/>
            <pc:sldMk cId="322080061" sldId="256"/>
            <ac:spMk id="42" creationId="{DF35389E-EEF6-4B89-9022-003CDA31D55E}"/>
          </ac:spMkLst>
        </pc:spChg>
        <pc:spChg chg="del mod topLvl">
          <ac:chgData name="varitsara monsiri" userId="d21832565e14aca8" providerId="LiveId" clId="{E9DC6723-9FC9-431B-87EA-16B4388A27EF}" dt="2023-06-29T09:48:19.058" v="311" actId="478"/>
          <ac:spMkLst>
            <pc:docMk/>
            <pc:sldMk cId="322080061" sldId="256"/>
            <ac:spMk id="45" creationId="{4A163967-9F13-48B4-B99D-1DBA70AF405F}"/>
          </ac:spMkLst>
        </pc:spChg>
        <pc:spChg chg="del mod topLvl">
          <ac:chgData name="varitsara monsiri" userId="d21832565e14aca8" providerId="LiveId" clId="{E9DC6723-9FC9-431B-87EA-16B4388A27EF}" dt="2023-06-29T09:48:19.058" v="311" actId="478"/>
          <ac:spMkLst>
            <pc:docMk/>
            <pc:sldMk cId="322080061" sldId="256"/>
            <ac:spMk id="46" creationId="{F9987940-4C49-4960-97B9-53991CF0B657}"/>
          </ac:spMkLst>
        </pc:spChg>
        <pc:spChg chg="mod topLvl">
          <ac:chgData name="varitsara monsiri" userId="d21832565e14aca8" providerId="LiveId" clId="{E9DC6723-9FC9-431B-87EA-16B4388A27EF}" dt="2023-06-29T09:50:18.910" v="329" actId="164"/>
          <ac:spMkLst>
            <pc:docMk/>
            <pc:sldMk cId="322080061" sldId="256"/>
            <ac:spMk id="47" creationId="{331261B7-D210-4BE0-901E-DDD13DF3F620}"/>
          </ac:spMkLst>
        </pc:spChg>
        <pc:spChg chg="mod topLvl">
          <ac:chgData name="varitsara monsiri" userId="d21832565e14aca8" providerId="LiveId" clId="{E9DC6723-9FC9-431B-87EA-16B4388A27EF}" dt="2023-06-29T09:50:20.635" v="330" actId="164"/>
          <ac:spMkLst>
            <pc:docMk/>
            <pc:sldMk cId="322080061" sldId="256"/>
            <ac:spMk id="48" creationId="{EC72EE93-760C-463D-9CEA-EA7570EDB85E}"/>
          </ac:spMkLst>
        </pc:spChg>
        <pc:spChg chg="add mod">
          <ac:chgData name="varitsara monsiri" userId="d21832565e14aca8" providerId="LiveId" clId="{E9DC6723-9FC9-431B-87EA-16B4388A27EF}" dt="2023-06-29T09:50:18.910" v="329" actId="164"/>
          <ac:spMkLst>
            <pc:docMk/>
            <pc:sldMk cId="322080061" sldId="256"/>
            <ac:spMk id="50" creationId="{F3B2EAB2-5DCB-4C90-9788-97B04355F5A0}"/>
          </ac:spMkLst>
        </pc:spChg>
        <pc:spChg chg="add mod">
          <ac:chgData name="varitsara monsiri" userId="d21832565e14aca8" providerId="LiveId" clId="{E9DC6723-9FC9-431B-87EA-16B4388A27EF}" dt="2023-06-29T09:50:18.910" v="329" actId="164"/>
          <ac:spMkLst>
            <pc:docMk/>
            <pc:sldMk cId="322080061" sldId="256"/>
            <ac:spMk id="51" creationId="{A7527184-E1A6-44C7-BDEC-6CDE152D80D6}"/>
          </ac:spMkLst>
        </pc:spChg>
        <pc:spChg chg="add mod">
          <ac:chgData name="varitsara monsiri" userId="d21832565e14aca8" providerId="LiveId" clId="{E9DC6723-9FC9-431B-87EA-16B4388A27EF}" dt="2023-06-29T09:50:18.910" v="329" actId="164"/>
          <ac:spMkLst>
            <pc:docMk/>
            <pc:sldMk cId="322080061" sldId="256"/>
            <ac:spMk id="52" creationId="{88DBEAF4-ECEE-4623-8445-9BC9704AD237}"/>
          </ac:spMkLst>
        </pc:spChg>
        <pc:spChg chg="add mod">
          <ac:chgData name="varitsara monsiri" userId="d21832565e14aca8" providerId="LiveId" clId="{E9DC6723-9FC9-431B-87EA-16B4388A27EF}" dt="2023-06-29T09:50:18.910" v="329" actId="164"/>
          <ac:spMkLst>
            <pc:docMk/>
            <pc:sldMk cId="322080061" sldId="256"/>
            <ac:spMk id="53" creationId="{90103FED-FF92-4FEA-97BE-15F415D24941}"/>
          </ac:spMkLst>
        </pc:spChg>
        <pc:spChg chg="add mod">
          <ac:chgData name="varitsara monsiri" userId="d21832565e14aca8" providerId="LiveId" clId="{E9DC6723-9FC9-431B-87EA-16B4388A27EF}" dt="2023-06-29T09:50:18.910" v="329" actId="164"/>
          <ac:spMkLst>
            <pc:docMk/>
            <pc:sldMk cId="322080061" sldId="256"/>
            <ac:spMk id="54" creationId="{E55274F8-4522-4C2F-9A75-7B738FBED0BB}"/>
          </ac:spMkLst>
        </pc:spChg>
        <pc:spChg chg="mod">
          <ac:chgData name="varitsara monsiri" userId="d21832565e14aca8" providerId="LiveId" clId="{E9DC6723-9FC9-431B-87EA-16B4388A27EF}" dt="2023-06-29T09:50:28.376" v="332" actId="571"/>
          <ac:spMkLst>
            <pc:docMk/>
            <pc:sldMk cId="322080061" sldId="256"/>
            <ac:spMk id="62" creationId="{C18C8A7B-8D31-4261-88F5-2B88321D0FAF}"/>
          </ac:spMkLst>
        </pc:spChg>
        <pc:spChg chg="mod">
          <ac:chgData name="varitsara monsiri" userId="d21832565e14aca8" providerId="LiveId" clId="{E9DC6723-9FC9-431B-87EA-16B4388A27EF}" dt="2023-06-29T09:50:28.376" v="332" actId="571"/>
          <ac:spMkLst>
            <pc:docMk/>
            <pc:sldMk cId="322080061" sldId="256"/>
            <ac:spMk id="63" creationId="{EFF39B50-471D-4CCD-AD07-C1C360BF59A0}"/>
          </ac:spMkLst>
        </pc:spChg>
        <pc:spChg chg="mod">
          <ac:chgData name="varitsara monsiri" userId="d21832565e14aca8" providerId="LiveId" clId="{E9DC6723-9FC9-431B-87EA-16B4388A27EF}" dt="2023-06-29T09:50:28.376" v="332" actId="571"/>
          <ac:spMkLst>
            <pc:docMk/>
            <pc:sldMk cId="322080061" sldId="256"/>
            <ac:spMk id="64" creationId="{7DAF8EBF-9F03-4F8F-9E52-E33289975E15}"/>
          </ac:spMkLst>
        </pc:spChg>
        <pc:spChg chg="mod">
          <ac:chgData name="varitsara monsiri" userId="d21832565e14aca8" providerId="LiveId" clId="{E9DC6723-9FC9-431B-87EA-16B4388A27EF}" dt="2023-06-29T09:50:28.376" v="332" actId="571"/>
          <ac:spMkLst>
            <pc:docMk/>
            <pc:sldMk cId="322080061" sldId="256"/>
            <ac:spMk id="65" creationId="{F78E42C9-274B-476F-8BE6-26083988F0D2}"/>
          </ac:spMkLst>
        </pc:spChg>
        <pc:spChg chg="add mod">
          <ac:chgData name="varitsara monsiri" userId="d21832565e14aca8" providerId="LiveId" clId="{E9DC6723-9FC9-431B-87EA-16B4388A27EF}" dt="2023-06-29T09:50:28.376" v="332" actId="571"/>
          <ac:spMkLst>
            <pc:docMk/>
            <pc:sldMk cId="322080061" sldId="256"/>
            <ac:spMk id="66" creationId="{AAF97299-0F80-4CC3-9F87-ED1A041BB993}"/>
          </ac:spMkLst>
        </pc:spChg>
        <pc:spChg chg="mod">
          <ac:chgData name="varitsara monsiri" userId="d21832565e14aca8" providerId="LiveId" clId="{E9DC6723-9FC9-431B-87EA-16B4388A27EF}" dt="2023-06-29T09:50:28.376" v="332" actId="571"/>
          <ac:spMkLst>
            <pc:docMk/>
            <pc:sldMk cId="322080061" sldId="256"/>
            <ac:spMk id="68" creationId="{AE38F5CB-8A14-4866-BB37-14FDA1F086AA}"/>
          </ac:spMkLst>
        </pc:spChg>
        <pc:spChg chg="mod">
          <ac:chgData name="varitsara monsiri" userId="d21832565e14aca8" providerId="LiveId" clId="{E9DC6723-9FC9-431B-87EA-16B4388A27EF}" dt="2023-06-29T09:50:28.376" v="332" actId="571"/>
          <ac:spMkLst>
            <pc:docMk/>
            <pc:sldMk cId="322080061" sldId="256"/>
            <ac:spMk id="69" creationId="{250A78D0-7C9A-4BCE-AD25-6538D3993FFE}"/>
          </ac:spMkLst>
        </pc:spChg>
        <pc:spChg chg="mod">
          <ac:chgData name="varitsara monsiri" userId="d21832565e14aca8" providerId="LiveId" clId="{E9DC6723-9FC9-431B-87EA-16B4388A27EF}" dt="2023-06-29T09:50:28.376" v="332" actId="571"/>
          <ac:spMkLst>
            <pc:docMk/>
            <pc:sldMk cId="322080061" sldId="256"/>
            <ac:spMk id="70" creationId="{748BB29B-8E7E-4F94-829C-28AD191FE5C3}"/>
          </ac:spMkLst>
        </pc:spChg>
        <pc:spChg chg="mod">
          <ac:chgData name="varitsara monsiri" userId="d21832565e14aca8" providerId="LiveId" clId="{E9DC6723-9FC9-431B-87EA-16B4388A27EF}" dt="2023-06-29T09:50:28.376" v="332" actId="571"/>
          <ac:spMkLst>
            <pc:docMk/>
            <pc:sldMk cId="322080061" sldId="256"/>
            <ac:spMk id="74" creationId="{CE011918-C0DF-4180-97B3-85415295E022}"/>
          </ac:spMkLst>
        </pc:spChg>
        <pc:spChg chg="mod">
          <ac:chgData name="varitsara monsiri" userId="d21832565e14aca8" providerId="LiveId" clId="{E9DC6723-9FC9-431B-87EA-16B4388A27EF}" dt="2023-06-29T09:50:28.376" v="332" actId="571"/>
          <ac:spMkLst>
            <pc:docMk/>
            <pc:sldMk cId="322080061" sldId="256"/>
            <ac:spMk id="76" creationId="{AA0BA9EA-C0B2-427E-8086-29BE1B349A8C}"/>
          </ac:spMkLst>
        </pc:spChg>
        <pc:spChg chg="mod">
          <ac:chgData name="varitsara monsiri" userId="d21832565e14aca8" providerId="LiveId" clId="{E9DC6723-9FC9-431B-87EA-16B4388A27EF}" dt="2023-06-29T09:50:28.376" v="332" actId="571"/>
          <ac:spMkLst>
            <pc:docMk/>
            <pc:sldMk cId="322080061" sldId="256"/>
            <ac:spMk id="77" creationId="{328CEE03-04B2-474E-8107-134B0489C4D8}"/>
          </ac:spMkLst>
        </pc:spChg>
        <pc:spChg chg="mod">
          <ac:chgData name="varitsara monsiri" userId="d21832565e14aca8" providerId="LiveId" clId="{E9DC6723-9FC9-431B-87EA-16B4388A27EF}" dt="2023-06-29T09:50:28.376" v="332" actId="571"/>
          <ac:spMkLst>
            <pc:docMk/>
            <pc:sldMk cId="322080061" sldId="256"/>
            <ac:spMk id="78" creationId="{E905A6D5-9FE8-4901-837C-5588BF2B1A65}"/>
          </ac:spMkLst>
        </pc:spChg>
        <pc:spChg chg="mod">
          <ac:chgData name="varitsara monsiri" userId="d21832565e14aca8" providerId="LiveId" clId="{E9DC6723-9FC9-431B-87EA-16B4388A27EF}" dt="2023-06-29T09:50:28.376" v="332" actId="571"/>
          <ac:spMkLst>
            <pc:docMk/>
            <pc:sldMk cId="322080061" sldId="256"/>
            <ac:spMk id="79" creationId="{F7EFF022-7011-4747-84F1-E4E2B3D762FA}"/>
          </ac:spMkLst>
        </pc:spChg>
        <pc:spChg chg="mod">
          <ac:chgData name="varitsara monsiri" userId="d21832565e14aca8" providerId="LiveId" clId="{E9DC6723-9FC9-431B-87EA-16B4388A27EF}" dt="2023-06-29T09:50:28.376" v="332" actId="571"/>
          <ac:spMkLst>
            <pc:docMk/>
            <pc:sldMk cId="322080061" sldId="256"/>
            <ac:spMk id="80" creationId="{95AEE883-822B-41BE-A9AB-D1DB04075043}"/>
          </ac:spMkLst>
        </pc:spChg>
        <pc:spChg chg="mod">
          <ac:chgData name="varitsara monsiri" userId="d21832565e14aca8" providerId="LiveId" clId="{E9DC6723-9FC9-431B-87EA-16B4388A27EF}" dt="2023-06-29T09:50:28.376" v="332" actId="571"/>
          <ac:spMkLst>
            <pc:docMk/>
            <pc:sldMk cId="322080061" sldId="256"/>
            <ac:spMk id="81" creationId="{6C513FFC-4C0B-40EA-BE8B-F89925220B85}"/>
          </ac:spMkLst>
        </pc:spChg>
        <pc:spChg chg="mod">
          <ac:chgData name="varitsara monsiri" userId="d21832565e14aca8" providerId="LiveId" clId="{E9DC6723-9FC9-431B-87EA-16B4388A27EF}" dt="2023-06-29T09:50:28.376" v="332" actId="571"/>
          <ac:spMkLst>
            <pc:docMk/>
            <pc:sldMk cId="322080061" sldId="256"/>
            <ac:spMk id="82" creationId="{E839F6EA-6ED1-4AD0-8394-B0E5525B64ED}"/>
          </ac:spMkLst>
        </pc:spChg>
        <pc:grpChg chg="del">
          <ac:chgData name="varitsara monsiri" userId="d21832565e14aca8" providerId="LiveId" clId="{E9DC6723-9FC9-431B-87EA-16B4388A27EF}" dt="2023-06-29T09:50:31.706" v="333" actId="21"/>
          <ac:grpSpMkLst>
            <pc:docMk/>
            <pc:sldMk cId="322080061" sldId="256"/>
            <ac:grpSpMk id="20" creationId="{08F22E25-287A-4EA8-A4AF-2A3EC20F8CAE}"/>
          </ac:grpSpMkLst>
        </pc:grpChg>
        <pc:grpChg chg="add mod ord">
          <ac:chgData name="varitsara monsiri" userId="d21832565e14aca8" providerId="LiveId" clId="{E9DC6723-9FC9-431B-87EA-16B4388A27EF}" dt="2023-06-30T12:29:56.136" v="7892" actId="167"/>
          <ac:grpSpMkLst>
            <pc:docMk/>
            <pc:sldMk cId="322080061" sldId="256"/>
            <ac:grpSpMk id="29" creationId="{D177BA7E-B0FF-44E9-AD57-B0F73709025A}"/>
          </ac:grpSpMkLst>
        </pc:grpChg>
        <pc:grpChg chg="add mod">
          <ac:chgData name="varitsara monsiri" userId="d21832565e14aca8" providerId="LiveId" clId="{E9DC6723-9FC9-431B-87EA-16B4388A27EF}" dt="2023-06-29T09:42:12.564" v="271"/>
          <ac:grpSpMkLst>
            <pc:docMk/>
            <pc:sldMk cId="322080061" sldId="256"/>
            <ac:grpSpMk id="31" creationId="{6EC55DFA-1F7E-4979-94E4-5F8E612EBD5A}"/>
          </ac:grpSpMkLst>
        </pc:grpChg>
        <pc:grpChg chg="del mod">
          <ac:chgData name="varitsara monsiri" userId="d21832565e14aca8" providerId="LiveId" clId="{E9DC6723-9FC9-431B-87EA-16B4388A27EF}" dt="2023-06-29T09:43:39.848" v="287" actId="165"/>
          <ac:grpSpMkLst>
            <pc:docMk/>
            <pc:sldMk cId="322080061" sldId="256"/>
            <ac:grpSpMk id="36" creationId="{945518D3-F9E0-474A-A2F5-E5A0EB84F96B}"/>
          </ac:grpSpMkLst>
        </pc:grpChg>
        <pc:grpChg chg="del mod topLvl">
          <ac:chgData name="varitsara monsiri" userId="d21832565e14aca8" providerId="LiveId" clId="{E9DC6723-9FC9-431B-87EA-16B4388A27EF}" dt="2023-06-29T09:43:41.447" v="288" actId="165"/>
          <ac:grpSpMkLst>
            <pc:docMk/>
            <pc:sldMk cId="322080061" sldId="256"/>
            <ac:grpSpMk id="37" creationId="{14D058E7-D36C-433A-B9B2-75E626509C8F}"/>
          </ac:grpSpMkLst>
        </pc:grpChg>
        <pc:grpChg chg="del mod topLvl">
          <ac:chgData name="varitsara monsiri" userId="d21832565e14aca8" providerId="LiveId" clId="{E9DC6723-9FC9-431B-87EA-16B4388A27EF}" dt="2023-06-29T09:43:41.447" v="288" actId="165"/>
          <ac:grpSpMkLst>
            <pc:docMk/>
            <pc:sldMk cId="322080061" sldId="256"/>
            <ac:grpSpMk id="40" creationId="{50D711B9-9B86-468E-AE37-643A35C62BA3}"/>
          </ac:grpSpMkLst>
        </pc:grpChg>
        <pc:grpChg chg="del mod topLvl">
          <ac:chgData name="varitsara monsiri" userId="d21832565e14aca8" providerId="LiveId" clId="{E9DC6723-9FC9-431B-87EA-16B4388A27EF}" dt="2023-06-29T09:43:41.447" v="288" actId="165"/>
          <ac:grpSpMkLst>
            <pc:docMk/>
            <pc:sldMk cId="322080061" sldId="256"/>
            <ac:grpSpMk id="43" creationId="{1CD3DC97-DDCA-41FD-8259-3679635D69E1}"/>
          </ac:grpSpMkLst>
        </pc:grpChg>
        <pc:grpChg chg="del mod topLvl">
          <ac:chgData name="varitsara monsiri" userId="d21832565e14aca8" providerId="LiveId" clId="{E9DC6723-9FC9-431B-87EA-16B4388A27EF}" dt="2023-06-29T09:48:13.328" v="310" actId="165"/>
          <ac:grpSpMkLst>
            <pc:docMk/>
            <pc:sldMk cId="322080061" sldId="256"/>
            <ac:grpSpMk id="44" creationId="{46EDDEE4-12D7-4E0A-8FFC-2F2216380F20}"/>
          </ac:grpSpMkLst>
        </pc:grpChg>
        <pc:grpChg chg="add del mod">
          <ac:chgData name="varitsara monsiri" userId="d21832565e14aca8" providerId="LiveId" clId="{E9DC6723-9FC9-431B-87EA-16B4388A27EF}" dt="2023-06-29T09:48:10.048" v="309" actId="165"/>
          <ac:grpSpMkLst>
            <pc:docMk/>
            <pc:sldMk cId="322080061" sldId="256"/>
            <ac:grpSpMk id="49" creationId="{2F12EE9C-F513-431A-A31E-7561D4E10405}"/>
          </ac:grpSpMkLst>
        </pc:grpChg>
        <pc:grpChg chg="add mod">
          <ac:chgData name="varitsara monsiri" userId="d21832565e14aca8" providerId="LiveId" clId="{E9DC6723-9FC9-431B-87EA-16B4388A27EF}" dt="2023-06-29T09:50:18.910" v="329" actId="164"/>
          <ac:grpSpMkLst>
            <pc:docMk/>
            <pc:sldMk cId="322080061" sldId="256"/>
            <ac:grpSpMk id="55" creationId="{714C9257-64AA-4D48-B632-477F18DC8E90}"/>
          </ac:grpSpMkLst>
        </pc:grpChg>
        <pc:grpChg chg="add mod">
          <ac:chgData name="varitsara monsiri" userId="d21832565e14aca8" providerId="LiveId" clId="{E9DC6723-9FC9-431B-87EA-16B4388A27EF}" dt="2023-06-29T09:50:20.635" v="330" actId="164"/>
          <ac:grpSpMkLst>
            <pc:docMk/>
            <pc:sldMk cId="322080061" sldId="256"/>
            <ac:grpSpMk id="56" creationId="{204DCE42-2D40-4F99-A072-DAFAF38AA84A}"/>
          </ac:grpSpMkLst>
        </pc:grpChg>
        <pc:grpChg chg="add mod">
          <ac:chgData name="varitsara monsiri" userId="d21832565e14aca8" providerId="LiveId" clId="{E9DC6723-9FC9-431B-87EA-16B4388A27EF}" dt="2023-06-29T09:50:20.635" v="330" actId="164"/>
          <ac:grpSpMkLst>
            <pc:docMk/>
            <pc:sldMk cId="322080061" sldId="256"/>
            <ac:grpSpMk id="57" creationId="{D503DB3E-96E5-47F4-AD46-9C70F5110BC6}"/>
          </ac:grpSpMkLst>
        </pc:grpChg>
        <pc:grpChg chg="add mod">
          <ac:chgData name="varitsara monsiri" userId="d21832565e14aca8" providerId="LiveId" clId="{E9DC6723-9FC9-431B-87EA-16B4388A27EF}" dt="2023-06-29T09:50:20.635" v="330" actId="164"/>
          <ac:grpSpMkLst>
            <pc:docMk/>
            <pc:sldMk cId="322080061" sldId="256"/>
            <ac:grpSpMk id="58" creationId="{86B8F2A0-15F6-452F-BBF3-E933C247C5A0}"/>
          </ac:grpSpMkLst>
        </pc:grpChg>
        <pc:grpChg chg="add mod">
          <ac:chgData name="varitsara monsiri" userId="d21832565e14aca8" providerId="LiveId" clId="{E9DC6723-9FC9-431B-87EA-16B4388A27EF}" dt="2023-06-29T09:50:18.910" v="329" actId="164"/>
          <ac:grpSpMkLst>
            <pc:docMk/>
            <pc:sldMk cId="322080061" sldId="256"/>
            <ac:grpSpMk id="59" creationId="{93D19096-E5EA-40D6-9C82-40E1AC71314C}"/>
          </ac:grpSpMkLst>
        </pc:grpChg>
        <pc:grpChg chg="add mod">
          <ac:chgData name="varitsara monsiri" userId="d21832565e14aca8" providerId="LiveId" clId="{E9DC6723-9FC9-431B-87EA-16B4388A27EF}" dt="2023-06-29T09:50:20.635" v="330" actId="164"/>
          <ac:grpSpMkLst>
            <pc:docMk/>
            <pc:sldMk cId="322080061" sldId="256"/>
            <ac:grpSpMk id="60" creationId="{E4F9E960-36B4-4043-91A6-0B2BCB4C6F1C}"/>
          </ac:grpSpMkLst>
        </pc:grpChg>
        <pc:grpChg chg="add mod">
          <ac:chgData name="varitsara monsiri" userId="d21832565e14aca8" providerId="LiveId" clId="{E9DC6723-9FC9-431B-87EA-16B4388A27EF}" dt="2023-06-29T09:50:28.376" v="332" actId="571"/>
          <ac:grpSpMkLst>
            <pc:docMk/>
            <pc:sldMk cId="322080061" sldId="256"/>
            <ac:grpSpMk id="61" creationId="{DCAFE047-AFFB-4910-82C3-4B2CEF84FB5E}"/>
          </ac:grpSpMkLst>
        </pc:grpChg>
        <pc:grpChg chg="add mod">
          <ac:chgData name="varitsara monsiri" userId="d21832565e14aca8" providerId="LiveId" clId="{E9DC6723-9FC9-431B-87EA-16B4388A27EF}" dt="2023-06-29T09:50:28.376" v="332" actId="571"/>
          <ac:grpSpMkLst>
            <pc:docMk/>
            <pc:sldMk cId="322080061" sldId="256"/>
            <ac:grpSpMk id="67" creationId="{D1FEA20A-029C-41EC-9799-22C0016BCCDF}"/>
          </ac:grpSpMkLst>
        </pc:grpChg>
        <pc:grpChg chg="mod">
          <ac:chgData name="varitsara monsiri" userId="d21832565e14aca8" providerId="LiveId" clId="{E9DC6723-9FC9-431B-87EA-16B4388A27EF}" dt="2023-06-29T09:50:28.376" v="332" actId="571"/>
          <ac:grpSpMkLst>
            <pc:docMk/>
            <pc:sldMk cId="322080061" sldId="256"/>
            <ac:grpSpMk id="71" creationId="{00DEA2B2-D92E-4234-A81C-424601188412}"/>
          </ac:grpSpMkLst>
        </pc:grpChg>
        <pc:grpChg chg="mod">
          <ac:chgData name="varitsara monsiri" userId="d21832565e14aca8" providerId="LiveId" clId="{E9DC6723-9FC9-431B-87EA-16B4388A27EF}" dt="2023-06-29T09:50:28.376" v="332" actId="571"/>
          <ac:grpSpMkLst>
            <pc:docMk/>
            <pc:sldMk cId="322080061" sldId="256"/>
            <ac:grpSpMk id="72" creationId="{07B80D26-D150-442B-9904-2EE6FEB7A774}"/>
          </ac:grpSpMkLst>
        </pc:grpChg>
        <pc:grpChg chg="mod">
          <ac:chgData name="varitsara monsiri" userId="d21832565e14aca8" providerId="LiveId" clId="{E9DC6723-9FC9-431B-87EA-16B4388A27EF}" dt="2023-06-29T09:50:28.376" v="332" actId="571"/>
          <ac:grpSpMkLst>
            <pc:docMk/>
            <pc:sldMk cId="322080061" sldId="256"/>
            <ac:grpSpMk id="73" creationId="{6BBF66F1-F959-4402-A933-B80DB349C22C}"/>
          </ac:grpSpMkLst>
        </pc:grpChg>
        <pc:grpChg chg="mod">
          <ac:chgData name="varitsara monsiri" userId="d21832565e14aca8" providerId="LiveId" clId="{E9DC6723-9FC9-431B-87EA-16B4388A27EF}" dt="2023-06-29T09:50:28.376" v="332" actId="571"/>
          <ac:grpSpMkLst>
            <pc:docMk/>
            <pc:sldMk cId="322080061" sldId="256"/>
            <ac:grpSpMk id="75" creationId="{76DDD90F-7492-49C6-8ADC-E72454510541}"/>
          </ac:grpSpMkLst>
        </pc:grpChg>
        <pc:picChg chg="add del mod">
          <ac:chgData name="varitsara monsiri" userId="d21832565e14aca8" providerId="LiveId" clId="{E9DC6723-9FC9-431B-87EA-16B4388A27EF}" dt="2023-06-29T09:40:46.723" v="231" actId="21"/>
          <ac:picMkLst>
            <pc:docMk/>
            <pc:sldMk cId="322080061" sldId="256"/>
            <ac:picMk id="30" creationId="{DD07ACDE-F3EF-45A7-9C6A-FFA48440F052}"/>
          </ac:picMkLst>
        </pc:picChg>
        <pc:picChg chg="mod">
          <ac:chgData name="varitsara monsiri" userId="d21832565e14aca8" providerId="LiveId" clId="{E9DC6723-9FC9-431B-87EA-16B4388A27EF}" dt="2023-06-29T09:42:27.165" v="273" actId="207"/>
          <ac:picMkLst>
            <pc:docMk/>
            <pc:sldMk cId="322080061" sldId="256"/>
            <ac:picMk id="32" creationId="{62280EC4-C54F-4542-87E5-BAF05CE18ECC}"/>
          </ac:picMkLst>
        </pc:picChg>
        <pc:picChg chg="add del mod">
          <ac:chgData name="varitsara monsiri" userId="d21832565e14aca8" providerId="LiveId" clId="{E9DC6723-9FC9-431B-87EA-16B4388A27EF}" dt="2023-06-29T09:43:36.811" v="285" actId="27803"/>
          <ac:picMkLst>
            <pc:docMk/>
            <pc:sldMk cId="322080061" sldId="256"/>
            <ac:picMk id="35" creationId="{65A04191-7BAE-40D1-B2A4-DBF7982F93CB}"/>
          </ac:picMkLst>
        </pc:picChg>
      </pc:sldChg>
      <pc:sldChg chg="addSp delSp modSp new mod chgLayout">
        <pc:chgData name="varitsara monsiri" userId="d21832565e14aca8" providerId="LiveId" clId="{E9DC6723-9FC9-431B-87EA-16B4388A27EF}" dt="2023-06-30T12:25:47.460" v="7862" actId="164"/>
        <pc:sldMkLst>
          <pc:docMk/>
          <pc:sldMk cId="1377701103" sldId="257"/>
        </pc:sldMkLst>
        <pc:spChg chg="add mod">
          <ac:chgData name="varitsara monsiri" userId="d21832565e14aca8" providerId="LiveId" clId="{E9DC6723-9FC9-431B-87EA-16B4388A27EF}" dt="2023-06-29T10:59:19.756" v="1744" actId="20577"/>
          <ac:spMkLst>
            <pc:docMk/>
            <pc:sldMk cId="1377701103" sldId="257"/>
            <ac:spMk id="2" creationId="{0E2610BF-8F6E-4750-B759-EB37BEEE7760}"/>
          </ac:spMkLst>
        </pc:spChg>
        <pc:spChg chg="add mod">
          <ac:chgData name="varitsara monsiri" userId="d21832565e14aca8" providerId="LiveId" clId="{E9DC6723-9FC9-431B-87EA-16B4388A27EF}" dt="2023-06-29T10:58:47.769" v="1731" actId="20577"/>
          <ac:spMkLst>
            <pc:docMk/>
            <pc:sldMk cId="1377701103" sldId="257"/>
            <ac:spMk id="3" creationId="{9A980401-2DCD-42AA-BEB1-C37B327207A2}"/>
          </ac:spMkLst>
        </pc:spChg>
        <pc:spChg chg="add mod">
          <ac:chgData name="varitsara monsiri" userId="d21832565e14aca8" providerId="LiveId" clId="{E9DC6723-9FC9-431B-87EA-16B4388A27EF}" dt="2023-06-29T10:58:29.665" v="1716" actId="20577"/>
          <ac:spMkLst>
            <pc:docMk/>
            <pc:sldMk cId="1377701103" sldId="257"/>
            <ac:spMk id="4" creationId="{357027FF-4317-472A-9581-487B28948947}"/>
          </ac:spMkLst>
        </pc:spChg>
        <pc:spChg chg="add mod">
          <ac:chgData name="varitsara monsiri" userId="d21832565e14aca8" providerId="LiveId" clId="{E9DC6723-9FC9-431B-87EA-16B4388A27EF}" dt="2023-06-29T10:58:50.071" v="1734" actId="20577"/>
          <ac:spMkLst>
            <pc:docMk/>
            <pc:sldMk cId="1377701103" sldId="257"/>
            <ac:spMk id="5" creationId="{A9C0EAC6-E740-4400-A248-C6BFD912B996}"/>
          </ac:spMkLst>
        </pc:spChg>
        <pc:spChg chg="add mod">
          <ac:chgData name="varitsara monsiri" userId="d21832565e14aca8" providerId="LiveId" clId="{E9DC6723-9FC9-431B-87EA-16B4388A27EF}" dt="2023-06-29T10:58:32.843" v="1720" actId="20577"/>
          <ac:spMkLst>
            <pc:docMk/>
            <pc:sldMk cId="1377701103" sldId="257"/>
            <ac:spMk id="6" creationId="{02601E69-A437-4C9B-B6EE-FE3BA8737B8B}"/>
          </ac:spMkLst>
        </pc:spChg>
        <pc:spChg chg="add mod">
          <ac:chgData name="varitsara monsiri" userId="d21832565e14aca8" providerId="LiveId" clId="{E9DC6723-9FC9-431B-87EA-16B4388A27EF}" dt="2023-06-29T10:58:52.391" v="1737" actId="20577"/>
          <ac:spMkLst>
            <pc:docMk/>
            <pc:sldMk cId="1377701103" sldId="257"/>
            <ac:spMk id="7" creationId="{FA2CDEC2-A757-4EFC-BA8B-94AFDD1A7E78}"/>
          </ac:spMkLst>
        </pc:spChg>
        <pc:spChg chg="add mod">
          <ac:chgData name="varitsara monsiri" userId="d21832565e14aca8" providerId="LiveId" clId="{E9DC6723-9FC9-431B-87EA-16B4388A27EF}" dt="2023-06-29T10:58:35.999" v="1724" actId="20577"/>
          <ac:spMkLst>
            <pc:docMk/>
            <pc:sldMk cId="1377701103" sldId="257"/>
            <ac:spMk id="8" creationId="{66D013A0-7FDD-4E3B-A8CA-2E654E9E4A45}"/>
          </ac:spMkLst>
        </pc:spChg>
        <pc:spChg chg="add mod">
          <ac:chgData name="varitsara monsiri" userId="d21832565e14aca8" providerId="LiveId" clId="{E9DC6723-9FC9-431B-87EA-16B4388A27EF}" dt="2023-06-29T10:58:55.091" v="1740" actId="20577"/>
          <ac:spMkLst>
            <pc:docMk/>
            <pc:sldMk cId="1377701103" sldId="257"/>
            <ac:spMk id="9" creationId="{7C1F882D-8499-44EE-A45C-956E59B49A3F}"/>
          </ac:spMkLst>
        </pc:spChg>
        <pc:spChg chg="add mod">
          <ac:chgData name="varitsara monsiri" userId="d21832565e14aca8" providerId="LiveId" clId="{E9DC6723-9FC9-431B-87EA-16B4388A27EF}" dt="2023-06-29T10:58:39.227" v="1728" actId="20577"/>
          <ac:spMkLst>
            <pc:docMk/>
            <pc:sldMk cId="1377701103" sldId="257"/>
            <ac:spMk id="10" creationId="{756CD7C2-9CF4-4482-B1A5-5AD83F85E423}"/>
          </ac:spMkLst>
        </pc:spChg>
        <pc:spChg chg="del mod topLvl">
          <ac:chgData name="varitsara monsiri" userId="d21832565e14aca8" providerId="LiveId" clId="{E9DC6723-9FC9-431B-87EA-16B4388A27EF}" dt="2023-06-30T12:25:16.062" v="7847"/>
          <ac:spMkLst>
            <pc:docMk/>
            <pc:sldMk cId="1377701103" sldId="257"/>
            <ac:spMk id="12" creationId="{E97AB710-45B3-4574-9174-BBC3D487908F}"/>
          </ac:spMkLst>
        </pc:spChg>
        <pc:spChg chg="del mod topLvl">
          <ac:chgData name="varitsara monsiri" userId="d21832565e14aca8" providerId="LiveId" clId="{E9DC6723-9FC9-431B-87EA-16B4388A27EF}" dt="2023-06-30T12:25:25.812" v="7851"/>
          <ac:spMkLst>
            <pc:docMk/>
            <pc:sldMk cId="1377701103" sldId="257"/>
            <ac:spMk id="13" creationId="{6AE3D194-E8FA-463D-97D3-D043DF86B8E6}"/>
          </ac:spMkLst>
        </pc:spChg>
        <pc:spChg chg="del mod topLvl">
          <ac:chgData name="varitsara monsiri" userId="d21832565e14aca8" providerId="LiveId" clId="{E9DC6723-9FC9-431B-87EA-16B4388A27EF}" dt="2023-06-30T12:25:34.848" v="7855"/>
          <ac:spMkLst>
            <pc:docMk/>
            <pc:sldMk cId="1377701103" sldId="257"/>
            <ac:spMk id="14" creationId="{6D859DF6-7CA6-488F-BEC9-245985041D49}"/>
          </ac:spMkLst>
        </pc:spChg>
        <pc:spChg chg="del mod topLvl">
          <ac:chgData name="varitsara monsiri" userId="d21832565e14aca8" providerId="LiveId" clId="{E9DC6723-9FC9-431B-87EA-16B4388A27EF}" dt="2023-06-30T12:25:45.220" v="7861"/>
          <ac:spMkLst>
            <pc:docMk/>
            <pc:sldMk cId="1377701103" sldId="257"/>
            <ac:spMk id="15" creationId="{9A043306-94DF-40DF-95DB-FEB1E37425BE}"/>
          </ac:spMkLst>
        </pc:spChg>
        <pc:spChg chg="add del mod">
          <ac:chgData name="varitsara monsiri" userId="d21832565e14aca8" providerId="LiveId" clId="{E9DC6723-9FC9-431B-87EA-16B4388A27EF}" dt="2023-06-30T12:24:13.065" v="7715"/>
          <ac:spMkLst>
            <pc:docMk/>
            <pc:sldMk cId="1377701103" sldId="257"/>
            <ac:spMk id="16" creationId="{C6F93CE4-5EE8-47CB-8EF5-9152C1EC4934}"/>
          </ac:spMkLst>
        </pc:spChg>
        <pc:spChg chg="mod">
          <ac:chgData name="varitsara monsiri" userId="d21832565e14aca8" providerId="LiveId" clId="{E9DC6723-9FC9-431B-87EA-16B4388A27EF}" dt="2023-06-29T11:02:06.414" v="1782" actId="164"/>
          <ac:spMkLst>
            <pc:docMk/>
            <pc:sldMk cId="1377701103" sldId="257"/>
            <ac:spMk id="17" creationId="{2B2C1A9B-0E39-40D7-8A72-8EC3C7178561}"/>
          </ac:spMkLst>
        </pc:spChg>
        <pc:spChg chg="add mod">
          <ac:chgData name="varitsara monsiri" userId="d21832565e14aca8" providerId="LiveId" clId="{E9DC6723-9FC9-431B-87EA-16B4388A27EF}" dt="2023-06-29T11:02:06.414" v="1782" actId="164"/>
          <ac:spMkLst>
            <pc:docMk/>
            <pc:sldMk cId="1377701103" sldId="257"/>
            <ac:spMk id="18" creationId="{022FCA1C-0937-4430-B10B-AB421DC6F016}"/>
          </ac:spMkLst>
        </pc:spChg>
        <pc:spChg chg="add mod">
          <ac:chgData name="varitsara monsiri" userId="d21832565e14aca8" providerId="LiveId" clId="{E9DC6723-9FC9-431B-87EA-16B4388A27EF}" dt="2023-06-29T11:02:06.414" v="1782" actId="164"/>
          <ac:spMkLst>
            <pc:docMk/>
            <pc:sldMk cId="1377701103" sldId="257"/>
            <ac:spMk id="19" creationId="{42E0090E-BE26-4FC0-81AD-5F0A116151C4}"/>
          </ac:spMkLst>
        </pc:spChg>
        <pc:spChg chg="add mod">
          <ac:chgData name="varitsara monsiri" userId="d21832565e14aca8" providerId="LiveId" clId="{E9DC6723-9FC9-431B-87EA-16B4388A27EF}" dt="2023-06-29T11:02:06.414" v="1782" actId="164"/>
          <ac:spMkLst>
            <pc:docMk/>
            <pc:sldMk cId="1377701103" sldId="257"/>
            <ac:spMk id="20" creationId="{96ABAC08-CB28-4CF7-BFE9-68690ED37B9B}"/>
          </ac:spMkLst>
        </pc:spChg>
        <pc:spChg chg="add del mod">
          <ac:chgData name="varitsara monsiri" userId="d21832565e14aca8" providerId="LiveId" clId="{E9DC6723-9FC9-431B-87EA-16B4388A27EF}" dt="2023-06-30T12:24:13.065" v="7715"/>
          <ac:spMkLst>
            <pc:docMk/>
            <pc:sldMk cId="1377701103" sldId="257"/>
            <ac:spMk id="23" creationId="{9D305F26-7A19-417A-938A-7CDB5DCF1C62}"/>
          </ac:spMkLst>
        </pc:spChg>
        <pc:spChg chg="del mod">
          <ac:chgData name="varitsara monsiri" userId="d21832565e14aca8" providerId="LiveId" clId="{E9DC6723-9FC9-431B-87EA-16B4388A27EF}" dt="2023-06-30T12:24:14.922" v="7716" actId="478"/>
          <ac:spMkLst>
            <pc:docMk/>
            <pc:sldMk cId="1377701103" sldId="257"/>
            <ac:spMk id="24" creationId="{802125AE-0882-40A7-9BB3-1D6E5465928C}"/>
          </ac:spMkLst>
        </pc:spChg>
        <pc:spChg chg="mod">
          <ac:chgData name="varitsara monsiri" userId="d21832565e14aca8" providerId="LiveId" clId="{E9DC6723-9FC9-431B-87EA-16B4388A27EF}" dt="2023-06-30T12:24:23.094" v="7719" actId="207"/>
          <ac:spMkLst>
            <pc:docMk/>
            <pc:sldMk cId="1377701103" sldId="257"/>
            <ac:spMk id="25" creationId="{DB52E012-9F9E-4D84-873A-4A22A6895329}"/>
          </ac:spMkLst>
        </pc:spChg>
        <pc:spChg chg="del mod">
          <ac:chgData name="varitsara monsiri" userId="d21832565e14aca8" providerId="LiveId" clId="{E9DC6723-9FC9-431B-87EA-16B4388A27EF}" dt="2023-06-30T12:24:17.443" v="7717" actId="478"/>
          <ac:spMkLst>
            <pc:docMk/>
            <pc:sldMk cId="1377701103" sldId="257"/>
            <ac:spMk id="26" creationId="{F8CEA7E4-59A6-4610-AD81-70A4EEC53B58}"/>
          </ac:spMkLst>
        </pc:spChg>
        <pc:spChg chg="add del mod">
          <ac:chgData name="varitsara monsiri" userId="d21832565e14aca8" providerId="LiveId" clId="{E9DC6723-9FC9-431B-87EA-16B4388A27EF}" dt="2023-06-30T12:25:16.062" v="7847"/>
          <ac:spMkLst>
            <pc:docMk/>
            <pc:sldMk cId="1377701103" sldId="257"/>
            <ac:spMk id="27" creationId="{26B06B8C-3199-47FA-88B7-442AA103D8D8}"/>
          </ac:spMkLst>
        </pc:spChg>
        <pc:spChg chg="mod">
          <ac:chgData name="varitsara monsiri" userId="d21832565e14aca8" providerId="LiveId" clId="{E9DC6723-9FC9-431B-87EA-16B4388A27EF}" dt="2023-06-30T12:25:16.062" v="7847"/>
          <ac:spMkLst>
            <pc:docMk/>
            <pc:sldMk cId="1377701103" sldId="257"/>
            <ac:spMk id="28" creationId="{B5985210-B8E1-4DCC-B63E-35E6EDD33D3A}"/>
          </ac:spMkLst>
        </pc:spChg>
        <pc:spChg chg="add del mod">
          <ac:chgData name="varitsara monsiri" userId="d21832565e14aca8" providerId="LiveId" clId="{E9DC6723-9FC9-431B-87EA-16B4388A27EF}" dt="2023-06-30T12:25:25.812" v="7851"/>
          <ac:spMkLst>
            <pc:docMk/>
            <pc:sldMk cId="1377701103" sldId="257"/>
            <ac:spMk id="29" creationId="{CDD2F5F9-370A-480B-ACD0-D8BD2AB45068}"/>
          </ac:spMkLst>
        </pc:spChg>
        <pc:spChg chg="mod">
          <ac:chgData name="varitsara monsiri" userId="d21832565e14aca8" providerId="LiveId" clId="{E9DC6723-9FC9-431B-87EA-16B4388A27EF}" dt="2023-06-30T12:25:47.460" v="7862" actId="164"/>
          <ac:spMkLst>
            <pc:docMk/>
            <pc:sldMk cId="1377701103" sldId="257"/>
            <ac:spMk id="30" creationId="{2D05276F-59B7-4628-BE37-F2BA293091B2}"/>
          </ac:spMkLst>
        </pc:spChg>
        <pc:spChg chg="add del mod">
          <ac:chgData name="varitsara monsiri" userId="d21832565e14aca8" providerId="LiveId" clId="{E9DC6723-9FC9-431B-87EA-16B4388A27EF}" dt="2023-06-30T12:25:34.848" v="7855"/>
          <ac:spMkLst>
            <pc:docMk/>
            <pc:sldMk cId="1377701103" sldId="257"/>
            <ac:spMk id="31" creationId="{6FABEC6E-F439-4E18-A317-F587042BBC25}"/>
          </ac:spMkLst>
        </pc:spChg>
        <pc:spChg chg="mod">
          <ac:chgData name="varitsara monsiri" userId="d21832565e14aca8" providerId="LiveId" clId="{E9DC6723-9FC9-431B-87EA-16B4388A27EF}" dt="2023-06-30T12:25:47.460" v="7862" actId="164"/>
          <ac:spMkLst>
            <pc:docMk/>
            <pc:sldMk cId="1377701103" sldId="257"/>
            <ac:spMk id="32" creationId="{0EBA2C23-D219-4AF2-9204-0A529F580336}"/>
          </ac:spMkLst>
        </pc:spChg>
        <pc:spChg chg="add del mod">
          <ac:chgData name="varitsara monsiri" userId="d21832565e14aca8" providerId="LiveId" clId="{E9DC6723-9FC9-431B-87EA-16B4388A27EF}" dt="2023-06-30T12:25:45.220" v="7861"/>
          <ac:spMkLst>
            <pc:docMk/>
            <pc:sldMk cId="1377701103" sldId="257"/>
            <ac:spMk id="33" creationId="{6A655420-AC4F-4485-86B6-3FAE74C5BB2D}"/>
          </ac:spMkLst>
        </pc:spChg>
        <pc:spChg chg="add mod">
          <ac:chgData name="varitsara monsiri" userId="d21832565e14aca8" providerId="LiveId" clId="{E9DC6723-9FC9-431B-87EA-16B4388A27EF}" dt="2023-06-30T12:25:41.525" v="7860" actId="571"/>
          <ac:spMkLst>
            <pc:docMk/>
            <pc:sldMk cId="1377701103" sldId="257"/>
            <ac:spMk id="34" creationId="{97CAA1E3-9C0F-4DFD-BD15-FF86FDF9DB8A}"/>
          </ac:spMkLst>
        </pc:spChg>
        <pc:spChg chg="add mod">
          <ac:chgData name="varitsara monsiri" userId="d21832565e14aca8" providerId="LiveId" clId="{E9DC6723-9FC9-431B-87EA-16B4388A27EF}" dt="2023-06-30T12:25:41.525" v="7860" actId="571"/>
          <ac:spMkLst>
            <pc:docMk/>
            <pc:sldMk cId="1377701103" sldId="257"/>
            <ac:spMk id="35" creationId="{FEB3B422-A8AC-4B56-B124-F2664B014A25}"/>
          </ac:spMkLst>
        </pc:spChg>
        <pc:spChg chg="mod">
          <ac:chgData name="varitsara monsiri" userId="d21832565e14aca8" providerId="LiveId" clId="{E9DC6723-9FC9-431B-87EA-16B4388A27EF}" dt="2023-06-30T12:25:47.460" v="7862" actId="164"/>
          <ac:spMkLst>
            <pc:docMk/>
            <pc:sldMk cId="1377701103" sldId="257"/>
            <ac:spMk id="36" creationId="{1DE73DE2-C3C9-4951-AC51-0E7B4E8C9CFE}"/>
          </ac:spMkLst>
        </pc:spChg>
        <pc:grpChg chg="add del mod">
          <ac:chgData name="varitsara monsiri" userId="d21832565e14aca8" providerId="LiveId" clId="{E9DC6723-9FC9-431B-87EA-16B4388A27EF}" dt="2023-06-30T12:25:07.388" v="7846" actId="165"/>
          <ac:grpSpMkLst>
            <pc:docMk/>
            <pc:sldMk cId="1377701103" sldId="257"/>
            <ac:grpSpMk id="11" creationId="{1E337CC9-B345-4800-AEFD-E6548D37EE2A}"/>
          </ac:grpSpMkLst>
        </pc:grpChg>
        <pc:grpChg chg="add mod">
          <ac:chgData name="varitsara monsiri" userId="d21832565e14aca8" providerId="LiveId" clId="{E9DC6723-9FC9-431B-87EA-16B4388A27EF}" dt="2023-06-29T11:02:06.414" v="1782" actId="164"/>
          <ac:grpSpMkLst>
            <pc:docMk/>
            <pc:sldMk cId="1377701103" sldId="257"/>
            <ac:grpSpMk id="22" creationId="{5A098D1F-BCAF-49C7-96F0-C028E0F74AF9}"/>
          </ac:grpSpMkLst>
        </pc:grpChg>
        <pc:grpChg chg="add mod">
          <ac:chgData name="varitsara monsiri" userId="d21832565e14aca8" providerId="LiveId" clId="{E9DC6723-9FC9-431B-87EA-16B4388A27EF}" dt="2023-06-30T12:25:47.460" v="7862" actId="164"/>
          <ac:grpSpMkLst>
            <pc:docMk/>
            <pc:sldMk cId="1377701103" sldId="257"/>
            <ac:grpSpMk id="37" creationId="{C1BE5856-69EF-4C3F-891A-358B53CB4002}"/>
          </ac:grpSpMkLst>
        </pc:grpChg>
        <pc:picChg chg="add del mod">
          <ac:chgData name="varitsara monsiri" userId="d21832565e14aca8" providerId="LiveId" clId="{E9DC6723-9FC9-431B-87EA-16B4388A27EF}" dt="2023-06-29T11:00:36.369" v="1765" actId="27803"/>
          <ac:picMkLst>
            <pc:docMk/>
            <pc:sldMk cId="1377701103" sldId="257"/>
            <ac:picMk id="16" creationId="{2B2C1A9B-0E39-40D7-8A72-8EC3C7178561}"/>
          </ac:picMkLst>
        </pc:picChg>
        <pc:cxnChg chg="add mod ord">
          <ac:chgData name="varitsara monsiri" userId="d21832565e14aca8" providerId="LiveId" clId="{E9DC6723-9FC9-431B-87EA-16B4388A27EF}" dt="2023-06-29T11:02:06.414" v="1782" actId="164"/>
          <ac:cxnSpMkLst>
            <pc:docMk/>
            <pc:sldMk cId="1377701103" sldId="257"/>
            <ac:cxnSpMk id="21" creationId="{B2DFED19-27DE-4B05-9C4E-A06CCA0AC163}"/>
          </ac:cxnSpMkLst>
        </pc:cxnChg>
      </pc:sldChg>
      <pc:sldChg chg="addSp delSp modSp new mod modClrScheme chgLayout">
        <pc:chgData name="varitsara monsiri" userId="d21832565e14aca8" providerId="LiveId" clId="{E9DC6723-9FC9-431B-87EA-16B4388A27EF}" dt="2023-06-30T12:23:49.489" v="7711" actId="164"/>
        <pc:sldMkLst>
          <pc:docMk/>
          <pc:sldMk cId="3549395670" sldId="258"/>
        </pc:sldMkLst>
        <pc:spChg chg="del mod topLvl">
          <ac:chgData name="varitsara monsiri" userId="d21832565e14aca8" providerId="LiveId" clId="{E9DC6723-9FC9-431B-87EA-16B4388A27EF}" dt="2023-06-30T12:23:16.032" v="7698"/>
          <ac:spMkLst>
            <pc:docMk/>
            <pc:sldMk cId="3549395670" sldId="258"/>
            <ac:spMk id="7" creationId="{6B88CF24-0175-4BED-B694-6385AA56F243}"/>
          </ac:spMkLst>
        </pc:spChg>
        <pc:spChg chg="del mod topLvl">
          <ac:chgData name="varitsara monsiri" userId="d21832565e14aca8" providerId="LiveId" clId="{E9DC6723-9FC9-431B-87EA-16B4388A27EF}" dt="2023-06-30T12:23:24.740" v="7702"/>
          <ac:spMkLst>
            <pc:docMk/>
            <pc:sldMk cId="3549395670" sldId="258"/>
            <ac:spMk id="8" creationId="{C99596DE-1BBC-458C-AF01-C3AEA8144D00}"/>
          </ac:spMkLst>
        </pc:spChg>
        <pc:spChg chg="del mod topLvl">
          <ac:chgData name="varitsara monsiri" userId="d21832565e14aca8" providerId="LiveId" clId="{E9DC6723-9FC9-431B-87EA-16B4388A27EF}" dt="2023-06-30T12:23:34.056" v="7706"/>
          <ac:spMkLst>
            <pc:docMk/>
            <pc:sldMk cId="3549395670" sldId="258"/>
            <ac:spMk id="9" creationId="{A5D4D04A-EC00-469D-93A4-28B389B1A34B}"/>
          </ac:spMkLst>
        </pc:spChg>
        <pc:spChg chg="del mod topLvl">
          <ac:chgData name="varitsara monsiri" userId="d21832565e14aca8" providerId="LiveId" clId="{E9DC6723-9FC9-431B-87EA-16B4388A27EF}" dt="2023-06-30T12:23:43.421" v="7710"/>
          <ac:spMkLst>
            <pc:docMk/>
            <pc:sldMk cId="3549395670" sldId="258"/>
            <ac:spMk id="10" creationId="{0AD1DF1A-16CB-43CA-BEC9-3C6F82EF838F}"/>
          </ac:spMkLst>
        </pc:spChg>
        <pc:spChg chg="add del mod ord">
          <ac:chgData name="varitsara monsiri" userId="d21832565e14aca8" providerId="LiveId" clId="{E9DC6723-9FC9-431B-87EA-16B4388A27EF}" dt="2023-06-29T10:52:51.206" v="1664" actId="478"/>
          <ac:spMkLst>
            <pc:docMk/>
            <pc:sldMk cId="3549395670" sldId="258"/>
            <ac:spMk id="12" creationId="{A27E5809-EC0D-4EA4-8569-3908D4FB0E15}"/>
          </ac:spMkLst>
        </pc:spChg>
        <pc:spChg chg="add del mod ord">
          <ac:chgData name="varitsara monsiri" userId="d21832565e14aca8" providerId="LiveId" clId="{E9DC6723-9FC9-431B-87EA-16B4388A27EF}" dt="2023-06-29T11:22:51.066" v="1864" actId="931"/>
          <ac:spMkLst>
            <pc:docMk/>
            <pc:sldMk cId="3549395670" sldId="258"/>
            <ac:spMk id="15" creationId="{C210A646-3122-417C-97B4-FEF599646440}"/>
          </ac:spMkLst>
        </pc:spChg>
        <pc:spChg chg="add mod ord">
          <ac:chgData name="varitsara monsiri" userId="d21832565e14aca8" providerId="LiveId" clId="{E9DC6723-9FC9-431B-87EA-16B4388A27EF}" dt="2023-06-29T11:21:48.037" v="1858" actId="20577"/>
          <ac:spMkLst>
            <pc:docMk/>
            <pc:sldMk cId="3549395670" sldId="258"/>
            <ac:spMk id="16" creationId="{4C986B7F-8247-4118-AE76-F2E562D86607}"/>
          </ac:spMkLst>
        </pc:spChg>
        <pc:spChg chg="add mod ord">
          <ac:chgData name="varitsara monsiri" userId="d21832565e14aca8" providerId="LiveId" clId="{E9DC6723-9FC9-431B-87EA-16B4388A27EF}" dt="2023-06-29T11:21:31.050" v="1854" actId="20577"/>
          <ac:spMkLst>
            <pc:docMk/>
            <pc:sldMk cId="3549395670" sldId="258"/>
            <ac:spMk id="17" creationId="{AC4E4EF1-D46B-4AA4-8E5E-298E2BE2AEC3}"/>
          </ac:spMkLst>
        </pc:spChg>
        <pc:spChg chg="add mod ord">
          <ac:chgData name="varitsara monsiri" userId="d21832565e14aca8" providerId="LiveId" clId="{E9DC6723-9FC9-431B-87EA-16B4388A27EF}" dt="2023-06-29T11:21:40.048" v="1856" actId="20577"/>
          <ac:spMkLst>
            <pc:docMk/>
            <pc:sldMk cId="3549395670" sldId="258"/>
            <ac:spMk id="18" creationId="{44FCE925-77D5-4C4C-B098-F55BA4C7C4A1}"/>
          </ac:spMkLst>
        </pc:spChg>
        <pc:spChg chg="add mod">
          <ac:chgData name="varitsara monsiri" userId="d21832565e14aca8" providerId="LiveId" clId="{E9DC6723-9FC9-431B-87EA-16B4388A27EF}" dt="2023-06-29T11:25:49.933" v="1906" actId="164"/>
          <ac:spMkLst>
            <pc:docMk/>
            <pc:sldMk cId="3549395670" sldId="258"/>
            <ac:spMk id="19" creationId="{181A919D-B240-4840-BD24-FAC423991F53}"/>
          </ac:spMkLst>
        </pc:spChg>
        <pc:spChg chg="mod">
          <ac:chgData name="varitsara monsiri" userId="d21832565e14aca8" providerId="LiveId" clId="{E9DC6723-9FC9-431B-87EA-16B4388A27EF}" dt="2023-06-29T11:25:45.133" v="1905" actId="207"/>
          <ac:spMkLst>
            <pc:docMk/>
            <pc:sldMk cId="3549395670" sldId="258"/>
            <ac:spMk id="23" creationId="{1B5D15F9-D805-4D8F-AD8D-2FB5C7D50ED2}"/>
          </ac:spMkLst>
        </pc:spChg>
        <pc:spChg chg="mod">
          <ac:chgData name="varitsara monsiri" userId="d21832565e14aca8" providerId="LiveId" clId="{E9DC6723-9FC9-431B-87EA-16B4388A27EF}" dt="2023-06-29T11:25:45.133" v="1905" actId="207"/>
          <ac:spMkLst>
            <pc:docMk/>
            <pc:sldMk cId="3549395670" sldId="258"/>
            <ac:spMk id="24" creationId="{E027E803-4150-4293-9B35-72B3BFA87DFB}"/>
          </ac:spMkLst>
        </pc:spChg>
        <pc:spChg chg="mod">
          <ac:chgData name="varitsara monsiri" userId="d21832565e14aca8" providerId="LiveId" clId="{E9DC6723-9FC9-431B-87EA-16B4388A27EF}" dt="2023-06-29T11:25:45.133" v="1905" actId="207"/>
          <ac:spMkLst>
            <pc:docMk/>
            <pc:sldMk cId="3549395670" sldId="258"/>
            <ac:spMk id="25" creationId="{47BA4EA8-612C-4429-8E98-C52C61027D99}"/>
          </ac:spMkLst>
        </pc:spChg>
        <pc:spChg chg="mod">
          <ac:chgData name="varitsara monsiri" userId="d21832565e14aca8" providerId="LiveId" clId="{E9DC6723-9FC9-431B-87EA-16B4388A27EF}" dt="2023-06-29T11:25:45.133" v="1905" actId="207"/>
          <ac:spMkLst>
            <pc:docMk/>
            <pc:sldMk cId="3549395670" sldId="258"/>
            <ac:spMk id="26" creationId="{B43F757A-4FDB-4D5D-A908-D4F6E459D82A}"/>
          </ac:spMkLst>
        </pc:spChg>
        <pc:spChg chg="mod">
          <ac:chgData name="varitsara monsiri" userId="d21832565e14aca8" providerId="LiveId" clId="{E9DC6723-9FC9-431B-87EA-16B4388A27EF}" dt="2023-06-29T11:25:45.133" v="1905" actId="207"/>
          <ac:spMkLst>
            <pc:docMk/>
            <pc:sldMk cId="3549395670" sldId="258"/>
            <ac:spMk id="27" creationId="{B2C0DB76-44D2-4202-9ED6-60EFBF226301}"/>
          </ac:spMkLst>
        </pc:spChg>
        <pc:spChg chg="mod">
          <ac:chgData name="varitsara monsiri" userId="d21832565e14aca8" providerId="LiveId" clId="{E9DC6723-9FC9-431B-87EA-16B4388A27EF}" dt="2023-06-29T11:25:45.133" v="1905" actId="207"/>
          <ac:spMkLst>
            <pc:docMk/>
            <pc:sldMk cId="3549395670" sldId="258"/>
            <ac:spMk id="28" creationId="{DCEC94A7-1DD9-489C-B390-91723675E25C}"/>
          </ac:spMkLst>
        </pc:spChg>
        <pc:spChg chg="mod">
          <ac:chgData name="varitsara monsiri" userId="d21832565e14aca8" providerId="LiveId" clId="{E9DC6723-9FC9-431B-87EA-16B4388A27EF}" dt="2023-06-29T11:25:45.133" v="1905" actId="207"/>
          <ac:spMkLst>
            <pc:docMk/>
            <pc:sldMk cId="3549395670" sldId="258"/>
            <ac:spMk id="29" creationId="{81AA1A20-15D5-4C08-9F30-EBCC02023BFC}"/>
          </ac:spMkLst>
        </pc:spChg>
        <pc:spChg chg="mod">
          <ac:chgData name="varitsara monsiri" userId="d21832565e14aca8" providerId="LiveId" clId="{E9DC6723-9FC9-431B-87EA-16B4388A27EF}" dt="2023-06-29T11:25:45.133" v="1905" actId="207"/>
          <ac:spMkLst>
            <pc:docMk/>
            <pc:sldMk cId="3549395670" sldId="258"/>
            <ac:spMk id="30" creationId="{85E9404D-6214-4F17-8E2E-7000248C0807}"/>
          </ac:spMkLst>
        </pc:spChg>
        <pc:spChg chg="mod">
          <ac:chgData name="varitsara monsiri" userId="d21832565e14aca8" providerId="LiveId" clId="{E9DC6723-9FC9-431B-87EA-16B4388A27EF}" dt="2023-06-29T11:25:45.133" v="1905" actId="207"/>
          <ac:spMkLst>
            <pc:docMk/>
            <pc:sldMk cId="3549395670" sldId="258"/>
            <ac:spMk id="31" creationId="{17D7DEA6-DAFB-4105-B3A5-25147A135FD7}"/>
          </ac:spMkLst>
        </pc:spChg>
        <pc:spChg chg="mod">
          <ac:chgData name="varitsara monsiri" userId="d21832565e14aca8" providerId="LiveId" clId="{E9DC6723-9FC9-431B-87EA-16B4388A27EF}" dt="2023-06-29T11:25:45.133" v="1905" actId="207"/>
          <ac:spMkLst>
            <pc:docMk/>
            <pc:sldMk cId="3549395670" sldId="258"/>
            <ac:spMk id="33" creationId="{394AD190-33EF-4307-85BA-661B42AEFF1F}"/>
          </ac:spMkLst>
        </pc:spChg>
        <pc:spChg chg="mod">
          <ac:chgData name="varitsara monsiri" userId="d21832565e14aca8" providerId="LiveId" clId="{E9DC6723-9FC9-431B-87EA-16B4388A27EF}" dt="2023-06-29T11:25:45.133" v="1905" actId="207"/>
          <ac:spMkLst>
            <pc:docMk/>
            <pc:sldMk cId="3549395670" sldId="258"/>
            <ac:spMk id="34" creationId="{129AAA3D-7474-4E94-8950-792A3099688E}"/>
          </ac:spMkLst>
        </pc:spChg>
        <pc:spChg chg="mod">
          <ac:chgData name="varitsara monsiri" userId="d21832565e14aca8" providerId="LiveId" clId="{E9DC6723-9FC9-431B-87EA-16B4388A27EF}" dt="2023-06-29T11:25:45.133" v="1905" actId="207"/>
          <ac:spMkLst>
            <pc:docMk/>
            <pc:sldMk cId="3549395670" sldId="258"/>
            <ac:spMk id="35" creationId="{D137DD67-FB16-4C97-9627-A301C8617B1B}"/>
          </ac:spMkLst>
        </pc:spChg>
        <pc:spChg chg="add mod">
          <ac:chgData name="varitsara monsiri" userId="d21832565e14aca8" providerId="LiveId" clId="{E9DC6723-9FC9-431B-87EA-16B4388A27EF}" dt="2023-06-29T11:25:45.133" v="1905" actId="207"/>
          <ac:spMkLst>
            <pc:docMk/>
            <pc:sldMk cId="3549395670" sldId="258"/>
            <ac:spMk id="36" creationId="{4C2C96E0-7AD0-41C3-B242-86F4C02EC1B1}"/>
          </ac:spMkLst>
        </pc:spChg>
        <pc:spChg chg="add del mod">
          <ac:chgData name="varitsara monsiri" userId="d21832565e14aca8" providerId="LiveId" clId="{E9DC6723-9FC9-431B-87EA-16B4388A27EF}" dt="2023-06-30T12:23:16.032" v="7698"/>
          <ac:spMkLst>
            <pc:docMk/>
            <pc:sldMk cId="3549395670" sldId="258"/>
            <ac:spMk id="39" creationId="{72E685B9-4556-43E9-A234-F2F724113BFF}"/>
          </ac:spMkLst>
        </pc:spChg>
        <pc:spChg chg="mod">
          <ac:chgData name="varitsara monsiri" userId="d21832565e14aca8" providerId="LiveId" clId="{E9DC6723-9FC9-431B-87EA-16B4388A27EF}" dt="2023-06-30T12:23:49.489" v="7711" actId="164"/>
          <ac:spMkLst>
            <pc:docMk/>
            <pc:sldMk cId="3549395670" sldId="258"/>
            <ac:spMk id="40" creationId="{7D08B126-5321-4C7F-B09B-177C6FC78B06}"/>
          </ac:spMkLst>
        </pc:spChg>
        <pc:spChg chg="add del mod">
          <ac:chgData name="varitsara monsiri" userId="d21832565e14aca8" providerId="LiveId" clId="{E9DC6723-9FC9-431B-87EA-16B4388A27EF}" dt="2023-06-30T12:23:24.740" v="7702"/>
          <ac:spMkLst>
            <pc:docMk/>
            <pc:sldMk cId="3549395670" sldId="258"/>
            <ac:spMk id="41" creationId="{93CF9778-6A1C-4CB6-991D-27646B6EA3DA}"/>
          </ac:spMkLst>
        </pc:spChg>
        <pc:spChg chg="mod">
          <ac:chgData name="varitsara monsiri" userId="d21832565e14aca8" providerId="LiveId" clId="{E9DC6723-9FC9-431B-87EA-16B4388A27EF}" dt="2023-06-30T12:23:49.489" v="7711" actId="164"/>
          <ac:spMkLst>
            <pc:docMk/>
            <pc:sldMk cId="3549395670" sldId="258"/>
            <ac:spMk id="42" creationId="{BB9CDD00-60A1-45BC-990F-487D6C5A1A5D}"/>
          </ac:spMkLst>
        </pc:spChg>
        <pc:spChg chg="add del mod">
          <ac:chgData name="varitsara monsiri" userId="d21832565e14aca8" providerId="LiveId" clId="{E9DC6723-9FC9-431B-87EA-16B4388A27EF}" dt="2023-06-30T12:23:34.056" v="7706"/>
          <ac:spMkLst>
            <pc:docMk/>
            <pc:sldMk cId="3549395670" sldId="258"/>
            <ac:spMk id="43" creationId="{8F1FCF9F-0675-4DB5-93DF-66903D319598}"/>
          </ac:spMkLst>
        </pc:spChg>
        <pc:spChg chg="mod">
          <ac:chgData name="varitsara monsiri" userId="d21832565e14aca8" providerId="LiveId" clId="{E9DC6723-9FC9-431B-87EA-16B4388A27EF}" dt="2023-06-30T12:23:49.489" v="7711" actId="164"/>
          <ac:spMkLst>
            <pc:docMk/>
            <pc:sldMk cId="3549395670" sldId="258"/>
            <ac:spMk id="44" creationId="{71DDF83C-26F9-49E1-869F-9605BA232B94}"/>
          </ac:spMkLst>
        </pc:spChg>
        <pc:spChg chg="add del mod">
          <ac:chgData name="varitsara monsiri" userId="d21832565e14aca8" providerId="LiveId" clId="{E9DC6723-9FC9-431B-87EA-16B4388A27EF}" dt="2023-06-30T12:23:43.421" v="7710"/>
          <ac:spMkLst>
            <pc:docMk/>
            <pc:sldMk cId="3549395670" sldId="258"/>
            <ac:spMk id="45" creationId="{CEC9593D-26AC-4D9D-9615-EBDA939BB240}"/>
          </ac:spMkLst>
        </pc:spChg>
        <pc:spChg chg="mod">
          <ac:chgData name="varitsara monsiri" userId="d21832565e14aca8" providerId="LiveId" clId="{E9DC6723-9FC9-431B-87EA-16B4388A27EF}" dt="2023-06-30T12:23:49.489" v="7711" actId="164"/>
          <ac:spMkLst>
            <pc:docMk/>
            <pc:sldMk cId="3549395670" sldId="258"/>
            <ac:spMk id="46" creationId="{2E81F23E-3FD5-4D3E-A20F-6AE69E30AE92}"/>
          </ac:spMkLst>
        </pc:spChg>
        <pc:grpChg chg="add mod">
          <ac:chgData name="varitsara monsiri" userId="d21832565e14aca8" providerId="LiveId" clId="{E9DC6723-9FC9-431B-87EA-16B4388A27EF}" dt="2023-06-30T12:23:49.489" v="7711" actId="164"/>
          <ac:grpSpMkLst>
            <pc:docMk/>
            <pc:sldMk cId="3549395670" sldId="258"/>
            <ac:grpSpMk id="2" creationId="{FC4FE667-A331-4901-A6C6-C7935973BD1A}"/>
          </ac:grpSpMkLst>
        </pc:grpChg>
        <pc:grpChg chg="del mod">
          <ac:chgData name="varitsara monsiri" userId="d21832565e14aca8" providerId="LiveId" clId="{E9DC6723-9FC9-431B-87EA-16B4388A27EF}" dt="2023-06-29T10:46:20.477" v="1308" actId="27803"/>
          <ac:grpSpMkLst>
            <pc:docMk/>
            <pc:sldMk cId="3549395670" sldId="258"/>
            <ac:grpSpMk id="6" creationId="{BD58E427-C626-486E-8407-16515739E46C}"/>
          </ac:grpSpMkLst>
        </pc:grpChg>
        <pc:grpChg chg="add del mod">
          <ac:chgData name="varitsara monsiri" userId="d21832565e14aca8" providerId="LiveId" clId="{E9DC6723-9FC9-431B-87EA-16B4388A27EF}" dt="2023-06-30T12:23:08.410" v="7697" actId="165"/>
          <ac:grpSpMkLst>
            <pc:docMk/>
            <pc:sldMk cId="3549395670" sldId="258"/>
            <ac:grpSpMk id="11" creationId="{727BD9C3-CC9B-4BF6-885B-D442EAD08A63}"/>
          </ac:grpSpMkLst>
        </pc:grpChg>
        <pc:grpChg chg="add mod">
          <ac:chgData name="varitsara monsiri" userId="d21832565e14aca8" providerId="LiveId" clId="{E9DC6723-9FC9-431B-87EA-16B4388A27EF}" dt="2023-06-29T11:25:45.133" v="1905" actId="207"/>
          <ac:grpSpMkLst>
            <pc:docMk/>
            <pc:sldMk cId="3549395670" sldId="258"/>
            <ac:grpSpMk id="22" creationId="{0A1775C1-7D90-4D17-80E1-840E3AA6CBC2}"/>
          </ac:grpSpMkLst>
        </pc:grpChg>
        <pc:grpChg chg="add mod">
          <ac:chgData name="varitsara monsiri" userId="d21832565e14aca8" providerId="LiveId" clId="{E9DC6723-9FC9-431B-87EA-16B4388A27EF}" dt="2023-06-29T11:25:45.133" v="1905" actId="207"/>
          <ac:grpSpMkLst>
            <pc:docMk/>
            <pc:sldMk cId="3549395670" sldId="258"/>
            <ac:grpSpMk id="32" creationId="{E1AF87CF-C98A-49B1-BBD7-F321D51A23F9}"/>
          </ac:grpSpMkLst>
        </pc:grpChg>
        <pc:grpChg chg="add mod">
          <ac:chgData name="varitsara monsiri" userId="d21832565e14aca8" providerId="LiveId" clId="{E9DC6723-9FC9-431B-87EA-16B4388A27EF}" dt="2023-06-29T11:25:49.933" v="1906" actId="164"/>
          <ac:grpSpMkLst>
            <pc:docMk/>
            <pc:sldMk cId="3549395670" sldId="258"/>
            <ac:grpSpMk id="37" creationId="{A8E94980-C57E-445B-A4BA-E0020388DDED}"/>
          </ac:grpSpMkLst>
        </pc:grpChg>
        <pc:grpChg chg="add mod">
          <ac:chgData name="varitsara monsiri" userId="d21832565e14aca8" providerId="LiveId" clId="{E9DC6723-9FC9-431B-87EA-16B4388A27EF}" dt="2023-06-29T11:25:49.933" v="1906" actId="164"/>
          <ac:grpSpMkLst>
            <pc:docMk/>
            <pc:sldMk cId="3549395670" sldId="258"/>
            <ac:grpSpMk id="38" creationId="{A9484B77-D1A9-4A5E-A5C4-248A889FDC91}"/>
          </ac:grpSpMkLst>
        </pc:grpChg>
        <pc:picChg chg="add del mod">
          <ac:chgData name="varitsara monsiri" userId="d21832565e14aca8" providerId="LiveId" clId="{E9DC6723-9FC9-431B-87EA-16B4388A27EF}" dt="2023-06-29T10:14:32.852" v="608" actId="21"/>
          <ac:picMkLst>
            <pc:docMk/>
            <pc:sldMk cId="3549395670" sldId="258"/>
            <ac:picMk id="3" creationId="{87384866-B55A-465F-8825-30F87D2F893C}"/>
          </ac:picMkLst>
        </pc:picChg>
        <pc:picChg chg="add del">
          <ac:chgData name="varitsara monsiri" userId="d21832565e14aca8" providerId="LiveId" clId="{E9DC6723-9FC9-431B-87EA-16B4388A27EF}" dt="2023-06-29T10:46:20.477" v="1308" actId="27803"/>
          <ac:picMkLst>
            <pc:docMk/>
            <pc:sldMk cId="3549395670" sldId="258"/>
            <ac:picMk id="5" creationId="{033A4842-0AFC-4123-87D2-4A48DF77A91B}"/>
          </ac:picMkLst>
        </pc:picChg>
        <pc:picChg chg="add del mod">
          <ac:chgData name="varitsara monsiri" userId="d21832565e14aca8" providerId="LiveId" clId="{E9DC6723-9FC9-431B-87EA-16B4388A27EF}" dt="2023-06-29T11:19:00.038" v="1807" actId="21"/>
          <ac:picMkLst>
            <pc:docMk/>
            <pc:sldMk cId="3549395670" sldId="258"/>
            <ac:picMk id="14" creationId="{D6B8A367-743D-4846-B1FC-FFB5E46E6B8E}"/>
          </ac:picMkLst>
        </pc:picChg>
        <pc:picChg chg="add mod modCrop">
          <ac:chgData name="varitsara monsiri" userId="d21832565e14aca8" providerId="LiveId" clId="{E9DC6723-9FC9-431B-87EA-16B4388A27EF}" dt="2023-06-29T11:23:11.334" v="1867"/>
          <ac:picMkLst>
            <pc:docMk/>
            <pc:sldMk cId="3549395670" sldId="258"/>
            <ac:picMk id="21" creationId="{D1DCA023-8A47-41FC-AF30-DA77F03F0498}"/>
          </ac:picMkLst>
        </pc:picChg>
      </pc:sldChg>
      <pc:sldChg chg="addSp modSp new mod modClrScheme chgLayout">
        <pc:chgData name="varitsara monsiri" userId="d21832565e14aca8" providerId="LiveId" clId="{E9DC6723-9FC9-431B-87EA-16B4388A27EF}" dt="2023-06-29T10:11:35.162" v="604" actId="1037"/>
        <pc:sldMkLst>
          <pc:docMk/>
          <pc:sldMk cId="694872359" sldId="259"/>
        </pc:sldMkLst>
        <pc:spChg chg="add mod">
          <ac:chgData name="varitsara monsiri" userId="d21832565e14aca8" providerId="LiveId" clId="{E9DC6723-9FC9-431B-87EA-16B4388A27EF}" dt="2023-06-29T09:53:49.802" v="366" actId="2085"/>
          <ac:spMkLst>
            <pc:docMk/>
            <pc:sldMk cId="694872359" sldId="259"/>
            <ac:spMk id="2" creationId="{56E1254E-F731-4C3D-B0F6-3DB96379FC06}"/>
          </ac:spMkLst>
        </pc:spChg>
        <pc:spChg chg="add mod ord">
          <ac:chgData name="varitsara monsiri" userId="d21832565e14aca8" providerId="LiveId" clId="{E9DC6723-9FC9-431B-87EA-16B4388A27EF}" dt="2023-06-29T10:06:00.294" v="534" actId="700"/>
          <ac:spMkLst>
            <pc:docMk/>
            <pc:sldMk cId="694872359" sldId="259"/>
            <ac:spMk id="3" creationId="{656655C0-6D16-43E4-909B-F1642BF8379A}"/>
          </ac:spMkLst>
        </pc:spChg>
        <pc:spChg chg="add mod ord">
          <ac:chgData name="varitsara monsiri" userId="d21832565e14aca8" providerId="LiveId" clId="{E9DC6723-9FC9-431B-87EA-16B4388A27EF}" dt="2023-06-29T10:06:00.294" v="534" actId="700"/>
          <ac:spMkLst>
            <pc:docMk/>
            <pc:sldMk cId="694872359" sldId="259"/>
            <ac:spMk id="4" creationId="{049618DA-BC8F-4AAE-A713-339ED15D7F6B}"/>
          </ac:spMkLst>
        </pc:spChg>
        <pc:spChg chg="add mod ord">
          <ac:chgData name="varitsara monsiri" userId="d21832565e14aca8" providerId="LiveId" clId="{E9DC6723-9FC9-431B-87EA-16B4388A27EF}" dt="2023-06-29T10:06:00.294" v="534" actId="700"/>
          <ac:spMkLst>
            <pc:docMk/>
            <pc:sldMk cId="694872359" sldId="259"/>
            <ac:spMk id="5" creationId="{EA228F52-FF4C-44D2-95DC-8614BBE831FD}"/>
          </ac:spMkLst>
        </pc:spChg>
        <pc:spChg chg="add mod ord">
          <ac:chgData name="varitsara monsiri" userId="d21832565e14aca8" providerId="LiveId" clId="{E9DC6723-9FC9-431B-87EA-16B4388A27EF}" dt="2023-06-29T10:06:00.294" v="534" actId="700"/>
          <ac:spMkLst>
            <pc:docMk/>
            <pc:sldMk cId="694872359" sldId="259"/>
            <ac:spMk id="6" creationId="{66E6326C-ADDF-453E-AD20-E687B172EDA1}"/>
          </ac:spMkLst>
        </pc:spChg>
        <pc:spChg chg="add mod ord">
          <ac:chgData name="varitsara monsiri" userId="d21832565e14aca8" providerId="LiveId" clId="{E9DC6723-9FC9-431B-87EA-16B4388A27EF}" dt="2023-06-29T10:06:00.294" v="534" actId="700"/>
          <ac:spMkLst>
            <pc:docMk/>
            <pc:sldMk cId="694872359" sldId="259"/>
            <ac:spMk id="7" creationId="{1358E827-6E06-4037-8840-B419E7EB6148}"/>
          </ac:spMkLst>
        </pc:spChg>
        <pc:spChg chg="add mod ord">
          <ac:chgData name="varitsara monsiri" userId="d21832565e14aca8" providerId="LiveId" clId="{E9DC6723-9FC9-431B-87EA-16B4388A27EF}" dt="2023-06-29T10:06:00.294" v="534" actId="700"/>
          <ac:spMkLst>
            <pc:docMk/>
            <pc:sldMk cId="694872359" sldId="259"/>
            <ac:spMk id="8" creationId="{02CB1198-CE3D-4ACF-995B-E2AD2DBA19F8}"/>
          </ac:spMkLst>
        </pc:spChg>
        <pc:spChg chg="add mod ord">
          <ac:chgData name="varitsara monsiri" userId="d21832565e14aca8" providerId="LiveId" clId="{E9DC6723-9FC9-431B-87EA-16B4388A27EF}" dt="2023-06-29T10:06:00.294" v="534" actId="700"/>
          <ac:spMkLst>
            <pc:docMk/>
            <pc:sldMk cId="694872359" sldId="259"/>
            <ac:spMk id="11" creationId="{FB6DD40F-1354-4582-BCD1-2D87866B05D9}"/>
          </ac:spMkLst>
        </pc:spChg>
        <pc:spChg chg="add mod ord">
          <ac:chgData name="varitsara monsiri" userId="d21832565e14aca8" providerId="LiveId" clId="{E9DC6723-9FC9-431B-87EA-16B4388A27EF}" dt="2023-06-29T10:06:00.294" v="534" actId="700"/>
          <ac:spMkLst>
            <pc:docMk/>
            <pc:sldMk cId="694872359" sldId="259"/>
            <ac:spMk id="12" creationId="{65953C00-E4DA-44BC-83B9-86CAF58D76A7}"/>
          </ac:spMkLst>
        </pc:spChg>
        <pc:spChg chg="add mod ord">
          <ac:chgData name="varitsara monsiri" userId="d21832565e14aca8" providerId="LiveId" clId="{E9DC6723-9FC9-431B-87EA-16B4388A27EF}" dt="2023-06-29T10:06:10.184" v="536" actId="20577"/>
          <ac:spMkLst>
            <pc:docMk/>
            <pc:sldMk cId="694872359" sldId="259"/>
            <ac:spMk id="13" creationId="{5A479789-EF12-4ADC-8BA2-FF151E5533ED}"/>
          </ac:spMkLst>
        </pc:spChg>
        <pc:spChg chg="add mod">
          <ac:chgData name="varitsara monsiri" userId="d21832565e14aca8" providerId="LiveId" clId="{E9DC6723-9FC9-431B-87EA-16B4388A27EF}" dt="2023-06-29T10:06:35.768" v="546" actId="2085"/>
          <ac:spMkLst>
            <pc:docMk/>
            <pc:sldMk cId="694872359" sldId="259"/>
            <ac:spMk id="14" creationId="{F5F98721-F337-4C23-ABB3-77B6F18ABE96}"/>
          </ac:spMkLst>
        </pc:spChg>
        <pc:spChg chg="add mod">
          <ac:chgData name="varitsara monsiri" userId="d21832565e14aca8" providerId="LiveId" clId="{E9DC6723-9FC9-431B-87EA-16B4388A27EF}" dt="2023-06-29T10:08:54.141" v="574" actId="1036"/>
          <ac:spMkLst>
            <pc:docMk/>
            <pc:sldMk cId="694872359" sldId="259"/>
            <ac:spMk id="15" creationId="{8BE7B348-4922-46D2-948A-849A747A9AB6}"/>
          </ac:spMkLst>
        </pc:spChg>
        <pc:spChg chg="mod">
          <ac:chgData name="varitsara monsiri" userId="d21832565e14aca8" providerId="LiveId" clId="{E9DC6723-9FC9-431B-87EA-16B4388A27EF}" dt="2023-06-29T10:10:16.672" v="582" actId="207"/>
          <ac:spMkLst>
            <pc:docMk/>
            <pc:sldMk cId="694872359" sldId="259"/>
            <ac:spMk id="17" creationId="{D7D079B4-0BA6-4AED-8CB6-3793865D09FB}"/>
          </ac:spMkLst>
        </pc:spChg>
        <pc:spChg chg="mod">
          <ac:chgData name="varitsara monsiri" userId="d21832565e14aca8" providerId="LiveId" clId="{E9DC6723-9FC9-431B-87EA-16B4388A27EF}" dt="2023-06-29T10:10:16.672" v="582" actId="207"/>
          <ac:spMkLst>
            <pc:docMk/>
            <pc:sldMk cId="694872359" sldId="259"/>
            <ac:spMk id="18" creationId="{6B03D3DC-06EF-4391-9D60-6CC5C67A756B}"/>
          </ac:spMkLst>
        </pc:spChg>
        <pc:spChg chg="mod">
          <ac:chgData name="varitsara monsiri" userId="d21832565e14aca8" providerId="LiveId" clId="{E9DC6723-9FC9-431B-87EA-16B4388A27EF}" dt="2023-06-29T10:10:16.672" v="582" actId="207"/>
          <ac:spMkLst>
            <pc:docMk/>
            <pc:sldMk cId="694872359" sldId="259"/>
            <ac:spMk id="19" creationId="{F3ED88F4-5996-4DA2-B74F-74CA770E0E74}"/>
          </ac:spMkLst>
        </pc:spChg>
        <pc:spChg chg="mod">
          <ac:chgData name="varitsara monsiri" userId="d21832565e14aca8" providerId="LiveId" clId="{E9DC6723-9FC9-431B-87EA-16B4388A27EF}" dt="2023-06-29T10:10:16.672" v="582" actId="207"/>
          <ac:spMkLst>
            <pc:docMk/>
            <pc:sldMk cId="694872359" sldId="259"/>
            <ac:spMk id="20" creationId="{3BE931E9-C4A1-4ACF-AFBB-59897D99B3D0}"/>
          </ac:spMkLst>
        </pc:spChg>
        <pc:spChg chg="mod">
          <ac:chgData name="varitsara monsiri" userId="d21832565e14aca8" providerId="LiveId" clId="{E9DC6723-9FC9-431B-87EA-16B4388A27EF}" dt="2023-06-29T10:10:16.672" v="582" actId="207"/>
          <ac:spMkLst>
            <pc:docMk/>
            <pc:sldMk cId="694872359" sldId="259"/>
            <ac:spMk id="21" creationId="{0892991F-320E-4EA0-98CE-8B49B5EB9FD5}"/>
          </ac:spMkLst>
        </pc:spChg>
        <pc:spChg chg="mod">
          <ac:chgData name="varitsara monsiri" userId="d21832565e14aca8" providerId="LiveId" clId="{E9DC6723-9FC9-431B-87EA-16B4388A27EF}" dt="2023-06-29T10:10:16.672" v="582" actId="207"/>
          <ac:spMkLst>
            <pc:docMk/>
            <pc:sldMk cId="694872359" sldId="259"/>
            <ac:spMk id="22" creationId="{CD4729FC-0CF2-4407-881A-A481431BD36E}"/>
          </ac:spMkLst>
        </pc:spChg>
        <pc:spChg chg="mod">
          <ac:chgData name="varitsara monsiri" userId="d21832565e14aca8" providerId="LiveId" clId="{E9DC6723-9FC9-431B-87EA-16B4388A27EF}" dt="2023-06-29T10:10:16.672" v="582" actId="207"/>
          <ac:spMkLst>
            <pc:docMk/>
            <pc:sldMk cId="694872359" sldId="259"/>
            <ac:spMk id="23" creationId="{FF6EF8F1-9DF4-41BF-A80D-B235E27EC8A0}"/>
          </ac:spMkLst>
        </pc:spChg>
        <pc:spChg chg="mod">
          <ac:chgData name="varitsara monsiri" userId="d21832565e14aca8" providerId="LiveId" clId="{E9DC6723-9FC9-431B-87EA-16B4388A27EF}" dt="2023-06-29T10:10:16.672" v="582" actId="207"/>
          <ac:spMkLst>
            <pc:docMk/>
            <pc:sldMk cId="694872359" sldId="259"/>
            <ac:spMk id="24" creationId="{C87F752B-53AA-41D7-AAFE-2C37C50B1D3A}"/>
          </ac:spMkLst>
        </pc:spChg>
        <pc:spChg chg="mod">
          <ac:chgData name="varitsara monsiri" userId="d21832565e14aca8" providerId="LiveId" clId="{E9DC6723-9FC9-431B-87EA-16B4388A27EF}" dt="2023-06-29T10:10:16.672" v="582" actId="207"/>
          <ac:spMkLst>
            <pc:docMk/>
            <pc:sldMk cId="694872359" sldId="259"/>
            <ac:spMk id="25" creationId="{0A043405-F129-484E-9DB8-D7B4393A120C}"/>
          </ac:spMkLst>
        </pc:spChg>
        <pc:spChg chg="mod">
          <ac:chgData name="varitsara monsiri" userId="d21832565e14aca8" providerId="LiveId" clId="{E9DC6723-9FC9-431B-87EA-16B4388A27EF}" dt="2023-06-29T10:10:16.672" v="582" actId="207"/>
          <ac:spMkLst>
            <pc:docMk/>
            <pc:sldMk cId="694872359" sldId="259"/>
            <ac:spMk id="27" creationId="{10790F98-72AA-44FD-A62B-4B2D29A85A4D}"/>
          </ac:spMkLst>
        </pc:spChg>
        <pc:spChg chg="mod">
          <ac:chgData name="varitsara monsiri" userId="d21832565e14aca8" providerId="LiveId" clId="{E9DC6723-9FC9-431B-87EA-16B4388A27EF}" dt="2023-06-29T10:10:16.672" v="582" actId="207"/>
          <ac:spMkLst>
            <pc:docMk/>
            <pc:sldMk cId="694872359" sldId="259"/>
            <ac:spMk id="28" creationId="{22E9F648-AC55-4E97-9C84-83382B6DEBDC}"/>
          </ac:spMkLst>
        </pc:spChg>
        <pc:spChg chg="mod">
          <ac:chgData name="varitsara monsiri" userId="d21832565e14aca8" providerId="LiveId" clId="{E9DC6723-9FC9-431B-87EA-16B4388A27EF}" dt="2023-06-29T10:10:16.672" v="582" actId="207"/>
          <ac:spMkLst>
            <pc:docMk/>
            <pc:sldMk cId="694872359" sldId="259"/>
            <ac:spMk id="29" creationId="{C2C16C53-7FC1-4A96-A422-8E02EDE8CF4B}"/>
          </ac:spMkLst>
        </pc:spChg>
        <pc:spChg chg="add mod">
          <ac:chgData name="varitsara monsiri" userId="d21832565e14aca8" providerId="LiveId" clId="{E9DC6723-9FC9-431B-87EA-16B4388A27EF}" dt="2023-06-29T10:10:34.039" v="584" actId="1076"/>
          <ac:spMkLst>
            <pc:docMk/>
            <pc:sldMk cId="694872359" sldId="259"/>
            <ac:spMk id="30" creationId="{13C2591A-C734-41D6-B561-23474D21E494}"/>
          </ac:spMkLst>
        </pc:spChg>
        <pc:grpChg chg="add mod">
          <ac:chgData name="varitsara monsiri" userId="d21832565e14aca8" providerId="LiveId" clId="{E9DC6723-9FC9-431B-87EA-16B4388A27EF}" dt="2023-06-29T10:10:59.392" v="587" actId="1076"/>
          <ac:grpSpMkLst>
            <pc:docMk/>
            <pc:sldMk cId="694872359" sldId="259"/>
            <ac:grpSpMk id="16" creationId="{3CBECE1A-4F3B-4C51-B4CF-8E2D8311F88F}"/>
          </ac:grpSpMkLst>
        </pc:grpChg>
        <pc:grpChg chg="add mod">
          <ac:chgData name="varitsara monsiri" userId="d21832565e14aca8" providerId="LiveId" clId="{E9DC6723-9FC9-431B-87EA-16B4388A27EF}" dt="2023-06-29T10:11:35.162" v="604" actId="1037"/>
          <ac:grpSpMkLst>
            <pc:docMk/>
            <pc:sldMk cId="694872359" sldId="259"/>
            <ac:grpSpMk id="26" creationId="{130815A7-9245-4311-8441-0BF6A18BE4CA}"/>
          </ac:grpSpMkLst>
        </pc:grpChg>
        <pc:cxnChg chg="add mod">
          <ac:chgData name="varitsara monsiri" userId="d21832565e14aca8" providerId="LiveId" clId="{E9DC6723-9FC9-431B-87EA-16B4388A27EF}" dt="2023-06-29T09:59:03.028" v="458"/>
          <ac:cxnSpMkLst>
            <pc:docMk/>
            <pc:sldMk cId="694872359" sldId="259"/>
            <ac:cxnSpMk id="9" creationId="{AAA80564-1464-4742-ADCC-1F180A80D7FC}"/>
          </ac:cxnSpMkLst>
        </pc:cxnChg>
        <pc:cxnChg chg="add mod">
          <ac:chgData name="varitsara monsiri" userId="d21832565e14aca8" providerId="LiveId" clId="{E9DC6723-9FC9-431B-87EA-16B4388A27EF}" dt="2023-06-29T09:59:03.028" v="458"/>
          <ac:cxnSpMkLst>
            <pc:docMk/>
            <pc:sldMk cId="694872359" sldId="259"/>
            <ac:cxnSpMk id="10" creationId="{1CB94115-4999-4E65-8655-2F62043035A6}"/>
          </ac:cxnSpMkLst>
        </pc:cxnChg>
      </pc:sldChg>
      <pc:sldChg chg="addSp delSp modSp new mod modClrScheme chgLayout">
        <pc:chgData name="varitsara monsiri" userId="d21832565e14aca8" providerId="LiveId" clId="{E9DC6723-9FC9-431B-87EA-16B4388A27EF}" dt="2023-06-30T12:22:11.035" v="7639" actId="164"/>
        <pc:sldMkLst>
          <pc:docMk/>
          <pc:sldMk cId="2916673897" sldId="260"/>
        </pc:sldMkLst>
        <pc:spChg chg="add del">
          <ac:chgData name="varitsara monsiri" userId="d21832565e14aca8" providerId="LiveId" clId="{E9DC6723-9FC9-431B-87EA-16B4388A27EF}" dt="2023-06-30T12:20:32.423" v="7556"/>
          <ac:spMkLst>
            <pc:docMk/>
            <pc:sldMk cId="2916673897" sldId="260"/>
            <ac:spMk id="2" creationId="{5BDD0FC2-A985-46E7-AE9C-8685F7165FA8}"/>
          </ac:spMkLst>
        </pc:spChg>
        <pc:spChg chg="add del mod">
          <ac:chgData name="varitsara monsiri" userId="d21832565e14aca8" providerId="LiveId" clId="{E9DC6723-9FC9-431B-87EA-16B4388A27EF}" dt="2023-06-29T10:21:02.773" v="786" actId="931"/>
          <ac:spMkLst>
            <pc:docMk/>
            <pc:sldMk cId="2916673897" sldId="260"/>
            <ac:spMk id="3" creationId="{BE3F4C6A-9D17-44E4-8939-663B28A71A78}"/>
          </ac:spMkLst>
        </pc:spChg>
        <pc:spChg chg="add mod">
          <ac:chgData name="varitsara monsiri" userId="d21832565e14aca8" providerId="LiveId" clId="{E9DC6723-9FC9-431B-87EA-16B4388A27EF}" dt="2023-06-29T10:19:12.055" v="658" actId="20577"/>
          <ac:spMkLst>
            <pc:docMk/>
            <pc:sldMk cId="2916673897" sldId="260"/>
            <ac:spMk id="4" creationId="{9F53F0C1-37CF-4BCB-B5D8-CA9A5B0E5F0F}"/>
          </ac:spMkLst>
        </pc:spChg>
        <pc:spChg chg="add mod">
          <ac:chgData name="varitsara monsiri" userId="d21832565e14aca8" providerId="LiveId" clId="{E9DC6723-9FC9-431B-87EA-16B4388A27EF}" dt="2023-06-29T10:19:35.054" v="667" actId="20577"/>
          <ac:spMkLst>
            <pc:docMk/>
            <pc:sldMk cId="2916673897" sldId="260"/>
            <ac:spMk id="5" creationId="{4F2BBF93-2FA6-4C27-A55A-CE97E1538D86}"/>
          </ac:spMkLst>
        </pc:spChg>
        <pc:spChg chg="add mod">
          <ac:chgData name="varitsara monsiri" userId="d21832565e14aca8" providerId="LiveId" clId="{E9DC6723-9FC9-431B-87EA-16B4388A27EF}" dt="2023-06-29T10:19:24.922" v="663" actId="20577"/>
          <ac:spMkLst>
            <pc:docMk/>
            <pc:sldMk cId="2916673897" sldId="260"/>
            <ac:spMk id="6" creationId="{50BE0991-D5D6-4EB0-B6FD-1850DBE83ABE}"/>
          </ac:spMkLst>
        </pc:spChg>
        <pc:spChg chg="add mod">
          <ac:chgData name="varitsara monsiri" userId="d21832565e14aca8" providerId="LiveId" clId="{E9DC6723-9FC9-431B-87EA-16B4388A27EF}" dt="2023-06-29T10:19:52.423" v="673" actId="20577"/>
          <ac:spMkLst>
            <pc:docMk/>
            <pc:sldMk cId="2916673897" sldId="260"/>
            <ac:spMk id="7" creationId="{D0D98733-1BC8-4227-B6F8-CC87F88A84B3}"/>
          </ac:spMkLst>
        </pc:spChg>
        <pc:spChg chg="add mod">
          <ac:chgData name="varitsara monsiri" userId="d21832565e14aca8" providerId="LiveId" clId="{E9DC6723-9FC9-431B-87EA-16B4388A27EF}" dt="2023-06-29T10:19:37.368" v="669" actId="20577"/>
          <ac:spMkLst>
            <pc:docMk/>
            <pc:sldMk cId="2916673897" sldId="260"/>
            <ac:spMk id="8" creationId="{053B7ACD-62BB-43ED-B307-D28F1984BCB8}"/>
          </ac:spMkLst>
        </pc:spChg>
        <pc:spChg chg="add mod">
          <ac:chgData name="varitsara monsiri" userId="d21832565e14aca8" providerId="LiveId" clId="{E9DC6723-9FC9-431B-87EA-16B4388A27EF}" dt="2023-06-29T10:19:27.168" v="665" actId="20577"/>
          <ac:spMkLst>
            <pc:docMk/>
            <pc:sldMk cId="2916673897" sldId="260"/>
            <ac:spMk id="9" creationId="{E2EB5C11-29C0-4264-8B37-C17EC8045404}"/>
          </ac:spMkLst>
        </pc:spChg>
        <pc:spChg chg="add mod">
          <ac:chgData name="varitsara monsiri" userId="d21832565e14aca8" providerId="LiveId" clId="{E9DC6723-9FC9-431B-87EA-16B4388A27EF}" dt="2023-06-29T10:19:54.695" v="676" actId="20577"/>
          <ac:spMkLst>
            <pc:docMk/>
            <pc:sldMk cId="2916673897" sldId="260"/>
            <ac:spMk id="10" creationId="{B7671C4B-2EDC-4C33-A4A0-BF45CEA7DDC2}"/>
          </ac:spMkLst>
        </pc:spChg>
        <pc:spChg chg="add del mod">
          <ac:chgData name="varitsara monsiri" userId="d21832565e14aca8" providerId="LiveId" clId="{E9DC6723-9FC9-431B-87EA-16B4388A27EF}" dt="2023-06-30T12:20:32.423" v="7556"/>
          <ac:spMkLst>
            <pc:docMk/>
            <pc:sldMk cId="2916673897" sldId="260"/>
            <ac:spMk id="11" creationId="{809A92D3-D27D-4831-9B82-39673AB60E67}"/>
          </ac:spMkLst>
        </pc:spChg>
        <pc:spChg chg="mod">
          <ac:chgData name="varitsara monsiri" userId="d21832565e14aca8" providerId="LiveId" clId="{E9DC6723-9FC9-431B-87EA-16B4388A27EF}" dt="2023-06-29T10:25:23.351" v="906" actId="207"/>
          <ac:spMkLst>
            <pc:docMk/>
            <pc:sldMk cId="2916673897" sldId="260"/>
            <ac:spMk id="16" creationId="{D75D6D71-70C3-4414-8021-75CCE3461659}"/>
          </ac:spMkLst>
        </pc:spChg>
        <pc:spChg chg="mod">
          <ac:chgData name="varitsara monsiri" userId="d21832565e14aca8" providerId="LiveId" clId="{E9DC6723-9FC9-431B-87EA-16B4388A27EF}" dt="2023-06-30T12:20:38.684" v="7559" actId="207"/>
          <ac:spMkLst>
            <pc:docMk/>
            <pc:sldMk cId="2916673897" sldId="260"/>
            <ac:spMk id="17" creationId="{55939B5A-CB89-4DB7-88D6-840B4BFFA000}"/>
          </ac:spMkLst>
        </pc:spChg>
        <pc:spChg chg="del mod">
          <ac:chgData name="varitsara monsiri" userId="d21832565e14aca8" providerId="LiveId" clId="{E9DC6723-9FC9-431B-87EA-16B4388A27EF}" dt="2023-06-30T12:20:34.247" v="7557" actId="478"/>
          <ac:spMkLst>
            <pc:docMk/>
            <pc:sldMk cId="2916673897" sldId="260"/>
            <ac:spMk id="18" creationId="{41C5E142-0641-46E5-BDD4-DBEA56F3E09E}"/>
          </ac:spMkLst>
        </pc:spChg>
        <pc:spChg chg="mod">
          <ac:chgData name="varitsara monsiri" userId="d21832565e14aca8" providerId="LiveId" clId="{E9DC6723-9FC9-431B-87EA-16B4388A27EF}" dt="2023-06-29T10:25:38.304" v="913"/>
          <ac:spMkLst>
            <pc:docMk/>
            <pc:sldMk cId="2916673897" sldId="260"/>
            <ac:spMk id="19" creationId="{76170442-78A0-4598-BAC8-6C2B26D4665C}"/>
          </ac:spMkLst>
        </pc:spChg>
        <pc:spChg chg="del mod">
          <ac:chgData name="varitsara monsiri" userId="d21832565e14aca8" providerId="LiveId" clId="{E9DC6723-9FC9-431B-87EA-16B4388A27EF}" dt="2023-06-30T12:20:34.247" v="7557" actId="478"/>
          <ac:spMkLst>
            <pc:docMk/>
            <pc:sldMk cId="2916673897" sldId="260"/>
            <ac:spMk id="19" creationId="{87764CFA-E1DB-4397-86A8-8EDB4FDD3560}"/>
          </ac:spMkLst>
        </pc:spChg>
        <pc:spChg chg="del mod topLvl">
          <ac:chgData name="varitsara monsiri" userId="d21832565e14aca8" providerId="LiveId" clId="{E9DC6723-9FC9-431B-87EA-16B4388A27EF}" dt="2023-06-30T12:21:39.762" v="7620"/>
          <ac:spMkLst>
            <pc:docMk/>
            <pc:sldMk cId="2916673897" sldId="260"/>
            <ac:spMk id="21" creationId="{1412A1C9-F1A0-4D21-9FF6-59C3F81184B4}"/>
          </ac:spMkLst>
        </pc:spChg>
        <pc:spChg chg="del mod topLvl">
          <ac:chgData name="varitsara monsiri" userId="d21832565e14aca8" providerId="LiveId" clId="{E9DC6723-9FC9-431B-87EA-16B4388A27EF}" dt="2023-06-30T12:21:50.320" v="7626"/>
          <ac:spMkLst>
            <pc:docMk/>
            <pc:sldMk cId="2916673897" sldId="260"/>
            <ac:spMk id="22" creationId="{EDB438A5-0C22-4273-AE89-AD489B365CE5}"/>
          </ac:spMkLst>
        </pc:spChg>
        <pc:spChg chg="del mod topLvl">
          <ac:chgData name="varitsara monsiri" userId="d21832565e14aca8" providerId="LiveId" clId="{E9DC6723-9FC9-431B-87EA-16B4388A27EF}" dt="2023-06-30T12:21:59.919" v="7632"/>
          <ac:spMkLst>
            <pc:docMk/>
            <pc:sldMk cId="2916673897" sldId="260"/>
            <ac:spMk id="23" creationId="{ED1678EA-6DB8-456A-8E62-56D9BE9704CF}"/>
          </ac:spMkLst>
        </pc:spChg>
        <pc:spChg chg="del mod topLvl">
          <ac:chgData name="varitsara monsiri" userId="d21832565e14aca8" providerId="LiveId" clId="{E9DC6723-9FC9-431B-87EA-16B4388A27EF}" dt="2023-06-30T12:22:08.732" v="7638"/>
          <ac:spMkLst>
            <pc:docMk/>
            <pc:sldMk cId="2916673897" sldId="260"/>
            <ac:spMk id="24" creationId="{05AADEDC-A8B4-401E-A824-4CA6105D1E8A}"/>
          </ac:spMkLst>
        </pc:spChg>
        <pc:spChg chg="add del mod">
          <ac:chgData name="varitsara monsiri" userId="d21832565e14aca8" providerId="LiveId" clId="{E9DC6723-9FC9-431B-87EA-16B4388A27EF}" dt="2023-06-30T12:21:39.762" v="7620"/>
          <ac:spMkLst>
            <pc:docMk/>
            <pc:sldMk cId="2916673897" sldId="260"/>
            <ac:spMk id="25" creationId="{53FC5815-3B84-4ABC-A767-AADB4E3221A4}"/>
          </ac:spMkLst>
        </pc:spChg>
        <pc:spChg chg="add mod">
          <ac:chgData name="varitsara monsiri" userId="d21832565e14aca8" providerId="LiveId" clId="{E9DC6723-9FC9-431B-87EA-16B4388A27EF}" dt="2023-06-30T12:21:34.488" v="7619" actId="571"/>
          <ac:spMkLst>
            <pc:docMk/>
            <pc:sldMk cId="2916673897" sldId="260"/>
            <ac:spMk id="26" creationId="{F957DB68-DFCC-4A28-B89F-FC91F568747D}"/>
          </ac:spMkLst>
        </pc:spChg>
        <pc:spChg chg="add mod">
          <ac:chgData name="varitsara monsiri" userId="d21832565e14aca8" providerId="LiveId" clId="{E9DC6723-9FC9-431B-87EA-16B4388A27EF}" dt="2023-06-30T12:21:34.488" v="7619" actId="571"/>
          <ac:spMkLst>
            <pc:docMk/>
            <pc:sldMk cId="2916673897" sldId="260"/>
            <ac:spMk id="27" creationId="{390B5AD1-73B6-460D-9218-8CAFCBAE0133}"/>
          </ac:spMkLst>
        </pc:spChg>
        <pc:spChg chg="mod">
          <ac:chgData name="varitsara monsiri" userId="d21832565e14aca8" providerId="LiveId" clId="{E9DC6723-9FC9-431B-87EA-16B4388A27EF}" dt="2023-06-30T12:22:11.035" v="7639" actId="164"/>
          <ac:spMkLst>
            <pc:docMk/>
            <pc:sldMk cId="2916673897" sldId="260"/>
            <ac:spMk id="28" creationId="{EF7DCE42-56CF-459B-A718-A8B474A14792}"/>
          </ac:spMkLst>
        </pc:spChg>
        <pc:spChg chg="add del mod">
          <ac:chgData name="varitsara monsiri" userId="d21832565e14aca8" providerId="LiveId" clId="{E9DC6723-9FC9-431B-87EA-16B4388A27EF}" dt="2023-06-30T12:21:50.320" v="7626"/>
          <ac:spMkLst>
            <pc:docMk/>
            <pc:sldMk cId="2916673897" sldId="260"/>
            <ac:spMk id="29" creationId="{9B39EA33-2F40-4E29-B68E-72CB78269998}"/>
          </ac:spMkLst>
        </pc:spChg>
        <pc:spChg chg="add mod">
          <ac:chgData name="varitsara monsiri" userId="d21832565e14aca8" providerId="LiveId" clId="{E9DC6723-9FC9-431B-87EA-16B4388A27EF}" dt="2023-06-30T12:21:46.193" v="7625" actId="571"/>
          <ac:spMkLst>
            <pc:docMk/>
            <pc:sldMk cId="2916673897" sldId="260"/>
            <ac:spMk id="30" creationId="{F06ADF7D-28F2-4F08-90B3-7A70015D51FF}"/>
          </ac:spMkLst>
        </pc:spChg>
        <pc:spChg chg="add mod">
          <ac:chgData name="varitsara monsiri" userId="d21832565e14aca8" providerId="LiveId" clId="{E9DC6723-9FC9-431B-87EA-16B4388A27EF}" dt="2023-06-30T12:21:46.193" v="7625" actId="571"/>
          <ac:spMkLst>
            <pc:docMk/>
            <pc:sldMk cId="2916673897" sldId="260"/>
            <ac:spMk id="31" creationId="{7801A62C-ACD4-4309-89F4-197707D265B7}"/>
          </ac:spMkLst>
        </pc:spChg>
        <pc:spChg chg="mod">
          <ac:chgData name="varitsara monsiri" userId="d21832565e14aca8" providerId="LiveId" clId="{E9DC6723-9FC9-431B-87EA-16B4388A27EF}" dt="2023-06-30T12:22:11.035" v="7639" actId="164"/>
          <ac:spMkLst>
            <pc:docMk/>
            <pc:sldMk cId="2916673897" sldId="260"/>
            <ac:spMk id="32" creationId="{57EFE045-54C7-45C6-A6B5-100A008DFD0D}"/>
          </ac:spMkLst>
        </pc:spChg>
        <pc:spChg chg="add del mod">
          <ac:chgData name="varitsara monsiri" userId="d21832565e14aca8" providerId="LiveId" clId="{E9DC6723-9FC9-431B-87EA-16B4388A27EF}" dt="2023-06-30T12:21:59.919" v="7632"/>
          <ac:spMkLst>
            <pc:docMk/>
            <pc:sldMk cId="2916673897" sldId="260"/>
            <ac:spMk id="33" creationId="{689C6B3B-B009-4BEA-BA6A-8B5EFC126AE4}"/>
          </ac:spMkLst>
        </pc:spChg>
        <pc:spChg chg="add mod">
          <ac:chgData name="varitsara monsiri" userId="d21832565e14aca8" providerId="LiveId" clId="{E9DC6723-9FC9-431B-87EA-16B4388A27EF}" dt="2023-06-30T12:21:56.205" v="7631" actId="571"/>
          <ac:spMkLst>
            <pc:docMk/>
            <pc:sldMk cId="2916673897" sldId="260"/>
            <ac:spMk id="34" creationId="{97454358-BA8B-4BE6-B5DC-5A621BA974DB}"/>
          </ac:spMkLst>
        </pc:spChg>
        <pc:spChg chg="add mod">
          <ac:chgData name="varitsara monsiri" userId="d21832565e14aca8" providerId="LiveId" clId="{E9DC6723-9FC9-431B-87EA-16B4388A27EF}" dt="2023-06-30T12:21:56.205" v="7631" actId="571"/>
          <ac:spMkLst>
            <pc:docMk/>
            <pc:sldMk cId="2916673897" sldId="260"/>
            <ac:spMk id="35" creationId="{5C9EB715-CBED-40AE-A988-18A2C82F09C8}"/>
          </ac:spMkLst>
        </pc:spChg>
        <pc:spChg chg="mod">
          <ac:chgData name="varitsara monsiri" userId="d21832565e14aca8" providerId="LiveId" clId="{E9DC6723-9FC9-431B-87EA-16B4388A27EF}" dt="2023-06-30T12:22:11.035" v="7639" actId="164"/>
          <ac:spMkLst>
            <pc:docMk/>
            <pc:sldMk cId="2916673897" sldId="260"/>
            <ac:spMk id="36" creationId="{59B67FBC-40F7-4048-8C41-61297CF3FF17}"/>
          </ac:spMkLst>
        </pc:spChg>
        <pc:spChg chg="add del mod">
          <ac:chgData name="varitsara monsiri" userId="d21832565e14aca8" providerId="LiveId" clId="{E9DC6723-9FC9-431B-87EA-16B4388A27EF}" dt="2023-06-30T12:22:08.732" v="7638"/>
          <ac:spMkLst>
            <pc:docMk/>
            <pc:sldMk cId="2916673897" sldId="260"/>
            <ac:spMk id="37" creationId="{9A407649-42EC-417A-A15F-7F7AE10DD5E2}"/>
          </ac:spMkLst>
        </pc:spChg>
        <pc:spChg chg="add mod">
          <ac:chgData name="varitsara monsiri" userId="d21832565e14aca8" providerId="LiveId" clId="{E9DC6723-9FC9-431B-87EA-16B4388A27EF}" dt="2023-06-30T12:22:05.377" v="7637" actId="571"/>
          <ac:spMkLst>
            <pc:docMk/>
            <pc:sldMk cId="2916673897" sldId="260"/>
            <ac:spMk id="38" creationId="{20E42C32-85D5-4F93-8A08-30753DC1E096}"/>
          </ac:spMkLst>
        </pc:spChg>
        <pc:spChg chg="add mod">
          <ac:chgData name="varitsara monsiri" userId="d21832565e14aca8" providerId="LiveId" clId="{E9DC6723-9FC9-431B-87EA-16B4388A27EF}" dt="2023-06-30T12:22:05.377" v="7637" actId="571"/>
          <ac:spMkLst>
            <pc:docMk/>
            <pc:sldMk cId="2916673897" sldId="260"/>
            <ac:spMk id="39" creationId="{AFCBDD0C-3DF2-4FF2-A3DA-03BB7EDB89FB}"/>
          </ac:spMkLst>
        </pc:spChg>
        <pc:spChg chg="mod">
          <ac:chgData name="varitsara monsiri" userId="d21832565e14aca8" providerId="LiveId" clId="{E9DC6723-9FC9-431B-87EA-16B4388A27EF}" dt="2023-06-30T12:22:11.035" v="7639" actId="164"/>
          <ac:spMkLst>
            <pc:docMk/>
            <pc:sldMk cId="2916673897" sldId="260"/>
            <ac:spMk id="40" creationId="{C2394448-0FF1-41B5-BFB8-645B9F646E41}"/>
          </ac:spMkLst>
        </pc:spChg>
        <pc:grpChg chg="add mod">
          <ac:chgData name="varitsara monsiri" userId="d21832565e14aca8" providerId="LiveId" clId="{E9DC6723-9FC9-431B-87EA-16B4388A27EF}" dt="2023-06-30T12:22:11.035" v="7639" actId="164"/>
          <ac:grpSpMkLst>
            <pc:docMk/>
            <pc:sldMk cId="2916673897" sldId="260"/>
            <ac:grpSpMk id="3" creationId="{0456D5CB-BC16-443D-B9BE-D65A7B7C7922}"/>
          </ac:grpSpMkLst>
        </pc:grpChg>
        <pc:grpChg chg="add del mod">
          <ac:chgData name="varitsara monsiri" userId="d21832565e14aca8" providerId="LiveId" clId="{E9DC6723-9FC9-431B-87EA-16B4388A27EF}" dt="2023-06-29T10:25:24.088" v="908"/>
          <ac:grpSpMkLst>
            <pc:docMk/>
            <pc:sldMk cId="2916673897" sldId="260"/>
            <ac:grpSpMk id="14" creationId="{81EF9930-8C7E-4CF0-BF69-2A690405A2CD}"/>
          </ac:grpSpMkLst>
        </pc:grpChg>
        <pc:grpChg chg="add del mod">
          <ac:chgData name="varitsara monsiri" userId="d21832565e14aca8" providerId="LiveId" clId="{E9DC6723-9FC9-431B-87EA-16B4388A27EF}" dt="2023-06-29T10:25:58.076" v="994" actId="478"/>
          <ac:grpSpMkLst>
            <pc:docMk/>
            <pc:sldMk cId="2916673897" sldId="260"/>
            <ac:grpSpMk id="17" creationId="{E5A67324-F7C9-43EF-AD4D-F7B55F3C0E60}"/>
          </ac:grpSpMkLst>
        </pc:grpChg>
        <pc:grpChg chg="add del mod">
          <ac:chgData name="varitsara monsiri" userId="d21832565e14aca8" providerId="LiveId" clId="{E9DC6723-9FC9-431B-87EA-16B4388A27EF}" dt="2023-06-30T12:21:24.228" v="7615" actId="165"/>
          <ac:grpSpMkLst>
            <pc:docMk/>
            <pc:sldMk cId="2916673897" sldId="260"/>
            <ac:grpSpMk id="20" creationId="{39E0DC03-63DF-4C3C-B9D2-DFF3CA26A10B}"/>
          </ac:grpSpMkLst>
        </pc:grpChg>
        <pc:picChg chg="add del mod">
          <ac:chgData name="varitsara monsiri" userId="d21832565e14aca8" providerId="LiveId" clId="{E9DC6723-9FC9-431B-87EA-16B4388A27EF}" dt="2023-06-29T10:14:46.107" v="610" actId="21"/>
          <ac:picMkLst>
            <pc:docMk/>
            <pc:sldMk cId="2916673897" sldId="260"/>
            <ac:picMk id="2" creationId="{57C41378-A427-419E-9E1F-E348B1390A02}"/>
          </ac:picMkLst>
        </pc:picChg>
        <pc:picChg chg="add mod">
          <ac:chgData name="varitsara monsiri" userId="d21832565e14aca8" providerId="LiveId" clId="{E9DC6723-9FC9-431B-87EA-16B4388A27EF}" dt="2023-06-29T10:21:49.783" v="789"/>
          <ac:picMkLst>
            <pc:docMk/>
            <pc:sldMk cId="2916673897" sldId="260"/>
            <ac:picMk id="13" creationId="{0AEB03D5-137A-4BE0-A775-D4841953DC30}"/>
          </ac:picMkLst>
        </pc:picChg>
        <pc:picChg chg="mod">
          <ac:chgData name="varitsara monsiri" userId="d21832565e14aca8" providerId="LiveId" clId="{E9DC6723-9FC9-431B-87EA-16B4388A27EF}" dt="2023-06-29T10:25:23.655" v="907" actId="207"/>
          <ac:picMkLst>
            <pc:docMk/>
            <pc:sldMk cId="2916673897" sldId="260"/>
            <ac:picMk id="15" creationId="{C185AFDE-955F-4D74-9037-B7B6547162F9}"/>
          </ac:picMkLst>
        </pc:picChg>
        <pc:picChg chg="mod">
          <ac:chgData name="varitsara monsiri" userId="d21832565e14aca8" providerId="LiveId" clId="{E9DC6723-9FC9-431B-87EA-16B4388A27EF}" dt="2023-06-29T10:25:38.304" v="913"/>
          <ac:picMkLst>
            <pc:docMk/>
            <pc:sldMk cId="2916673897" sldId="260"/>
            <ac:picMk id="18" creationId="{E3513BA1-CB5C-444D-B37B-8F8B3505A441}"/>
          </ac:picMkLst>
        </pc:picChg>
      </pc:sldChg>
      <pc:sldChg chg="addSp delSp modSp new mod modClrScheme chgLayout">
        <pc:chgData name="varitsara monsiri" userId="d21832565e14aca8" providerId="LiveId" clId="{E9DC6723-9FC9-431B-87EA-16B4388A27EF}" dt="2023-06-30T12:20:12.628" v="7554" actId="207"/>
        <pc:sldMkLst>
          <pc:docMk/>
          <pc:sldMk cId="302276481" sldId="261"/>
        </pc:sldMkLst>
        <pc:spChg chg="add mod">
          <ac:chgData name="varitsara monsiri" userId="d21832565e14aca8" providerId="LiveId" clId="{E9DC6723-9FC9-431B-87EA-16B4388A27EF}" dt="2023-06-29T11:31:36.778" v="2024" actId="20577"/>
          <ac:spMkLst>
            <pc:docMk/>
            <pc:sldMk cId="302276481" sldId="261"/>
            <ac:spMk id="2" creationId="{C0A06AA3-EADC-4BA2-AEB4-E12C853FD3B4}"/>
          </ac:spMkLst>
        </pc:spChg>
        <pc:spChg chg="add mod">
          <ac:chgData name="varitsara monsiri" userId="d21832565e14aca8" providerId="LiveId" clId="{E9DC6723-9FC9-431B-87EA-16B4388A27EF}" dt="2023-06-29T11:31:18.670" v="2012" actId="20577"/>
          <ac:spMkLst>
            <pc:docMk/>
            <pc:sldMk cId="302276481" sldId="261"/>
            <ac:spMk id="3" creationId="{33A82939-5648-4303-AEE6-311CAEFB2689}"/>
          </ac:spMkLst>
        </pc:spChg>
        <pc:spChg chg="add mod">
          <ac:chgData name="varitsara monsiri" userId="d21832565e14aca8" providerId="LiveId" clId="{E9DC6723-9FC9-431B-87EA-16B4388A27EF}" dt="2023-06-29T11:37:44.144" v="2157" actId="12788"/>
          <ac:spMkLst>
            <pc:docMk/>
            <pc:sldMk cId="302276481" sldId="261"/>
            <ac:spMk id="4" creationId="{74776BCE-88BF-4B46-8AAA-1DE57205FEAF}"/>
          </ac:spMkLst>
        </pc:spChg>
        <pc:spChg chg="add mod">
          <ac:chgData name="varitsara monsiri" userId="d21832565e14aca8" providerId="LiveId" clId="{E9DC6723-9FC9-431B-87EA-16B4388A27EF}" dt="2023-06-29T11:37:44.144" v="2157" actId="12788"/>
          <ac:spMkLst>
            <pc:docMk/>
            <pc:sldMk cId="302276481" sldId="261"/>
            <ac:spMk id="5" creationId="{E04ABDBF-5483-49DD-9CFD-FD5A20BFF92B}"/>
          </ac:spMkLst>
        </pc:spChg>
        <pc:spChg chg="add mod">
          <ac:chgData name="varitsara monsiri" userId="d21832565e14aca8" providerId="LiveId" clId="{E9DC6723-9FC9-431B-87EA-16B4388A27EF}" dt="2023-06-29T11:31:35.084" v="2022" actId="20577"/>
          <ac:spMkLst>
            <pc:docMk/>
            <pc:sldMk cId="302276481" sldId="261"/>
            <ac:spMk id="6" creationId="{76FEF059-F45A-4A7D-AD69-454799598353}"/>
          </ac:spMkLst>
        </pc:spChg>
        <pc:spChg chg="add mod">
          <ac:chgData name="varitsara monsiri" userId="d21832565e14aca8" providerId="LiveId" clId="{E9DC6723-9FC9-431B-87EA-16B4388A27EF}" dt="2023-06-29T11:31:16.814" v="2010" actId="20577"/>
          <ac:spMkLst>
            <pc:docMk/>
            <pc:sldMk cId="302276481" sldId="261"/>
            <ac:spMk id="7" creationId="{A6167685-F373-48C3-A57B-037274C69277}"/>
          </ac:spMkLst>
        </pc:spChg>
        <pc:spChg chg="add del mod">
          <ac:chgData name="varitsara monsiri" userId="d21832565e14aca8" providerId="LiveId" clId="{E9DC6723-9FC9-431B-87EA-16B4388A27EF}" dt="2023-06-30T12:20:03.446" v="7551"/>
          <ac:spMkLst>
            <pc:docMk/>
            <pc:sldMk cId="302276481" sldId="261"/>
            <ac:spMk id="8" creationId="{09C0601B-DA66-4AF0-B95A-20DA262AEAD5}"/>
          </ac:spMkLst>
        </pc:spChg>
        <pc:spChg chg="add del mod">
          <ac:chgData name="varitsara monsiri" userId="d21832565e14aca8" providerId="LiveId" clId="{E9DC6723-9FC9-431B-87EA-16B4388A27EF}" dt="2023-06-29T11:37:06.631" v="2106" actId="478"/>
          <ac:spMkLst>
            <pc:docMk/>
            <pc:sldMk cId="302276481" sldId="261"/>
            <ac:spMk id="8" creationId="{17EDFD2A-44BB-4AE8-AA43-8E69C8704C63}"/>
          </ac:spMkLst>
        </pc:spChg>
        <pc:spChg chg="add del mod">
          <ac:chgData name="varitsara monsiri" userId="d21832565e14aca8" providerId="LiveId" clId="{E9DC6723-9FC9-431B-87EA-16B4388A27EF}" dt="2023-06-29T11:37:06.631" v="2106" actId="478"/>
          <ac:spMkLst>
            <pc:docMk/>
            <pc:sldMk cId="302276481" sldId="261"/>
            <ac:spMk id="9" creationId="{A9A71424-201E-4F87-9FB4-FC03A1002A14}"/>
          </ac:spMkLst>
        </pc:spChg>
        <pc:spChg chg="add mod">
          <ac:chgData name="varitsara monsiri" userId="d21832565e14aca8" providerId="LiveId" clId="{E9DC6723-9FC9-431B-87EA-16B4388A27EF}" dt="2023-06-29T11:31:38.585" v="2026" actId="20577"/>
          <ac:spMkLst>
            <pc:docMk/>
            <pc:sldMk cId="302276481" sldId="261"/>
            <ac:spMk id="10" creationId="{740051D6-91DE-4292-9216-FDCAAE4E723B}"/>
          </ac:spMkLst>
        </pc:spChg>
        <pc:spChg chg="add mod">
          <ac:chgData name="varitsara monsiri" userId="d21832565e14aca8" providerId="LiveId" clId="{E9DC6723-9FC9-431B-87EA-16B4388A27EF}" dt="2023-06-29T11:31:20.359" v="2014" actId="20577"/>
          <ac:spMkLst>
            <pc:docMk/>
            <pc:sldMk cId="302276481" sldId="261"/>
            <ac:spMk id="11" creationId="{C606597F-7784-4882-BE72-7606994DF7EB}"/>
          </ac:spMkLst>
        </pc:spChg>
        <pc:spChg chg="add mod">
          <ac:chgData name="varitsara monsiri" userId="d21832565e14aca8" providerId="LiveId" clId="{E9DC6723-9FC9-431B-87EA-16B4388A27EF}" dt="2023-06-29T11:37:48.454" v="2158" actId="12788"/>
          <ac:spMkLst>
            <pc:docMk/>
            <pc:sldMk cId="302276481" sldId="261"/>
            <ac:spMk id="12" creationId="{B58195D0-5432-432F-9360-D0E80652F068}"/>
          </ac:spMkLst>
        </pc:spChg>
        <pc:spChg chg="add mod">
          <ac:chgData name="varitsara monsiri" userId="d21832565e14aca8" providerId="LiveId" clId="{E9DC6723-9FC9-431B-87EA-16B4388A27EF}" dt="2023-06-29T11:37:48.454" v="2158" actId="12788"/>
          <ac:spMkLst>
            <pc:docMk/>
            <pc:sldMk cId="302276481" sldId="261"/>
            <ac:spMk id="13" creationId="{F7126321-8B38-4A45-911A-CF17E93C3583}"/>
          </ac:spMkLst>
        </pc:spChg>
        <pc:spChg chg="mod">
          <ac:chgData name="varitsara monsiri" userId="d21832565e14aca8" providerId="LiveId" clId="{E9DC6723-9FC9-431B-87EA-16B4388A27EF}" dt="2023-06-29T11:34:27.903" v="2068" actId="207"/>
          <ac:spMkLst>
            <pc:docMk/>
            <pc:sldMk cId="302276481" sldId="261"/>
            <ac:spMk id="15" creationId="{D9C5B15F-3C3D-4E14-B4E1-0E7F65BB1890}"/>
          </ac:spMkLst>
        </pc:spChg>
        <pc:spChg chg="mod">
          <ac:chgData name="varitsara monsiri" userId="d21832565e14aca8" providerId="LiveId" clId="{E9DC6723-9FC9-431B-87EA-16B4388A27EF}" dt="2023-06-29T11:34:28.187" v="2069" actId="207"/>
          <ac:spMkLst>
            <pc:docMk/>
            <pc:sldMk cId="302276481" sldId="261"/>
            <ac:spMk id="16" creationId="{BB4B16B5-CD51-4692-A0E5-BAEEA02369E3}"/>
          </ac:spMkLst>
        </pc:spChg>
        <pc:spChg chg="mod">
          <ac:chgData name="varitsara monsiri" userId="d21832565e14aca8" providerId="LiveId" clId="{E9DC6723-9FC9-431B-87EA-16B4388A27EF}" dt="2023-06-29T11:34:41.880" v="2079"/>
          <ac:spMkLst>
            <pc:docMk/>
            <pc:sldMk cId="302276481" sldId="261"/>
            <ac:spMk id="18" creationId="{C295738B-C045-4BE0-9B5E-60E60EEE4BBD}"/>
          </ac:spMkLst>
        </pc:spChg>
        <pc:spChg chg="mod">
          <ac:chgData name="varitsara monsiri" userId="d21832565e14aca8" providerId="LiveId" clId="{E9DC6723-9FC9-431B-87EA-16B4388A27EF}" dt="2023-06-29T11:34:41.880" v="2079"/>
          <ac:spMkLst>
            <pc:docMk/>
            <pc:sldMk cId="302276481" sldId="261"/>
            <ac:spMk id="19" creationId="{6E1B945E-3B87-45B3-A9E6-163894E8BBF9}"/>
          </ac:spMkLst>
        </pc:spChg>
        <pc:spChg chg="mod">
          <ac:chgData name="varitsara monsiri" userId="d21832565e14aca8" providerId="LiveId" clId="{E9DC6723-9FC9-431B-87EA-16B4388A27EF}" dt="2023-06-29T11:34:41.880" v="2079"/>
          <ac:spMkLst>
            <pc:docMk/>
            <pc:sldMk cId="302276481" sldId="261"/>
            <ac:spMk id="20" creationId="{B9FCC529-8A65-4EA6-BE98-972F8E6BAC86}"/>
          </ac:spMkLst>
        </pc:spChg>
        <pc:spChg chg="mod">
          <ac:chgData name="varitsara monsiri" userId="d21832565e14aca8" providerId="LiveId" clId="{E9DC6723-9FC9-431B-87EA-16B4388A27EF}" dt="2023-06-29T11:35:30.291" v="2086" actId="207"/>
          <ac:spMkLst>
            <pc:docMk/>
            <pc:sldMk cId="302276481" sldId="261"/>
            <ac:spMk id="22" creationId="{E9E04F55-FB1D-4185-A5D4-A55A33F93BFD}"/>
          </ac:spMkLst>
        </pc:spChg>
        <pc:spChg chg="mod">
          <ac:chgData name="varitsara monsiri" userId="d21832565e14aca8" providerId="LiveId" clId="{E9DC6723-9FC9-431B-87EA-16B4388A27EF}" dt="2023-06-29T11:35:30.553" v="2087" actId="207"/>
          <ac:spMkLst>
            <pc:docMk/>
            <pc:sldMk cId="302276481" sldId="261"/>
            <ac:spMk id="23" creationId="{95A7BBAE-737E-4405-9B37-515D97E5D496}"/>
          </ac:spMkLst>
        </pc:spChg>
        <pc:spChg chg="mod">
          <ac:chgData name="varitsara monsiri" userId="d21832565e14aca8" providerId="LiveId" clId="{E9DC6723-9FC9-431B-87EA-16B4388A27EF}" dt="2023-06-29T11:35:30.826" v="2088" actId="207"/>
          <ac:spMkLst>
            <pc:docMk/>
            <pc:sldMk cId="302276481" sldId="261"/>
            <ac:spMk id="24" creationId="{DB282643-5668-43D2-9A26-A740A075C0A8}"/>
          </ac:spMkLst>
        </pc:spChg>
        <pc:spChg chg="mod">
          <ac:chgData name="varitsara monsiri" userId="d21832565e14aca8" providerId="LiveId" clId="{E9DC6723-9FC9-431B-87EA-16B4388A27EF}" dt="2023-06-29T11:35:35.963" v="2089"/>
          <ac:spMkLst>
            <pc:docMk/>
            <pc:sldMk cId="302276481" sldId="261"/>
            <ac:spMk id="26" creationId="{34924B3F-B738-4074-8CC7-321D1704D1B6}"/>
          </ac:spMkLst>
        </pc:spChg>
        <pc:spChg chg="mod">
          <ac:chgData name="varitsara monsiri" userId="d21832565e14aca8" providerId="LiveId" clId="{E9DC6723-9FC9-431B-87EA-16B4388A27EF}" dt="2023-06-29T11:35:35.963" v="2089"/>
          <ac:spMkLst>
            <pc:docMk/>
            <pc:sldMk cId="302276481" sldId="261"/>
            <ac:spMk id="27" creationId="{E9AE2726-3034-47D2-85AC-07925364953F}"/>
          </ac:spMkLst>
        </pc:spChg>
        <pc:spChg chg="mod">
          <ac:chgData name="varitsara monsiri" userId="d21832565e14aca8" providerId="LiveId" clId="{E9DC6723-9FC9-431B-87EA-16B4388A27EF}" dt="2023-06-29T11:35:35.963" v="2089"/>
          <ac:spMkLst>
            <pc:docMk/>
            <pc:sldMk cId="302276481" sldId="261"/>
            <ac:spMk id="28" creationId="{C4B2BD95-61D9-48DD-8589-56315DCB0983}"/>
          </ac:spMkLst>
        </pc:spChg>
        <pc:spChg chg="mod">
          <ac:chgData name="varitsara monsiri" userId="d21832565e14aca8" providerId="LiveId" clId="{E9DC6723-9FC9-431B-87EA-16B4388A27EF}" dt="2023-06-29T11:35:44.712" v="2091"/>
          <ac:spMkLst>
            <pc:docMk/>
            <pc:sldMk cId="302276481" sldId="261"/>
            <ac:spMk id="30" creationId="{DB67BEE9-30A6-4D83-864A-8553BAE6ADD0}"/>
          </ac:spMkLst>
        </pc:spChg>
        <pc:spChg chg="mod">
          <ac:chgData name="varitsara monsiri" userId="d21832565e14aca8" providerId="LiveId" clId="{E9DC6723-9FC9-431B-87EA-16B4388A27EF}" dt="2023-06-29T11:35:44.712" v="2091"/>
          <ac:spMkLst>
            <pc:docMk/>
            <pc:sldMk cId="302276481" sldId="261"/>
            <ac:spMk id="31" creationId="{BCF5EB86-41A4-42E9-8B84-C55424633986}"/>
          </ac:spMkLst>
        </pc:spChg>
        <pc:spChg chg="mod">
          <ac:chgData name="varitsara monsiri" userId="d21832565e14aca8" providerId="LiveId" clId="{E9DC6723-9FC9-431B-87EA-16B4388A27EF}" dt="2023-06-29T11:35:44.712" v="2091"/>
          <ac:spMkLst>
            <pc:docMk/>
            <pc:sldMk cId="302276481" sldId="261"/>
            <ac:spMk id="32" creationId="{F96BA5A6-4527-4485-AB7D-C5CDAC67D511}"/>
          </ac:spMkLst>
        </pc:spChg>
        <pc:spChg chg="mod">
          <ac:chgData name="varitsara monsiri" userId="d21832565e14aca8" providerId="LiveId" clId="{E9DC6723-9FC9-431B-87EA-16B4388A27EF}" dt="2023-06-29T11:35:44.712" v="2091"/>
          <ac:spMkLst>
            <pc:docMk/>
            <pc:sldMk cId="302276481" sldId="261"/>
            <ac:spMk id="34" creationId="{5F345D29-5272-46AD-B17F-F3E2A3DE8698}"/>
          </ac:spMkLst>
        </pc:spChg>
        <pc:spChg chg="mod">
          <ac:chgData name="varitsara monsiri" userId="d21832565e14aca8" providerId="LiveId" clId="{E9DC6723-9FC9-431B-87EA-16B4388A27EF}" dt="2023-06-29T11:35:44.712" v="2091"/>
          <ac:spMkLst>
            <pc:docMk/>
            <pc:sldMk cId="302276481" sldId="261"/>
            <ac:spMk id="35" creationId="{ECC54B38-BC39-47DE-8376-100A7BE0A116}"/>
          </ac:spMkLst>
        </pc:spChg>
        <pc:spChg chg="mod">
          <ac:chgData name="varitsara monsiri" userId="d21832565e14aca8" providerId="LiveId" clId="{E9DC6723-9FC9-431B-87EA-16B4388A27EF}" dt="2023-06-29T11:35:44.712" v="2091"/>
          <ac:spMkLst>
            <pc:docMk/>
            <pc:sldMk cId="302276481" sldId="261"/>
            <ac:spMk id="36" creationId="{DED66868-3899-4EEB-8690-D1FC2296F348}"/>
          </ac:spMkLst>
        </pc:spChg>
        <pc:spChg chg="mod">
          <ac:chgData name="varitsara monsiri" userId="d21832565e14aca8" providerId="LiveId" clId="{E9DC6723-9FC9-431B-87EA-16B4388A27EF}" dt="2023-06-29T11:35:44.712" v="2091"/>
          <ac:spMkLst>
            <pc:docMk/>
            <pc:sldMk cId="302276481" sldId="261"/>
            <ac:spMk id="38" creationId="{82515E04-E657-4269-AE09-D761926E8CAE}"/>
          </ac:spMkLst>
        </pc:spChg>
        <pc:spChg chg="mod">
          <ac:chgData name="varitsara monsiri" userId="d21832565e14aca8" providerId="LiveId" clId="{E9DC6723-9FC9-431B-87EA-16B4388A27EF}" dt="2023-06-29T11:35:44.712" v="2091"/>
          <ac:spMkLst>
            <pc:docMk/>
            <pc:sldMk cId="302276481" sldId="261"/>
            <ac:spMk id="39" creationId="{100E9C77-2128-408A-9CE2-F095D52549E9}"/>
          </ac:spMkLst>
        </pc:spChg>
        <pc:spChg chg="mod">
          <ac:chgData name="varitsara monsiri" userId="d21832565e14aca8" providerId="LiveId" clId="{E9DC6723-9FC9-431B-87EA-16B4388A27EF}" dt="2023-06-29T11:35:44.712" v="2091"/>
          <ac:spMkLst>
            <pc:docMk/>
            <pc:sldMk cId="302276481" sldId="261"/>
            <ac:spMk id="40" creationId="{B830B424-7A29-4BAA-BCC2-A75CC2B01870}"/>
          </ac:spMkLst>
        </pc:spChg>
        <pc:spChg chg="add del mod">
          <ac:chgData name="varitsara monsiri" userId="d21832565e14aca8" providerId="LiveId" clId="{E9DC6723-9FC9-431B-87EA-16B4388A27EF}" dt="2023-06-29T11:37:08.285" v="2107" actId="478"/>
          <ac:spMkLst>
            <pc:docMk/>
            <pc:sldMk cId="302276481" sldId="261"/>
            <ac:spMk id="42" creationId="{A3E8583C-18B4-4CA9-868E-8118B11BBD10}"/>
          </ac:spMkLst>
        </pc:spChg>
        <pc:spChg chg="add del mod">
          <ac:chgData name="varitsara monsiri" userId="d21832565e14aca8" providerId="LiveId" clId="{E9DC6723-9FC9-431B-87EA-16B4388A27EF}" dt="2023-06-29T11:37:08.285" v="2107" actId="478"/>
          <ac:spMkLst>
            <pc:docMk/>
            <pc:sldMk cId="302276481" sldId="261"/>
            <ac:spMk id="44" creationId="{5C0D35BB-E76E-43F9-8447-8DC81F4CC306}"/>
          </ac:spMkLst>
        </pc:spChg>
        <pc:spChg chg="add del mod">
          <ac:chgData name="varitsara monsiri" userId="d21832565e14aca8" providerId="LiveId" clId="{E9DC6723-9FC9-431B-87EA-16B4388A27EF}" dt="2023-06-30T12:20:03.446" v="7551"/>
          <ac:spMkLst>
            <pc:docMk/>
            <pc:sldMk cId="302276481" sldId="261"/>
            <ac:spMk id="45" creationId="{CA4EDDD8-C3BF-4C33-B35B-CE0F3FED7D3E}"/>
          </ac:spMkLst>
        </pc:spChg>
        <pc:spChg chg="add del mod">
          <ac:chgData name="varitsara monsiri" userId="d21832565e14aca8" providerId="LiveId" clId="{E9DC6723-9FC9-431B-87EA-16B4388A27EF}" dt="2023-06-30T12:20:03.446" v="7551"/>
          <ac:spMkLst>
            <pc:docMk/>
            <pc:sldMk cId="302276481" sldId="261"/>
            <ac:spMk id="46" creationId="{CD1D2D1D-D138-4886-9909-C0F7056227D7}"/>
          </ac:spMkLst>
        </pc:spChg>
        <pc:spChg chg="mod">
          <ac:chgData name="varitsara monsiri" userId="d21832565e14aca8" providerId="LiveId" clId="{E9DC6723-9FC9-431B-87EA-16B4388A27EF}" dt="2023-06-29T11:40:23.417" v="2172"/>
          <ac:spMkLst>
            <pc:docMk/>
            <pc:sldMk cId="302276481" sldId="261"/>
            <ac:spMk id="48" creationId="{BB651B06-DCC2-4ED8-9F2D-7FE424E55967}"/>
          </ac:spMkLst>
        </pc:spChg>
        <pc:spChg chg="mod">
          <ac:chgData name="varitsara monsiri" userId="d21832565e14aca8" providerId="LiveId" clId="{E9DC6723-9FC9-431B-87EA-16B4388A27EF}" dt="2023-06-29T11:40:23.417" v="2172"/>
          <ac:spMkLst>
            <pc:docMk/>
            <pc:sldMk cId="302276481" sldId="261"/>
            <ac:spMk id="49" creationId="{6DCCF93C-F9A1-47DA-B438-069C72ACCAA5}"/>
          </ac:spMkLst>
        </pc:spChg>
        <pc:spChg chg="mod">
          <ac:chgData name="varitsara monsiri" userId="d21832565e14aca8" providerId="LiveId" clId="{E9DC6723-9FC9-431B-87EA-16B4388A27EF}" dt="2023-06-29T11:40:23.417" v="2172"/>
          <ac:spMkLst>
            <pc:docMk/>
            <pc:sldMk cId="302276481" sldId="261"/>
            <ac:spMk id="50" creationId="{0B9816FA-DB91-4868-B66A-6851D110F899}"/>
          </ac:spMkLst>
        </pc:spChg>
        <pc:spChg chg="mod">
          <ac:chgData name="varitsara monsiri" userId="d21832565e14aca8" providerId="LiveId" clId="{E9DC6723-9FC9-431B-87EA-16B4388A27EF}" dt="2023-06-29T11:40:23.417" v="2172"/>
          <ac:spMkLst>
            <pc:docMk/>
            <pc:sldMk cId="302276481" sldId="261"/>
            <ac:spMk id="51" creationId="{C628960D-097B-4F30-AC43-5B4FF0C3F268}"/>
          </ac:spMkLst>
        </pc:spChg>
        <pc:spChg chg="mod">
          <ac:chgData name="varitsara monsiri" userId="d21832565e14aca8" providerId="LiveId" clId="{E9DC6723-9FC9-431B-87EA-16B4388A27EF}" dt="2023-06-29T11:40:23.417" v="2172"/>
          <ac:spMkLst>
            <pc:docMk/>
            <pc:sldMk cId="302276481" sldId="261"/>
            <ac:spMk id="52" creationId="{FBDFA838-9A44-483C-900B-83489918A624}"/>
          </ac:spMkLst>
        </pc:spChg>
        <pc:spChg chg="mod">
          <ac:chgData name="varitsara monsiri" userId="d21832565e14aca8" providerId="LiveId" clId="{E9DC6723-9FC9-431B-87EA-16B4388A27EF}" dt="2023-06-29T11:40:23.417" v="2172"/>
          <ac:spMkLst>
            <pc:docMk/>
            <pc:sldMk cId="302276481" sldId="261"/>
            <ac:spMk id="53" creationId="{D75C8767-6BF7-48B1-BDF2-B3317DA17F44}"/>
          </ac:spMkLst>
        </pc:spChg>
        <pc:spChg chg="mod">
          <ac:chgData name="varitsara monsiri" userId="d21832565e14aca8" providerId="LiveId" clId="{E9DC6723-9FC9-431B-87EA-16B4388A27EF}" dt="2023-06-29T11:40:23.417" v="2172"/>
          <ac:spMkLst>
            <pc:docMk/>
            <pc:sldMk cId="302276481" sldId="261"/>
            <ac:spMk id="54" creationId="{E861DBCA-0A0E-4CB4-8955-2E520DF7694B}"/>
          </ac:spMkLst>
        </pc:spChg>
        <pc:spChg chg="mod">
          <ac:chgData name="varitsara monsiri" userId="d21832565e14aca8" providerId="LiveId" clId="{E9DC6723-9FC9-431B-87EA-16B4388A27EF}" dt="2023-06-29T11:40:23.417" v="2172"/>
          <ac:spMkLst>
            <pc:docMk/>
            <pc:sldMk cId="302276481" sldId="261"/>
            <ac:spMk id="55" creationId="{F014FDD5-2753-4972-8E20-1BD1154F80B5}"/>
          </ac:spMkLst>
        </pc:spChg>
        <pc:spChg chg="mod">
          <ac:chgData name="varitsara monsiri" userId="d21832565e14aca8" providerId="LiveId" clId="{E9DC6723-9FC9-431B-87EA-16B4388A27EF}" dt="2023-06-29T11:40:23.417" v="2172"/>
          <ac:spMkLst>
            <pc:docMk/>
            <pc:sldMk cId="302276481" sldId="261"/>
            <ac:spMk id="57" creationId="{D2F80D1A-DA1C-49D1-8F83-32CE7A46EC11}"/>
          </ac:spMkLst>
        </pc:spChg>
        <pc:spChg chg="mod">
          <ac:chgData name="varitsara monsiri" userId="d21832565e14aca8" providerId="LiveId" clId="{E9DC6723-9FC9-431B-87EA-16B4388A27EF}" dt="2023-06-29T11:40:23.417" v="2172"/>
          <ac:spMkLst>
            <pc:docMk/>
            <pc:sldMk cId="302276481" sldId="261"/>
            <ac:spMk id="58" creationId="{6B1C5E7A-CD37-4D5F-8FBB-E1A197FC1A91}"/>
          </ac:spMkLst>
        </pc:spChg>
        <pc:spChg chg="mod">
          <ac:chgData name="varitsara monsiri" userId="d21832565e14aca8" providerId="LiveId" clId="{E9DC6723-9FC9-431B-87EA-16B4388A27EF}" dt="2023-06-29T11:40:23.417" v="2172"/>
          <ac:spMkLst>
            <pc:docMk/>
            <pc:sldMk cId="302276481" sldId="261"/>
            <ac:spMk id="59" creationId="{0D1FDBF6-530A-418B-934B-AA2B66416C8C}"/>
          </ac:spMkLst>
        </pc:spChg>
        <pc:spChg chg="mod">
          <ac:chgData name="varitsara monsiri" userId="d21832565e14aca8" providerId="LiveId" clId="{E9DC6723-9FC9-431B-87EA-16B4388A27EF}" dt="2023-06-29T11:40:23.417" v="2172"/>
          <ac:spMkLst>
            <pc:docMk/>
            <pc:sldMk cId="302276481" sldId="261"/>
            <ac:spMk id="61" creationId="{FC512738-EF67-465E-964E-B4051D3DE7D8}"/>
          </ac:spMkLst>
        </pc:spChg>
        <pc:spChg chg="mod">
          <ac:chgData name="varitsara monsiri" userId="d21832565e14aca8" providerId="LiveId" clId="{E9DC6723-9FC9-431B-87EA-16B4388A27EF}" dt="2023-06-29T11:40:23.417" v="2172"/>
          <ac:spMkLst>
            <pc:docMk/>
            <pc:sldMk cId="302276481" sldId="261"/>
            <ac:spMk id="62" creationId="{3F058835-E3D2-475A-8EC0-962647E65BB0}"/>
          </ac:spMkLst>
        </pc:spChg>
        <pc:spChg chg="mod">
          <ac:chgData name="varitsara monsiri" userId="d21832565e14aca8" providerId="LiveId" clId="{E9DC6723-9FC9-431B-87EA-16B4388A27EF}" dt="2023-06-29T11:40:23.417" v="2172"/>
          <ac:spMkLst>
            <pc:docMk/>
            <pc:sldMk cId="302276481" sldId="261"/>
            <ac:spMk id="63" creationId="{5F317FE2-E179-428A-B6E3-796C2A757B98}"/>
          </ac:spMkLst>
        </pc:spChg>
        <pc:spChg chg="mod">
          <ac:chgData name="varitsara monsiri" userId="d21832565e14aca8" providerId="LiveId" clId="{E9DC6723-9FC9-431B-87EA-16B4388A27EF}" dt="2023-06-29T11:40:23.417" v="2172"/>
          <ac:spMkLst>
            <pc:docMk/>
            <pc:sldMk cId="302276481" sldId="261"/>
            <ac:spMk id="64" creationId="{AEB16EB1-F98A-4B85-BE76-F56F2BD3E0F4}"/>
          </ac:spMkLst>
        </pc:spChg>
        <pc:spChg chg="mod">
          <ac:chgData name="varitsara monsiri" userId="d21832565e14aca8" providerId="LiveId" clId="{E9DC6723-9FC9-431B-87EA-16B4388A27EF}" dt="2023-06-29T11:40:23.417" v="2172"/>
          <ac:spMkLst>
            <pc:docMk/>
            <pc:sldMk cId="302276481" sldId="261"/>
            <ac:spMk id="65" creationId="{1ECE0705-C57F-40C9-A104-432F710C2704}"/>
          </ac:spMkLst>
        </pc:spChg>
        <pc:spChg chg="mod">
          <ac:chgData name="varitsara monsiri" userId="d21832565e14aca8" providerId="LiveId" clId="{E9DC6723-9FC9-431B-87EA-16B4388A27EF}" dt="2023-06-29T11:40:23.417" v="2172"/>
          <ac:spMkLst>
            <pc:docMk/>
            <pc:sldMk cId="302276481" sldId="261"/>
            <ac:spMk id="67" creationId="{FEA4296C-F193-4055-A920-BD9F4A2E1178}"/>
          </ac:spMkLst>
        </pc:spChg>
        <pc:spChg chg="mod">
          <ac:chgData name="varitsara monsiri" userId="d21832565e14aca8" providerId="LiveId" clId="{E9DC6723-9FC9-431B-87EA-16B4388A27EF}" dt="2023-06-29T11:40:23.417" v="2172"/>
          <ac:spMkLst>
            <pc:docMk/>
            <pc:sldMk cId="302276481" sldId="261"/>
            <ac:spMk id="68" creationId="{61E203E5-F543-49FA-91C8-7106FF5E3B0A}"/>
          </ac:spMkLst>
        </pc:spChg>
        <pc:spChg chg="mod">
          <ac:chgData name="varitsara monsiri" userId="d21832565e14aca8" providerId="LiveId" clId="{E9DC6723-9FC9-431B-87EA-16B4388A27EF}" dt="2023-06-29T11:40:23.417" v="2172"/>
          <ac:spMkLst>
            <pc:docMk/>
            <pc:sldMk cId="302276481" sldId="261"/>
            <ac:spMk id="69" creationId="{EEBE8A22-6C21-4434-8007-B90FB90329CE}"/>
          </ac:spMkLst>
        </pc:spChg>
        <pc:spChg chg="mod">
          <ac:chgData name="varitsara monsiri" userId="d21832565e14aca8" providerId="LiveId" clId="{E9DC6723-9FC9-431B-87EA-16B4388A27EF}" dt="2023-06-29T11:40:23.417" v="2172"/>
          <ac:spMkLst>
            <pc:docMk/>
            <pc:sldMk cId="302276481" sldId="261"/>
            <ac:spMk id="70" creationId="{780BBADF-CB1C-434E-BCB5-B3FC2E498ED2}"/>
          </ac:spMkLst>
        </pc:spChg>
        <pc:spChg chg="mod">
          <ac:chgData name="varitsara monsiri" userId="d21832565e14aca8" providerId="LiveId" clId="{E9DC6723-9FC9-431B-87EA-16B4388A27EF}" dt="2023-06-29T11:40:23.417" v="2172"/>
          <ac:spMkLst>
            <pc:docMk/>
            <pc:sldMk cId="302276481" sldId="261"/>
            <ac:spMk id="71" creationId="{3CBE652D-E192-47A2-BB71-CA58D4D4B5F9}"/>
          </ac:spMkLst>
        </pc:spChg>
        <pc:spChg chg="mod">
          <ac:chgData name="varitsara monsiri" userId="d21832565e14aca8" providerId="LiveId" clId="{E9DC6723-9FC9-431B-87EA-16B4388A27EF}" dt="2023-06-29T11:40:23.417" v="2172"/>
          <ac:spMkLst>
            <pc:docMk/>
            <pc:sldMk cId="302276481" sldId="261"/>
            <ac:spMk id="72" creationId="{1F337BCD-A5D4-4248-A610-9E5D3490F93E}"/>
          </ac:spMkLst>
        </pc:spChg>
        <pc:spChg chg="mod">
          <ac:chgData name="varitsara monsiri" userId="d21832565e14aca8" providerId="LiveId" clId="{E9DC6723-9FC9-431B-87EA-16B4388A27EF}" dt="2023-06-29T11:40:23.417" v="2172"/>
          <ac:spMkLst>
            <pc:docMk/>
            <pc:sldMk cId="302276481" sldId="261"/>
            <ac:spMk id="73" creationId="{819B5AFA-5809-42DE-81F6-9A2A83BBD970}"/>
          </ac:spMkLst>
        </pc:spChg>
        <pc:spChg chg="mod">
          <ac:chgData name="varitsara monsiri" userId="d21832565e14aca8" providerId="LiveId" clId="{E9DC6723-9FC9-431B-87EA-16B4388A27EF}" dt="2023-06-29T11:40:23.417" v="2172"/>
          <ac:spMkLst>
            <pc:docMk/>
            <pc:sldMk cId="302276481" sldId="261"/>
            <ac:spMk id="74" creationId="{F2889E5F-4B81-4FBC-B411-E94F1A8DD947}"/>
          </ac:spMkLst>
        </pc:spChg>
        <pc:spChg chg="mod">
          <ac:chgData name="varitsara monsiri" userId="d21832565e14aca8" providerId="LiveId" clId="{E9DC6723-9FC9-431B-87EA-16B4388A27EF}" dt="2023-06-29T11:40:23.417" v="2172"/>
          <ac:spMkLst>
            <pc:docMk/>
            <pc:sldMk cId="302276481" sldId="261"/>
            <ac:spMk id="75" creationId="{B56E9061-F70B-470A-BF09-341D3F61E301}"/>
          </ac:spMkLst>
        </pc:spChg>
        <pc:spChg chg="mod">
          <ac:chgData name="varitsara monsiri" userId="d21832565e14aca8" providerId="LiveId" clId="{E9DC6723-9FC9-431B-87EA-16B4388A27EF}" dt="2023-06-29T11:40:23.417" v="2172"/>
          <ac:spMkLst>
            <pc:docMk/>
            <pc:sldMk cId="302276481" sldId="261"/>
            <ac:spMk id="77" creationId="{138DDAF1-D391-4710-986E-B8EC4DC67C73}"/>
          </ac:spMkLst>
        </pc:spChg>
        <pc:spChg chg="mod">
          <ac:chgData name="varitsara monsiri" userId="d21832565e14aca8" providerId="LiveId" clId="{E9DC6723-9FC9-431B-87EA-16B4388A27EF}" dt="2023-06-29T11:40:23.417" v="2172"/>
          <ac:spMkLst>
            <pc:docMk/>
            <pc:sldMk cId="302276481" sldId="261"/>
            <ac:spMk id="78" creationId="{13878F39-6D1F-4E1A-B7DF-536D19B701AF}"/>
          </ac:spMkLst>
        </pc:spChg>
        <pc:spChg chg="mod">
          <ac:chgData name="varitsara monsiri" userId="d21832565e14aca8" providerId="LiveId" clId="{E9DC6723-9FC9-431B-87EA-16B4388A27EF}" dt="2023-06-29T11:40:23.417" v="2172"/>
          <ac:spMkLst>
            <pc:docMk/>
            <pc:sldMk cId="302276481" sldId="261"/>
            <ac:spMk id="79" creationId="{9CD4F490-A43E-4262-B347-9842BAA9F9FE}"/>
          </ac:spMkLst>
        </pc:spChg>
        <pc:spChg chg="mod">
          <ac:chgData name="varitsara monsiri" userId="d21832565e14aca8" providerId="LiveId" clId="{E9DC6723-9FC9-431B-87EA-16B4388A27EF}" dt="2023-06-29T11:40:23.417" v="2172"/>
          <ac:spMkLst>
            <pc:docMk/>
            <pc:sldMk cId="302276481" sldId="261"/>
            <ac:spMk id="80" creationId="{BB6D4D8D-5CAC-4E02-9CFB-15D855212D0D}"/>
          </ac:spMkLst>
        </pc:spChg>
        <pc:spChg chg="mod">
          <ac:chgData name="varitsara monsiri" userId="d21832565e14aca8" providerId="LiveId" clId="{E9DC6723-9FC9-431B-87EA-16B4388A27EF}" dt="2023-06-29T11:40:23.417" v="2172"/>
          <ac:spMkLst>
            <pc:docMk/>
            <pc:sldMk cId="302276481" sldId="261"/>
            <ac:spMk id="81" creationId="{5FB5916B-C036-420A-B01D-AA00BD3AEC2F}"/>
          </ac:spMkLst>
        </pc:spChg>
        <pc:spChg chg="mod">
          <ac:chgData name="varitsara monsiri" userId="d21832565e14aca8" providerId="LiveId" clId="{E9DC6723-9FC9-431B-87EA-16B4388A27EF}" dt="2023-06-29T11:40:23.417" v="2172"/>
          <ac:spMkLst>
            <pc:docMk/>
            <pc:sldMk cId="302276481" sldId="261"/>
            <ac:spMk id="82" creationId="{725EED1C-590B-4AEF-858D-BC886790507A}"/>
          </ac:spMkLst>
        </pc:spChg>
        <pc:spChg chg="mod">
          <ac:chgData name="varitsara monsiri" userId="d21832565e14aca8" providerId="LiveId" clId="{E9DC6723-9FC9-431B-87EA-16B4388A27EF}" dt="2023-06-29T11:40:23.417" v="2172"/>
          <ac:spMkLst>
            <pc:docMk/>
            <pc:sldMk cId="302276481" sldId="261"/>
            <ac:spMk id="83" creationId="{B40B4115-EDA9-41AB-8EBD-32BFCE347BB3}"/>
          </ac:spMkLst>
        </pc:spChg>
        <pc:spChg chg="mod">
          <ac:chgData name="varitsara monsiri" userId="d21832565e14aca8" providerId="LiveId" clId="{E9DC6723-9FC9-431B-87EA-16B4388A27EF}" dt="2023-06-29T11:40:23.417" v="2172"/>
          <ac:spMkLst>
            <pc:docMk/>
            <pc:sldMk cId="302276481" sldId="261"/>
            <ac:spMk id="84" creationId="{057F3CD8-C1CC-4505-B8FF-DB438D98A70A}"/>
          </ac:spMkLst>
        </pc:spChg>
        <pc:spChg chg="mod">
          <ac:chgData name="varitsara monsiri" userId="d21832565e14aca8" providerId="LiveId" clId="{E9DC6723-9FC9-431B-87EA-16B4388A27EF}" dt="2023-06-29T11:40:23.417" v="2172"/>
          <ac:spMkLst>
            <pc:docMk/>
            <pc:sldMk cId="302276481" sldId="261"/>
            <ac:spMk id="85" creationId="{4018B9B9-BCE3-4E7F-A713-F3CF3061B6B7}"/>
          </ac:spMkLst>
        </pc:spChg>
        <pc:spChg chg="mod">
          <ac:chgData name="varitsara monsiri" userId="d21832565e14aca8" providerId="LiveId" clId="{E9DC6723-9FC9-431B-87EA-16B4388A27EF}" dt="2023-06-29T11:40:23.417" v="2172"/>
          <ac:spMkLst>
            <pc:docMk/>
            <pc:sldMk cId="302276481" sldId="261"/>
            <ac:spMk id="86" creationId="{9CF8F394-30CA-4631-B70C-E76ABA17B87D}"/>
          </ac:spMkLst>
        </pc:spChg>
        <pc:spChg chg="mod">
          <ac:chgData name="varitsara monsiri" userId="d21832565e14aca8" providerId="LiveId" clId="{E9DC6723-9FC9-431B-87EA-16B4388A27EF}" dt="2023-06-29T11:40:23.417" v="2172"/>
          <ac:spMkLst>
            <pc:docMk/>
            <pc:sldMk cId="302276481" sldId="261"/>
            <ac:spMk id="87" creationId="{DC50EAD7-501F-41A3-8488-47A4408A6101}"/>
          </ac:spMkLst>
        </pc:spChg>
        <pc:spChg chg="mod">
          <ac:chgData name="varitsara monsiri" userId="d21832565e14aca8" providerId="LiveId" clId="{E9DC6723-9FC9-431B-87EA-16B4388A27EF}" dt="2023-06-29T11:40:23.417" v="2172"/>
          <ac:spMkLst>
            <pc:docMk/>
            <pc:sldMk cId="302276481" sldId="261"/>
            <ac:spMk id="88" creationId="{A2411E05-ABD7-4F5B-8756-8E5DCE68A891}"/>
          </ac:spMkLst>
        </pc:spChg>
        <pc:spChg chg="mod">
          <ac:chgData name="varitsara monsiri" userId="d21832565e14aca8" providerId="LiveId" clId="{E9DC6723-9FC9-431B-87EA-16B4388A27EF}" dt="2023-06-29T11:40:23.417" v="2172"/>
          <ac:spMkLst>
            <pc:docMk/>
            <pc:sldMk cId="302276481" sldId="261"/>
            <ac:spMk id="89" creationId="{AA4E6B30-7338-474E-B2D1-C129B92355B7}"/>
          </ac:spMkLst>
        </pc:spChg>
        <pc:spChg chg="mod">
          <ac:chgData name="varitsara monsiri" userId="d21832565e14aca8" providerId="LiveId" clId="{E9DC6723-9FC9-431B-87EA-16B4388A27EF}" dt="2023-06-29T11:40:23.417" v="2172"/>
          <ac:spMkLst>
            <pc:docMk/>
            <pc:sldMk cId="302276481" sldId="261"/>
            <ac:spMk id="90" creationId="{37B0154E-C7A3-482C-96AB-A3DBD80BE778}"/>
          </ac:spMkLst>
        </pc:spChg>
        <pc:spChg chg="mod">
          <ac:chgData name="varitsara monsiri" userId="d21832565e14aca8" providerId="LiveId" clId="{E9DC6723-9FC9-431B-87EA-16B4388A27EF}" dt="2023-06-29T11:40:23.417" v="2172"/>
          <ac:spMkLst>
            <pc:docMk/>
            <pc:sldMk cId="302276481" sldId="261"/>
            <ac:spMk id="91" creationId="{9D16511C-4288-41EE-A6CB-EFE485909953}"/>
          </ac:spMkLst>
        </pc:spChg>
        <pc:spChg chg="mod">
          <ac:chgData name="varitsara monsiri" userId="d21832565e14aca8" providerId="LiveId" clId="{E9DC6723-9FC9-431B-87EA-16B4388A27EF}" dt="2023-06-29T11:40:23.417" v="2172"/>
          <ac:spMkLst>
            <pc:docMk/>
            <pc:sldMk cId="302276481" sldId="261"/>
            <ac:spMk id="92" creationId="{6E73E171-19DF-4AAC-8C6C-F6FDF0A69DEC}"/>
          </ac:spMkLst>
        </pc:spChg>
        <pc:spChg chg="mod">
          <ac:chgData name="varitsara monsiri" userId="d21832565e14aca8" providerId="LiveId" clId="{E9DC6723-9FC9-431B-87EA-16B4388A27EF}" dt="2023-06-29T11:40:23.417" v="2172"/>
          <ac:spMkLst>
            <pc:docMk/>
            <pc:sldMk cId="302276481" sldId="261"/>
            <ac:spMk id="93" creationId="{791673BF-F30D-4221-9C81-1512626F572A}"/>
          </ac:spMkLst>
        </pc:spChg>
        <pc:spChg chg="mod">
          <ac:chgData name="varitsara monsiri" userId="d21832565e14aca8" providerId="LiveId" clId="{E9DC6723-9FC9-431B-87EA-16B4388A27EF}" dt="2023-06-29T11:40:23.417" v="2172"/>
          <ac:spMkLst>
            <pc:docMk/>
            <pc:sldMk cId="302276481" sldId="261"/>
            <ac:spMk id="94" creationId="{6B58AF5B-0607-4996-8428-6B67566E56DD}"/>
          </ac:spMkLst>
        </pc:spChg>
        <pc:spChg chg="mod">
          <ac:chgData name="varitsara monsiri" userId="d21832565e14aca8" providerId="LiveId" clId="{E9DC6723-9FC9-431B-87EA-16B4388A27EF}" dt="2023-06-29T11:40:23.417" v="2172"/>
          <ac:spMkLst>
            <pc:docMk/>
            <pc:sldMk cId="302276481" sldId="261"/>
            <ac:spMk id="95" creationId="{C412DBB4-DF5F-46EF-A5A3-6FE825E0BA6D}"/>
          </ac:spMkLst>
        </pc:spChg>
        <pc:spChg chg="del mod">
          <ac:chgData name="varitsara monsiri" userId="d21832565e14aca8" providerId="LiveId" clId="{E9DC6723-9FC9-431B-87EA-16B4388A27EF}" dt="2023-06-30T12:20:06.665" v="7552" actId="478"/>
          <ac:spMkLst>
            <pc:docMk/>
            <pc:sldMk cId="302276481" sldId="261"/>
            <ac:spMk id="101" creationId="{DBBEBCDB-80BA-4F12-A928-68BC88DD59B2}"/>
          </ac:spMkLst>
        </pc:spChg>
        <pc:spChg chg="mod">
          <ac:chgData name="varitsara monsiri" userId="d21832565e14aca8" providerId="LiveId" clId="{E9DC6723-9FC9-431B-87EA-16B4388A27EF}" dt="2023-06-30T12:20:12.628" v="7554" actId="207"/>
          <ac:spMkLst>
            <pc:docMk/>
            <pc:sldMk cId="302276481" sldId="261"/>
            <ac:spMk id="102" creationId="{0C7F8D72-AD59-46C5-8040-D979E464B988}"/>
          </ac:spMkLst>
        </pc:spChg>
        <pc:spChg chg="mod">
          <ac:chgData name="varitsara monsiri" userId="d21832565e14aca8" providerId="LiveId" clId="{E9DC6723-9FC9-431B-87EA-16B4388A27EF}" dt="2023-06-30T12:20:12.628" v="7554" actId="207"/>
          <ac:spMkLst>
            <pc:docMk/>
            <pc:sldMk cId="302276481" sldId="261"/>
            <ac:spMk id="103" creationId="{C0D850A8-585A-429A-8700-E434519C6294}"/>
          </ac:spMkLst>
        </pc:spChg>
        <pc:spChg chg="del mod">
          <ac:chgData name="varitsara monsiri" userId="d21832565e14aca8" providerId="LiveId" clId="{E9DC6723-9FC9-431B-87EA-16B4388A27EF}" dt="2023-06-30T12:20:06.665" v="7552" actId="478"/>
          <ac:spMkLst>
            <pc:docMk/>
            <pc:sldMk cId="302276481" sldId="261"/>
            <ac:spMk id="104" creationId="{752071F2-B717-4F61-8B8D-1CE3DE9BE62A}"/>
          </ac:spMkLst>
        </pc:spChg>
        <pc:spChg chg="del mod">
          <ac:chgData name="varitsara monsiri" userId="d21832565e14aca8" providerId="LiveId" clId="{E9DC6723-9FC9-431B-87EA-16B4388A27EF}" dt="2023-06-30T12:20:06.665" v="7552" actId="478"/>
          <ac:spMkLst>
            <pc:docMk/>
            <pc:sldMk cId="302276481" sldId="261"/>
            <ac:spMk id="105" creationId="{6C832B4E-896E-4AA3-989B-F04515C33A7A}"/>
          </ac:spMkLst>
        </pc:spChg>
        <pc:grpChg chg="add del mod">
          <ac:chgData name="varitsara monsiri" userId="d21832565e14aca8" providerId="LiveId" clId="{E9DC6723-9FC9-431B-87EA-16B4388A27EF}" dt="2023-06-29T11:34:29.907" v="2073"/>
          <ac:grpSpMkLst>
            <pc:docMk/>
            <pc:sldMk cId="302276481" sldId="261"/>
            <ac:grpSpMk id="14" creationId="{3ACD9F31-7903-48E5-905A-1F9BA0EACABF}"/>
          </ac:grpSpMkLst>
        </pc:grpChg>
        <pc:grpChg chg="add mod">
          <ac:chgData name="varitsara monsiri" userId="d21832565e14aca8" providerId="LiveId" clId="{E9DC6723-9FC9-431B-87EA-16B4388A27EF}" dt="2023-06-29T11:42:01.025" v="2183" actId="164"/>
          <ac:grpSpMkLst>
            <pc:docMk/>
            <pc:sldMk cId="302276481" sldId="261"/>
            <ac:grpSpMk id="17" creationId="{E7391FCA-5AAA-433C-B957-1E1FB022F9A6}"/>
          </ac:grpSpMkLst>
        </pc:grpChg>
        <pc:grpChg chg="add mod">
          <ac:chgData name="varitsara monsiri" userId="d21832565e14aca8" providerId="LiveId" clId="{E9DC6723-9FC9-431B-87EA-16B4388A27EF}" dt="2023-06-29T11:42:08.198" v="2185" actId="164"/>
          <ac:grpSpMkLst>
            <pc:docMk/>
            <pc:sldMk cId="302276481" sldId="261"/>
            <ac:grpSpMk id="21" creationId="{89F0A8CB-05F2-495F-B053-594064BED70B}"/>
          </ac:grpSpMkLst>
        </pc:grpChg>
        <pc:grpChg chg="add mod">
          <ac:chgData name="varitsara monsiri" userId="d21832565e14aca8" providerId="LiveId" clId="{E9DC6723-9FC9-431B-87EA-16B4388A27EF}" dt="2023-06-29T11:42:17.387" v="2188" actId="164"/>
          <ac:grpSpMkLst>
            <pc:docMk/>
            <pc:sldMk cId="302276481" sldId="261"/>
            <ac:grpSpMk id="25" creationId="{45C5D315-F404-4FB8-A320-ADDFA4305EE9}"/>
          </ac:grpSpMkLst>
        </pc:grpChg>
        <pc:grpChg chg="add del mod">
          <ac:chgData name="varitsara monsiri" userId="d21832565e14aca8" providerId="LiveId" clId="{E9DC6723-9FC9-431B-87EA-16B4388A27EF}" dt="2023-06-29T11:37:04.421" v="2105" actId="478"/>
          <ac:grpSpMkLst>
            <pc:docMk/>
            <pc:sldMk cId="302276481" sldId="261"/>
            <ac:grpSpMk id="29" creationId="{C555446D-8255-42D2-ADB5-832F3BC4CA86}"/>
          </ac:grpSpMkLst>
        </pc:grpChg>
        <pc:grpChg chg="add del mod">
          <ac:chgData name="varitsara monsiri" userId="d21832565e14aca8" providerId="LiveId" clId="{E9DC6723-9FC9-431B-87EA-16B4388A27EF}" dt="2023-06-29T11:42:30.298" v="2191" actId="164"/>
          <ac:grpSpMkLst>
            <pc:docMk/>
            <pc:sldMk cId="302276481" sldId="261"/>
            <ac:grpSpMk id="33" creationId="{765C0DD7-BFBE-4674-A149-2492C4E5E7D0}"/>
          </ac:grpSpMkLst>
        </pc:grpChg>
        <pc:grpChg chg="add del mod">
          <ac:chgData name="varitsara monsiri" userId="d21832565e14aca8" providerId="LiveId" clId="{E9DC6723-9FC9-431B-87EA-16B4388A27EF}" dt="2023-06-29T11:42:38.707" v="2194" actId="164"/>
          <ac:grpSpMkLst>
            <pc:docMk/>
            <pc:sldMk cId="302276481" sldId="261"/>
            <ac:grpSpMk id="37" creationId="{519018C3-B761-447F-AB9D-61867DEAEA20}"/>
          </ac:grpSpMkLst>
        </pc:grpChg>
        <pc:grpChg chg="add mod">
          <ac:chgData name="varitsara monsiri" userId="d21832565e14aca8" providerId="LiveId" clId="{E9DC6723-9FC9-431B-87EA-16B4388A27EF}" dt="2023-06-29T11:42:38.707" v="2194" actId="164"/>
          <ac:grpSpMkLst>
            <pc:docMk/>
            <pc:sldMk cId="302276481" sldId="261"/>
            <ac:grpSpMk id="47" creationId="{9939C223-DF0B-4A25-BE69-C6B9B4BEFAE8}"/>
          </ac:grpSpMkLst>
        </pc:grpChg>
        <pc:grpChg chg="add mod">
          <ac:chgData name="varitsara monsiri" userId="d21832565e14aca8" providerId="LiveId" clId="{E9DC6723-9FC9-431B-87EA-16B4388A27EF}" dt="2023-06-29T11:42:17.387" v="2188" actId="164"/>
          <ac:grpSpMkLst>
            <pc:docMk/>
            <pc:sldMk cId="302276481" sldId="261"/>
            <ac:grpSpMk id="56" creationId="{B3E4231F-DED6-4CDD-B9E6-041344638427}"/>
          </ac:grpSpMkLst>
        </pc:grpChg>
        <pc:grpChg chg="add mod">
          <ac:chgData name="varitsara monsiri" userId="d21832565e14aca8" providerId="LiveId" clId="{E9DC6723-9FC9-431B-87EA-16B4388A27EF}" dt="2023-06-29T11:42:01.025" v="2183" actId="164"/>
          <ac:grpSpMkLst>
            <pc:docMk/>
            <pc:sldMk cId="302276481" sldId="261"/>
            <ac:grpSpMk id="60" creationId="{00FC4250-476F-46B4-A351-A4140D899B61}"/>
          </ac:grpSpMkLst>
        </pc:grpChg>
        <pc:grpChg chg="add mod">
          <ac:chgData name="varitsara monsiri" userId="d21832565e14aca8" providerId="LiveId" clId="{E9DC6723-9FC9-431B-87EA-16B4388A27EF}" dt="2023-06-29T11:42:30.298" v="2191" actId="164"/>
          <ac:grpSpMkLst>
            <pc:docMk/>
            <pc:sldMk cId="302276481" sldId="261"/>
            <ac:grpSpMk id="66" creationId="{DF6FEC9F-FF70-4C9B-9A2D-5B4B6559945A}"/>
          </ac:grpSpMkLst>
        </pc:grpChg>
        <pc:grpChg chg="add mod">
          <ac:chgData name="varitsara monsiri" userId="d21832565e14aca8" providerId="LiveId" clId="{E9DC6723-9FC9-431B-87EA-16B4388A27EF}" dt="2023-06-29T11:42:08.198" v="2185" actId="164"/>
          <ac:grpSpMkLst>
            <pc:docMk/>
            <pc:sldMk cId="302276481" sldId="261"/>
            <ac:grpSpMk id="76" creationId="{71D89908-E645-41B2-9D7B-69475F539B1F}"/>
          </ac:grpSpMkLst>
        </pc:grpChg>
        <pc:grpChg chg="add mod">
          <ac:chgData name="varitsara monsiri" userId="d21832565e14aca8" providerId="LiveId" clId="{E9DC6723-9FC9-431B-87EA-16B4388A27EF}" dt="2023-06-29T11:42:01.025" v="2183" actId="164"/>
          <ac:grpSpMkLst>
            <pc:docMk/>
            <pc:sldMk cId="302276481" sldId="261"/>
            <ac:grpSpMk id="96" creationId="{67CB73B8-1FC9-4C93-AED9-A9C1E83B19C3}"/>
          </ac:grpSpMkLst>
        </pc:grpChg>
        <pc:grpChg chg="add mod">
          <ac:chgData name="varitsara monsiri" userId="d21832565e14aca8" providerId="LiveId" clId="{E9DC6723-9FC9-431B-87EA-16B4388A27EF}" dt="2023-06-29T11:42:08.198" v="2185" actId="164"/>
          <ac:grpSpMkLst>
            <pc:docMk/>
            <pc:sldMk cId="302276481" sldId="261"/>
            <ac:grpSpMk id="97" creationId="{ACDE0539-DC19-42FF-9E2B-066E5104746A}"/>
          </ac:grpSpMkLst>
        </pc:grpChg>
        <pc:grpChg chg="add mod">
          <ac:chgData name="varitsara monsiri" userId="d21832565e14aca8" providerId="LiveId" clId="{E9DC6723-9FC9-431B-87EA-16B4388A27EF}" dt="2023-06-29T11:42:17.387" v="2188" actId="164"/>
          <ac:grpSpMkLst>
            <pc:docMk/>
            <pc:sldMk cId="302276481" sldId="261"/>
            <ac:grpSpMk id="98" creationId="{481FB334-6C06-4056-B9D8-77907715BA6F}"/>
          </ac:grpSpMkLst>
        </pc:grpChg>
        <pc:grpChg chg="add mod">
          <ac:chgData name="varitsara monsiri" userId="d21832565e14aca8" providerId="LiveId" clId="{E9DC6723-9FC9-431B-87EA-16B4388A27EF}" dt="2023-06-29T11:42:30.298" v="2191" actId="164"/>
          <ac:grpSpMkLst>
            <pc:docMk/>
            <pc:sldMk cId="302276481" sldId="261"/>
            <ac:grpSpMk id="99" creationId="{1C674ED7-92B1-49AB-90D8-C29EDE14F8AF}"/>
          </ac:grpSpMkLst>
        </pc:grpChg>
        <pc:grpChg chg="add mod">
          <ac:chgData name="varitsara monsiri" userId="d21832565e14aca8" providerId="LiveId" clId="{E9DC6723-9FC9-431B-87EA-16B4388A27EF}" dt="2023-06-29T11:42:38.707" v="2194" actId="164"/>
          <ac:grpSpMkLst>
            <pc:docMk/>
            <pc:sldMk cId="302276481" sldId="261"/>
            <ac:grpSpMk id="100" creationId="{694E2F90-FF42-4700-A945-7F5A18FB2A44}"/>
          </ac:grpSpMkLst>
        </pc:grpChg>
      </pc:sldChg>
      <pc:sldChg chg="addSp delSp modSp new mod ord modClrScheme chgLayout">
        <pc:chgData name="varitsara monsiri" userId="d21832565e14aca8" providerId="LiveId" clId="{E9DC6723-9FC9-431B-87EA-16B4388A27EF}" dt="2023-06-30T12:17:48.896" v="7509"/>
        <pc:sldMkLst>
          <pc:docMk/>
          <pc:sldMk cId="2698049615" sldId="262"/>
        </pc:sldMkLst>
        <pc:spChg chg="add mod ord">
          <ac:chgData name="varitsara monsiri" userId="d21832565e14aca8" providerId="LiveId" clId="{E9DC6723-9FC9-431B-87EA-16B4388A27EF}" dt="2023-06-29T11:28:54.177" v="1963" actId="3064"/>
          <ac:spMkLst>
            <pc:docMk/>
            <pc:sldMk cId="2698049615" sldId="262"/>
            <ac:spMk id="4" creationId="{2646B907-815F-47BE-8BD4-E4DE55CD6586}"/>
          </ac:spMkLst>
        </pc:spChg>
        <pc:spChg chg="add mod ord">
          <ac:chgData name="varitsara monsiri" userId="d21832565e14aca8" providerId="LiveId" clId="{E9DC6723-9FC9-431B-87EA-16B4388A27EF}" dt="2023-06-29T11:28:54.177" v="1963" actId="3064"/>
          <ac:spMkLst>
            <pc:docMk/>
            <pc:sldMk cId="2698049615" sldId="262"/>
            <ac:spMk id="5" creationId="{5CFA3034-9482-4B06-BA91-6759692B68C1}"/>
          </ac:spMkLst>
        </pc:spChg>
        <pc:spChg chg="add mod ord">
          <ac:chgData name="varitsara monsiri" userId="d21832565e14aca8" providerId="LiveId" clId="{E9DC6723-9FC9-431B-87EA-16B4388A27EF}" dt="2023-06-29T11:28:54.177" v="1963" actId="3064"/>
          <ac:spMkLst>
            <pc:docMk/>
            <pc:sldMk cId="2698049615" sldId="262"/>
            <ac:spMk id="6" creationId="{AE83410E-83D7-4820-AAD0-CB611F1AE47A}"/>
          </ac:spMkLst>
        </pc:spChg>
        <pc:spChg chg="add mod ord">
          <ac:chgData name="varitsara monsiri" userId="d21832565e14aca8" providerId="LiveId" clId="{E9DC6723-9FC9-431B-87EA-16B4388A27EF}" dt="2023-06-29T11:28:54.177" v="1963" actId="3064"/>
          <ac:spMkLst>
            <pc:docMk/>
            <pc:sldMk cId="2698049615" sldId="262"/>
            <ac:spMk id="7" creationId="{D62BBA91-CB5B-4B7E-A00B-A29573362938}"/>
          </ac:spMkLst>
        </pc:spChg>
        <pc:spChg chg="add mod ord">
          <ac:chgData name="varitsara monsiri" userId="d21832565e14aca8" providerId="LiveId" clId="{E9DC6723-9FC9-431B-87EA-16B4388A27EF}" dt="2023-06-29T11:28:54.177" v="1963" actId="3064"/>
          <ac:spMkLst>
            <pc:docMk/>
            <pc:sldMk cId="2698049615" sldId="262"/>
            <ac:spMk id="8" creationId="{1660DCA4-DFB1-47FC-8C34-EDE43C7A1ECC}"/>
          </ac:spMkLst>
        </pc:spChg>
        <pc:spChg chg="add mod ord">
          <ac:chgData name="varitsara monsiri" userId="d21832565e14aca8" providerId="LiveId" clId="{E9DC6723-9FC9-431B-87EA-16B4388A27EF}" dt="2023-06-29T11:28:54.177" v="1963" actId="3064"/>
          <ac:spMkLst>
            <pc:docMk/>
            <pc:sldMk cId="2698049615" sldId="262"/>
            <ac:spMk id="9" creationId="{034D2CE9-F2EB-4CB3-9D20-D36092431B15}"/>
          </ac:spMkLst>
        </pc:spChg>
        <pc:spChg chg="add mod ord">
          <ac:chgData name="varitsara monsiri" userId="d21832565e14aca8" providerId="LiveId" clId="{E9DC6723-9FC9-431B-87EA-16B4388A27EF}" dt="2023-06-29T11:28:54.177" v="1963" actId="3064"/>
          <ac:spMkLst>
            <pc:docMk/>
            <pc:sldMk cId="2698049615" sldId="262"/>
            <ac:spMk id="12" creationId="{2BA44623-4A9B-4397-89CD-4503E6D273CD}"/>
          </ac:spMkLst>
        </pc:spChg>
        <pc:spChg chg="add mod ord">
          <ac:chgData name="varitsara monsiri" userId="d21832565e14aca8" providerId="LiveId" clId="{E9DC6723-9FC9-431B-87EA-16B4388A27EF}" dt="2023-06-29T11:28:54.177" v="1963" actId="3064"/>
          <ac:spMkLst>
            <pc:docMk/>
            <pc:sldMk cId="2698049615" sldId="262"/>
            <ac:spMk id="13" creationId="{C5E98B34-143C-42A2-BC25-89058C3DE106}"/>
          </ac:spMkLst>
        </pc:spChg>
        <pc:spChg chg="add mod ord">
          <ac:chgData name="varitsara monsiri" userId="d21832565e14aca8" providerId="LiveId" clId="{E9DC6723-9FC9-431B-87EA-16B4388A27EF}" dt="2023-06-29T11:28:54.177" v="1963" actId="3064"/>
          <ac:spMkLst>
            <pc:docMk/>
            <pc:sldMk cId="2698049615" sldId="262"/>
            <ac:spMk id="14" creationId="{65AC7A0B-83C0-4A4D-A0FF-5D100CB08DC2}"/>
          </ac:spMkLst>
        </pc:spChg>
        <pc:spChg chg="add mod ord">
          <ac:chgData name="varitsara monsiri" userId="d21832565e14aca8" providerId="LiveId" clId="{E9DC6723-9FC9-431B-87EA-16B4388A27EF}" dt="2023-06-29T11:28:54.177" v="1963" actId="3064"/>
          <ac:spMkLst>
            <pc:docMk/>
            <pc:sldMk cId="2698049615" sldId="262"/>
            <ac:spMk id="15" creationId="{97D1060C-8BF0-4D72-9E3A-7D670F06B587}"/>
          </ac:spMkLst>
        </pc:spChg>
        <pc:spChg chg="add del mod">
          <ac:chgData name="varitsara monsiri" userId="d21832565e14aca8" providerId="LiveId" clId="{E9DC6723-9FC9-431B-87EA-16B4388A27EF}" dt="2023-06-29T10:38:43.173" v="1217" actId="478"/>
          <ac:spMkLst>
            <pc:docMk/>
            <pc:sldMk cId="2698049615" sldId="262"/>
            <ac:spMk id="16" creationId="{61A7D725-2D54-4ABD-B376-1D242615C4BC}"/>
          </ac:spMkLst>
        </pc:spChg>
        <pc:spChg chg="add mod">
          <ac:chgData name="varitsara monsiri" userId="d21832565e14aca8" providerId="LiveId" clId="{E9DC6723-9FC9-431B-87EA-16B4388A27EF}" dt="2023-06-30T12:17:48.896" v="7509"/>
          <ac:spMkLst>
            <pc:docMk/>
            <pc:sldMk cId="2698049615" sldId="262"/>
            <ac:spMk id="17" creationId="{00CF93D5-0690-4BCA-B65C-56F1DA0C64F9}"/>
          </ac:spMkLst>
        </pc:spChg>
        <pc:spChg chg="mod">
          <ac:chgData name="varitsara monsiri" userId="d21832565e14aca8" providerId="LiveId" clId="{E9DC6723-9FC9-431B-87EA-16B4388A27EF}" dt="2023-06-29T10:38:27.433" v="1214"/>
          <ac:spMkLst>
            <pc:docMk/>
            <pc:sldMk cId="2698049615" sldId="262"/>
            <ac:spMk id="18" creationId="{4850DE2B-2F93-41F2-92C2-58F2E85B6A28}"/>
          </ac:spMkLst>
        </pc:spChg>
        <pc:spChg chg="add mod">
          <ac:chgData name="varitsara monsiri" userId="d21832565e14aca8" providerId="LiveId" clId="{E9DC6723-9FC9-431B-87EA-16B4388A27EF}" dt="2023-06-30T12:17:48.896" v="7509"/>
          <ac:spMkLst>
            <pc:docMk/>
            <pc:sldMk cId="2698049615" sldId="262"/>
            <ac:spMk id="18" creationId="{D698179C-DD1C-41B7-A2B2-A8220751289F}"/>
          </ac:spMkLst>
        </pc:spChg>
        <pc:spChg chg="mod">
          <ac:chgData name="varitsara monsiri" userId="d21832565e14aca8" providerId="LiveId" clId="{E9DC6723-9FC9-431B-87EA-16B4388A27EF}" dt="2023-06-29T10:38:27.433" v="1214"/>
          <ac:spMkLst>
            <pc:docMk/>
            <pc:sldMk cId="2698049615" sldId="262"/>
            <ac:spMk id="19" creationId="{CC0BD0C0-6E72-4C2C-9C13-59497E98C948}"/>
          </ac:spMkLst>
        </pc:spChg>
        <pc:spChg chg="mod">
          <ac:chgData name="varitsara monsiri" userId="d21832565e14aca8" providerId="LiveId" clId="{E9DC6723-9FC9-431B-87EA-16B4388A27EF}" dt="2023-06-29T10:38:27.433" v="1214"/>
          <ac:spMkLst>
            <pc:docMk/>
            <pc:sldMk cId="2698049615" sldId="262"/>
            <ac:spMk id="20" creationId="{94E562BC-7033-45CA-ACA5-325730F6811B}"/>
          </ac:spMkLst>
        </pc:spChg>
        <pc:spChg chg="mod">
          <ac:chgData name="varitsara monsiri" userId="d21832565e14aca8" providerId="LiveId" clId="{E9DC6723-9FC9-431B-87EA-16B4388A27EF}" dt="2023-06-29T10:38:27.433" v="1214"/>
          <ac:spMkLst>
            <pc:docMk/>
            <pc:sldMk cId="2698049615" sldId="262"/>
            <ac:spMk id="21" creationId="{303AF39D-AF30-4155-B5F1-732CDB869BB2}"/>
          </ac:spMkLst>
        </pc:spChg>
        <pc:spChg chg="mod">
          <ac:chgData name="varitsara monsiri" userId="d21832565e14aca8" providerId="LiveId" clId="{E9DC6723-9FC9-431B-87EA-16B4388A27EF}" dt="2023-06-29T10:38:45.988" v="1218"/>
          <ac:spMkLst>
            <pc:docMk/>
            <pc:sldMk cId="2698049615" sldId="262"/>
            <ac:spMk id="23" creationId="{FF6BD77E-F082-45EF-9A20-C40E6D6C26E5}"/>
          </ac:spMkLst>
        </pc:spChg>
        <pc:spChg chg="mod">
          <ac:chgData name="varitsara monsiri" userId="d21832565e14aca8" providerId="LiveId" clId="{E9DC6723-9FC9-431B-87EA-16B4388A27EF}" dt="2023-06-29T10:38:45.988" v="1218"/>
          <ac:spMkLst>
            <pc:docMk/>
            <pc:sldMk cId="2698049615" sldId="262"/>
            <ac:spMk id="24" creationId="{7FE85F6F-5C0B-4838-9741-0D952B91D059}"/>
          </ac:spMkLst>
        </pc:spChg>
        <pc:spChg chg="mod">
          <ac:chgData name="varitsara monsiri" userId="d21832565e14aca8" providerId="LiveId" clId="{E9DC6723-9FC9-431B-87EA-16B4388A27EF}" dt="2023-06-29T10:38:45.988" v="1218"/>
          <ac:spMkLst>
            <pc:docMk/>
            <pc:sldMk cId="2698049615" sldId="262"/>
            <ac:spMk id="25" creationId="{5413D186-F97A-4C82-8AFC-8BF60C03AD54}"/>
          </ac:spMkLst>
        </pc:spChg>
        <pc:spChg chg="mod">
          <ac:chgData name="varitsara monsiri" userId="d21832565e14aca8" providerId="LiveId" clId="{E9DC6723-9FC9-431B-87EA-16B4388A27EF}" dt="2023-06-29T10:38:45.988" v="1218"/>
          <ac:spMkLst>
            <pc:docMk/>
            <pc:sldMk cId="2698049615" sldId="262"/>
            <ac:spMk id="26" creationId="{318474E8-4A0E-46E0-A3DD-D13EDB728B71}"/>
          </ac:spMkLst>
        </pc:spChg>
        <pc:spChg chg="add del mod">
          <ac:chgData name="varitsara monsiri" userId="d21832565e14aca8" providerId="LiveId" clId="{E9DC6723-9FC9-431B-87EA-16B4388A27EF}" dt="2023-06-30T12:17:48.085" v="7508" actId="478"/>
          <ac:spMkLst>
            <pc:docMk/>
            <pc:sldMk cId="2698049615" sldId="262"/>
            <ac:spMk id="27" creationId="{861320F0-33E9-4FA7-9674-99D0EC144B9F}"/>
          </ac:spMkLst>
        </pc:spChg>
        <pc:spChg chg="add del mod">
          <ac:chgData name="varitsara monsiri" userId="d21832565e14aca8" providerId="LiveId" clId="{E9DC6723-9FC9-431B-87EA-16B4388A27EF}" dt="2023-06-30T12:17:47.146" v="7507" actId="478"/>
          <ac:spMkLst>
            <pc:docMk/>
            <pc:sldMk cId="2698049615" sldId="262"/>
            <ac:spMk id="28" creationId="{CC0CED78-6C80-419F-B33B-5AE2F5FE0557}"/>
          </ac:spMkLst>
        </pc:spChg>
        <pc:spChg chg="mod">
          <ac:chgData name="varitsara monsiri" userId="d21832565e14aca8" providerId="LiveId" clId="{E9DC6723-9FC9-431B-87EA-16B4388A27EF}" dt="2023-06-29T10:49:13.652" v="1314"/>
          <ac:spMkLst>
            <pc:docMk/>
            <pc:sldMk cId="2698049615" sldId="262"/>
            <ac:spMk id="33" creationId="{FE3F207E-EA8B-436E-BB3E-578374F3D209}"/>
          </ac:spMkLst>
        </pc:spChg>
        <pc:spChg chg="mod">
          <ac:chgData name="varitsara monsiri" userId="d21832565e14aca8" providerId="LiveId" clId="{E9DC6723-9FC9-431B-87EA-16B4388A27EF}" dt="2023-06-29T10:49:13.652" v="1314"/>
          <ac:spMkLst>
            <pc:docMk/>
            <pc:sldMk cId="2698049615" sldId="262"/>
            <ac:spMk id="34" creationId="{3F1E5558-1E86-4F06-88F6-59A6372030C6}"/>
          </ac:spMkLst>
        </pc:spChg>
        <pc:spChg chg="mod">
          <ac:chgData name="varitsara monsiri" userId="d21832565e14aca8" providerId="LiveId" clId="{E9DC6723-9FC9-431B-87EA-16B4388A27EF}" dt="2023-06-29T10:49:13.652" v="1314"/>
          <ac:spMkLst>
            <pc:docMk/>
            <pc:sldMk cId="2698049615" sldId="262"/>
            <ac:spMk id="35" creationId="{BBF193F9-E8B3-4789-9A83-6B4D117E3670}"/>
          </ac:spMkLst>
        </pc:spChg>
        <pc:spChg chg="mod">
          <ac:chgData name="varitsara monsiri" userId="d21832565e14aca8" providerId="LiveId" clId="{E9DC6723-9FC9-431B-87EA-16B4388A27EF}" dt="2023-06-29T10:49:13.652" v="1314"/>
          <ac:spMkLst>
            <pc:docMk/>
            <pc:sldMk cId="2698049615" sldId="262"/>
            <ac:spMk id="36" creationId="{61C7FE75-6163-450B-8C34-84695476F276}"/>
          </ac:spMkLst>
        </pc:spChg>
        <pc:grpChg chg="add del mod">
          <ac:chgData name="varitsara monsiri" userId="d21832565e14aca8" providerId="LiveId" clId="{E9DC6723-9FC9-431B-87EA-16B4388A27EF}" dt="2023-06-29T10:39:23.761" v="1223" actId="478"/>
          <ac:grpSpMkLst>
            <pc:docMk/>
            <pc:sldMk cId="2698049615" sldId="262"/>
            <ac:grpSpMk id="17" creationId="{2E4F59F5-F777-42E7-86F1-33B77BA549C9}"/>
          </ac:grpSpMkLst>
        </pc:grpChg>
        <pc:grpChg chg="add del mod">
          <ac:chgData name="varitsara monsiri" userId="d21832565e14aca8" providerId="LiveId" clId="{E9DC6723-9FC9-431B-87EA-16B4388A27EF}" dt="2023-06-29T10:39:22.582" v="1222" actId="478"/>
          <ac:grpSpMkLst>
            <pc:docMk/>
            <pc:sldMk cId="2698049615" sldId="262"/>
            <ac:grpSpMk id="22" creationId="{36D5A5FC-A00E-44A5-84EF-A86CE7E0072D}"/>
          </ac:grpSpMkLst>
        </pc:grpChg>
        <pc:grpChg chg="add del mod ord">
          <ac:chgData name="varitsara monsiri" userId="d21832565e14aca8" providerId="LiveId" clId="{E9DC6723-9FC9-431B-87EA-16B4388A27EF}" dt="2023-06-29T10:49:37.900" v="1322" actId="478"/>
          <ac:grpSpMkLst>
            <pc:docMk/>
            <pc:sldMk cId="2698049615" sldId="262"/>
            <ac:grpSpMk id="32" creationId="{23E48C03-AA36-4879-A698-D6125D3234BB}"/>
          </ac:grpSpMkLst>
        </pc:grpChg>
        <pc:picChg chg="add del mod">
          <ac:chgData name="varitsara monsiri" userId="d21832565e14aca8" providerId="LiveId" clId="{E9DC6723-9FC9-431B-87EA-16B4388A27EF}" dt="2023-06-29T10:30:32.286" v="1101" actId="21"/>
          <ac:picMkLst>
            <pc:docMk/>
            <pc:sldMk cId="2698049615" sldId="262"/>
            <ac:picMk id="3" creationId="{78AB0D6F-FBB3-4F1A-B5DA-F2D4B5EB4443}"/>
          </ac:picMkLst>
        </pc:picChg>
        <pc:picChg chg="add del mod">
          <ac:chgData name="varitsara monsiri" userId="d21832565e14aca8" providerId="LiveId" clId="{E9DC6723-9FC9-431B-87EA-16B4388A27EF}" dt="2023-06-29T10:37:10.443" v="1192" actId="478"/>
          <ac:picMkLst>
            <pc:docMk/>
            <pc:sldMk cId="2698049615" sldId="262"/>
            <ac:picMk id="11" creationId="{D43BF101-B234-4A7A-898D-C927C90675E7}"/>
          </ac:picMkLst>
        </pc:picChg>
        <pc:picChg chg="add mod ord">
          <ac:chgData name="varitsara monsiri" userId="d21832565e14aca8" providerId="LiveId" clId="{E9DC6723-9FC9-431B-87EA-16B4388A27EF}" dt="2023-06-29T10:41:46.720" v="1302" actId="167"/>
          <ac:picMkLst>
            <pc:docMk/>
            <pc:sldMk cId="2698049615" sldId="262"/>
            <ac:picMk id="29" creationId="{68814A85-ED5E-49FD-90F8-0AB6C9AB080F}"/>
          </ac:picMkLst>
        </pc:picChg>
        <pc:picChg chg="add mod ord">
          <ac:chgData name="varitsara monsiri" userId="d21832565e14aca8" providerId="LiveId" clId="{E9DC6723-9FC9-431B-87EA-16B4388A27EF}" dt="2023-06-29T10:41:46.720" v="1302" actId="167"/>
          <ac:picMkLst>
            <pc:docMk/>
            <pc:sldMk cId="2698049615" sldId="262"/>
            <ac:picMk id="30" creationId="{AAE17BC5-880D-4080-8C77-0547A732F10D}"/>
          </ac:picMkLst>
        </pc:picChg>
        <pc:picChg chg="add mod ord">
          <ac:chgData name="varitsara monsiri" userId="d21832565e14aca8" providerId="LiveId" clId="{E9DC6723-9FC9-431B-87EA-16B4388A27EF}" dt="2023-06-29T10:42:38.633" v="1306" actId="207"/>
          <ac:picMkLst>
            <pc:docMk/>
            <pc:sldMk cId="2698049615" sldId="262"/>
            <ac:picMk id="31" creationId="{2C2A2D8F-EFFB-45A0-B5B2-51A5390F615B}"/>
          </ac:picMkLst>
        </pc:picChg>
      </pc:sldChg>
      <pc:sldChg chg="addSp delSp modSp new mod modClrScheme chgLayout">
        <pc:chgData name="varitsara monsiri" userId="d21832565e14aca8" providerId="LiveId" clId="{E9DC6723-9FC9-431B-87EA-16B4388A27EF}" dt="2023-06-30T12:16:41.525" v="7499" actId="167"/>
        <pc:sldMkLst>
          <pc:docMk/>
          <pc:sldMk cId="112203655" sldId="263"/>
        </pc:sldMkLst>
        <pc:spChg chg="add mod">
          <ac:chgData name="varitsara monsiri" userId="d21832565e14aca8" providerId="LiveId" clId="{E9DC6723-9FC9-431B-87EA-16B4388A27EF}" dt="2023-06-29T11:46:56.661" v="2259" actId="20577"/>
          <ac:spMkLst>
            <pc:docMk/>
            <pc:sldMk cId="112203655" sldId="263"/>
            <ac:spMk id="2" creationId="{59865012-0F12-48EC-81D4-FB1FA5738AB7}"/>
          </ac:spMkLst>
        </pc:spChg>
        <pc:spChg chg="add mod">
          <ac:chgData name="varitsara monsiri" userId="d21832565e14aca8" providerId="LiveId" clId="{E9DC6723-9FC9-431B-87EA-16B4388A27EF}" dt="2023-06-29T11:46:32.793" v="2247" actId="20577"/>
          <ac:spMkLst>
            <pc:docMk/>
            <pc:sldMk cId="112203655" sldId="263"/>
            <ac:spMk id="3" creationId="{2720500E-1D70-45FA-BF02-A8FC4FCA784E}"/>
          </ac:spMkLst>
        </pc:spChg>
        <pc:spChg chg="add mod">
          <ac:chgData name="varitsara monsiri" userId="d21832565e14aca8" providerId="LiveId" clId="{E9DC6723-9FC9-431B-87EA-16B4388A27EF}" dt="2023-06-29T11:46:21.009" v="2238" actId="20577"/>
          <ac:spMkLst>
            <pc:docMk/>
            <pc:sldMk cId="112203655" sldId="263"/>
            <ac:spMk id="4" creationId="{2F96FF11-2B56-4492-A747-FA85ABA7CF82}"/>
          </ac:spMkLst>
        </pc:spChg>
        <pc:spChg chg="add mod">
          <ac:chgData name="varitsara monsiri" userId="d21832565e14aca8" providerId="LiveId" clId="{E9DC6723-9FC9-431B-87EA-16B4388A27EF}" dt="2023-06-29T11:46:46.228" v="2256" actId="20577"/>
          <ac:spMkLst>
            <pc:docMk/>
            <pc:sldMk cId="112203655" sldId="263"/>
            <ac:spMk id="5" creationId="{D4E322F0-9334-4AD9-A772-A743FCE4CA1D}"/>
          </ac:spMkLst>
        </pc:spChg>
        <pc:spChg chg="add mod">
          <ac:chgData name="varitsara monsiri" userId="d21832565e14aca8" providerId="LiveId" clId="{E9DC6723-9FC9-431B-87EA-16B4388A27EF}" dt="2023-06-29T11:46:30.544" v="2244" actId="20577"/>
          <ac:spMkLst>
            <pc:docMk/>
            <pc:sldMk cId="112203655" sldId="263"/>
            <ac:spMk id="6" creationId="{22AD210F-8A33-498B-9672-20466C46143B}"/>
          </ac:spMkLst>
        </pc:spChg>
        <pc:spChg chg="add mod">
          <ac:chgData name="varitsara monsiri" userId="d21832565e14aca8" providerId="LiveId" clId="{E9DC6723-9FC9-431B-87EA-16B4388A27EF}" dt="2023-06-29T11:46:18.857" v="2235" actId="20577"/>
          <ac:spMkLst>
            <pc:docMk/>
            <pc:sldMk cId="112203655" sldId="263"/>
            <ac:spMk id="7" creationId="{8FAB5492-6EEC-4493-A732-5FC63F2D2CB8}"/>
          </ac:spMkLst>
        </pc:spChg>
        <pc:spChg chg="add mod">
          <ac:chgData name="varitsara monsiri" userId="d21832565e14aca8" providerId="LiveId" clId="{E9DC6723-9FC9-431B-87EA-16B4388A27EF}" dt="2023-06-29T11:46:41.792" v="2253" actId="20577"/>
          <ac:spMkLst>
            <pc:docMk/>
            <pc:sldMk cId="112203655" sldId="263"/>
            <ac:spMk id="8" creationId="{BCD03B69-9572-4D4E-8BED-3F2D4D4FBC00}"/>
          </ac:spMkLst>
        </pc:spChg>
        <pc:spChg chg="add mod">
          <ac:chgData name="varitsara monsiri" userId="d21832565e14aca8" providerId="LiveId" clId="{E9DC6723-9FC9-431B-87EA-16B4388A27EF}" dt="2023-06-29T11:46:28.348" v="2241" actId="20577"/>
          <ac:spMkLst>
            <pc:docMk/>
            <pc:sldMk cId="112203655" sldId="263"/>
            <ac:spMk id="9" creationId="{D1D31784-173E-471B-A556-E57E44732B5B}"/>
          </ac:spMkLst>
        </pc:spChg>
        <pc:spChg chg="add mod">
          <ac:chgData name="varitsara monsiri" userId="d21832565e14aca8" providerId="LiveId" clId="{E9DC6723-9FC9-431B-87EA-16B4388A27EF}" dt="2023-06-29T11:46:16.520" v="2232" actId="20577"/>
          <ac:spMkLst>
            <pc:docMk/>
            <pc:sldMk cId="112203655" sldId="263"/>
            <ac:spMk id="10" creationId="{FFF75F4A-2142-43F7-B2F0-7D29F985F251}"/>
          </ac:spMkLst>
        </pc:spChg>
        <pc:spChg chg="add mod">
          <ac:chgData name="varitsara monsiri" userId="d21832565e14aca8" providerId="LiveId" clId="{E9DC6723-9FC9-431B-87EA-16B4388A27EF}" dt="2023-06-29T11:46:38.724" v="2250" actId="20577"/>
          <ac:spMkLst>
            <pc:docMk/>
            <pc:sldMk cId="112203655" sldId="263"/>
            <ac:spMk id="11" creationId="{1A9AF676-9DC7-4D15-93A6-CDF20ACAA2CC}"/>
          </ac:spMkLst>
        </pc:spChg>
        <pc:spChg chg="add mod">
          <ac:chgData name="varitsara monsiri" userId="d21832565e14aca8" providerId="LiveId" clId="{E9DC6723-9FC9-431B-87EA-16B4388A27EF}" dt="2023-06-29T11:47:13.623" v="2261" actId="20577"/>
          <ac:spMkLst>
            <pc:docMk/>
            <pc:sldMk cId="112203655" sldId="263"/>
            <ac:spMk id="12" creationId="{EA8AB9F1-B1DD-427C-A8EE-A29D5F44EC64}"/>
          </ac:spMkLst>
        </pc:spChg>
        <pc:spChg chg="add mod">
          <ac:chgData name="varitsara monsiri" userId="d21832565e14aca8" providerId="LiveId" clId="{E9DC6723-9FC9-431B-87EA-16B4388A27EF}" dt="2023-06-29T11:47:23.339" v="2263" actId="20577"/>
          <ac:spMkLst>
            <pc:docMk/>
            <pc:sldMk cId="112203655" sldId="263"/>
            <ac:spMk id="13" creationId="{9A179DAD-FBBC-4BF5-89AF-9AFB4205825A}"/>
          </ac:spMkLst>
        </pc:spChg>
        <pc:spChg chg="del mod topLvl">
          <ac:chgData name="varitsara monsiri" userId="d21832565e14aca8" providerId="LiveId" clId="{E9DC6723-9FC9-431B-87EA-16B4388A27EF}" dt="2023-06-30T12:15:38.209" v="7474"/>
          <ac:spMkLst>
            <pc:docMk/>
            <pc:sldMk cId="112203655" sldId="263"/>
            <ac:spMk id="15" creationId="{F656F52A-185E-4046-8A9A-51C390570018}"/>
          </ac:spMkLst>
        </pc:spChg>
        <pc:spChg chg="del mod topLvl">
          <ac:chgData name="varitsara monsiri" userId="d21832565e14aca8" providerId="LiveId" clId="{E9DC6723-9FC9-431B-87EA-16B4388A27EF}" dt="2023-06-30T12:15:48.952" v="7480"/>
          <ac:spMkLst>
            <pc:docMk/>
            <pc:sldMk cId="112203655" sldId="263"/>
            <ac:spMk id="16" creationId="{4177CAA0-A818-4AD7-B927-658AC1773229}"/>
          </ac:spMkLst>
        </pc:spChg>
        <pc:spChg chg="del mod topLvl">
          <ac:chgData name="varitsara monsiri" userId="d21832565e14aca8" providerId="LiveId" clId="{E9DC6723-9FC9-431B-87EA-16B4388A27EF}" dt="2023-06-30T12:15:58.251" v="7486"/>
          <ac:spMkLst>
            <pc:docMk/>
            <pc:sldMk cId="112203655" sldId="263"/>
            <ac:spMk id="17" creationId="{6B338662-1920-45FA-92EE-67ADCEBA552A}"/>
          </ac:spMkLst>
        </pc:spChg>
        <pc:spChg chg="del mod topLvl">
          <ac:chgData name="varitsara monsiri" userId="d21832565e14aca8" providerId="LiveId" clId="{E9DC6723-9FC9-431B-87EA-16B4388A27EF}" dt="2023-06-30T12:16:07.092" v="7492"/>
          <ac:spMkLst>
            <pc:docMk/>
            <pc:sldMk cId="112203655" sldId="263"/>
            <ac:spMk id="18" creationId="{AF764880-114A-48E5-AC9F-1D919FE66B6E}"/>
          </ac:spMkLst>
        </pc:spChg>
        <pc:spChg chg="del mod topLvl">
          <ac:chgData name="varitsara monsiri" userId="d21832565e14aca8" providerId="LiveId" clId="{E9DC6723-9FC9-431B-87EA-16B4388A27EF}" dt="2023-06-29T12:11:03.604" v="2308" actId="478"/>
          <ac:spMkLst>
            <pc:docMk/>
            <pc:sldMk cId="112203655" sldId="263"/>
            <ac:spMk id="21" creationId="{68160342-8785-42D0-BC63-75A36E3C8EDD}"/>
          </ac:spMkLst>
        </pc:spChg>
        <pc:spChg chg="add del mod">
          <ac:chgData name="varitsara monsiri" userId="d21832565e14aca8" providerId="LiveId" clId="{E9DC6723-9FC9-431B-87EA-16B4388A27EF}" dt="2023-06-30T12:15:38.209" v="7474"/>
          <ac:spMkLst>
            <pc:docMk/>
            <pc:sldMk cId="112203655" sldId="263"/>
            <ac:spMk id="22" creationId="{017C889D-DEA1-4A07-8385-91E7A46D4764}"/>
          </ac:spMkLst>
        </pc:spChg>
        <pc:spChg chg="add mod">
          <ac:chgData name="varitsara monsiri" userId="d21832565e14aca8" providerId="LiveId" clId="{E9DC6723-9FC9-431B-87EA-16B4388A27EF}" dt="2023-06-30T12:15:34.525" v="7473" actId="571"/>
          <ac:spMkLst>
            <pc:docMk/>
            <pc:sldMk cId="112203655" sldId="263"/>
            <ac:spMk id="23" creationId="{2A61B727-FFAB-446F-B4A5-48B03A923BF9}"/>
          </ac:spMkLst>
        </pc:spChg>
        <pc:spChg chg="add mod">
          <ac:chgData name="varitsara monsiri" userId="d21832565e14aca8" providerId="LiveId" clId="{E9DC6723-9FC9-431B-87EA-16B4388A27EF}" dt="2023-06-30T12:15:34.525" v="7473" actId="571"/>
          <ac:spMkLst>
            <pc:docMk/>
            <pc:sldMk cId="112203655" sldId="263"/>
            <ac:spMk id="25" creationId="{849FD3C7-5311-46CC-B7FD-7B35C7441732}"/>
          </ac:spMkLst>
        </pc:spChg>
        <pc:spChg chg="mod">
          <ac:chgData name="varitsara monsiri" userId="d21832565e14aca8" providerId="LiveId" clId="{E9DC6723-9FC9-431B-87EA-16B4388A27EF}" dt="2023-06-30T12:16:27.184" v="7494" actId="164"/>
          <ac:spMkLst>
            <pc:docMk/>
            <pc:sldMk cId="112203655" sldId="263"/>
            <ac:spMk id="28" creationId="{ED4F8447-FC67-462A-ADF3-39463280D8A1}"/>
          </ac:spMkLst>
        </pc:spChg>
        <pc:spChg chg="add del mod">
          <ac:chgData name="varitsara monsiri" userId="d21832565e14aca8" providerId="LiveId" clId="{E9DC6723-9FC9-431B-87EA-16B4388A27EF}" dt="2023-06-30T12:15:48.952" v="7480"/>
          <ac:spMkLst>
            <pc:docMk/>
            <pc:sldMk cId="112203655" sldId="263"/>
            <ac:spMk id="29" creationId="{B336860F-A7F2-4A6A-B4E2-3446458E173C}"/>
          </ac:spMkLst>
        </pc:spChg>
        <pc:spChg chg="add mod">
          <ac:chgData name="varitsara monsiri" userId="d21832565e14aca8" providerId="LiveId" clId="{E9DC6723-9FC9-431B-87EA-16B4388A27EF}" dt="2023-06-30T12:15:45.421" v="7479" actId="571"/>
          <ac:spMkLst>
            <pc:docMk/>
            <pc:sldMk cId="112203655" sldId="263"/>
            <ac:spMk id="30" creationId="{C46C6021-6246-4893-9831-D0147CD8C668}"/>
          </ac:spMkLst>
        </pc:spChg>
        <pc:spChg chg="add mod">
          <ac:chgData name="varitsara monsiri" userId="d21832565e14aca8" providerId="LiveId" clId="{E9DC6723-9FC9-431B-87EA-16B4388A27EF}" dt="2023-06-30T12:15:45.421" v="7479" actId="571"/>
          <ac:spMkLst>
            <pc:docMk/>
            <pc:sldMk cId="112203655" sldId="263"/>
            <ac:spMk id="31" creationId="{557B584A-B44D-4FE3-A6F4-D2156B03E8FA}"/>
          </ac:spMkLst>
        </pc:spChg>
        <pc:spChg chg="mod">
          <ac:chgData name="varitsara monsiri" userId="d21832565e14aca8" providerId="LiveId" clId="{E9DC6723-9FC9-431B-87EA-16B4388A27EF}" dt="2023-06-30T12:16:27.184" v="7494" actId="164"/>
          <ac:spMkLst>
            <pc:docMk/>
            <pc:sldMk cId="112203655" sldId="263"/>
            <ac:spMk id="32" creationId="{2D83A1B4-640A-4A3E-9053-EA2DF8A4F943}"/>
          </ac:spMkLst>
        </pc:spChg>
        <pc:spChg chg="add del mod">
          <ac:chgData name="varitsara monsiri" userId="d21832565e14aca8" providerId="LiveId" clId="{E9DC6723-9FC9-431B-87EA-16B4388A27EF}" dt="2023-06-30T12:15:58.251" v="7486"/>
          <ac:spMkLst>
            <pc:docMk/>
            <pc:sldMk cId="112203655" sldId="263"/>
            <ac:spMk id="33" creationId="{91893711-844E-4E56-AEA2-980F48AC4F52}"/>
          </ac:spMkLst>
        </pc:spChg>
        <pc:spChg chg="add mod">
          <ac:chgData name="varitsara monsiri" userId="d21832565e14aca8" providerId="LiveId" clId="{E9DC6723-9FC9-431B-87EA-16B4388A27EF}" dt="2023-06-30T12:15:54.090" v="7485" actId="571"/>
          <ac:spMkLst>
            <pc:docMk/>
            <pc:sldMk cId="112203655" sldId="263"/>
            <ac:spMk id="34" creationId="{32DEAC6B-4C0E-42BC-A092-CA231DA1571D}"/>
          </ac:spMkLst>
        </pc:spChg>
        <pc:spChg chg="add mod">
          <ac:chgData name="varitsara monsiri" userId="d21832565e14aca8" providerId="LiveId" clId="{E9DC6723-9FC9-431B-87EA-16B4388A27EF}" dt="2023-06-30T12:15:54.090" v="7485" actId="571"/>
          <ac:spMkLst>
            <pc:docMk/>
            <pc:sldMk cId="112203655" sldId="263"/>
            <ac:spMk id="35" creationId="{112E8A0C-7115-41B3-8262-B61A80CC8B4D}"/>
          </ac:spMkLst>
        </pc:spChg>
        <pc:spChg chg="mod">
          <ac:chgData name="varitsara monsiri" userId="d21832565e14aca8" providerId="LiveId" clId="{E9DC6723-9FC9-431B-87EA-16B4388A27EF}" dt="2023-06-30T12:16:27.184" v="7494" actId="164"/>
          <ac:spMkLst>
            <pc:docMk/>
            <pc:sldMk cId="112203655" sldId="263"/>
            <ac:spMk id="36" creationId="{7D13EFF1-92B5-40FA-99FF-6FC90A55F9DB}"/>
          </ac:spMkLst>
        </pc:spChg>
        <pc:spChg chg="add del mod">
          <ac:chgData name="varitsara monsiri" userId="d21832565e14aca8" providerId="LiveId" clId="{E9DC6723-9FC9-431B-87EA-16B4388A27EF}" dt="2023-06-30T12:16:07.092" v="7492"/>
          <ac:spMkLst>
            <pc:docMk/>
            <pc:sldMk cId="112203655" sldId="263"/>
            <ac:spMk id="37" creationId="{9FA288F8-CAD6-41BD-A4B8-5D99A1437B1E}"/>
          </ac:spMkLst>
        </pc:spChg>
        <pc:spChg chg="add mod">
          <ac:chgData name="varitsara monsiri" userId="d21832565e14aca8" providerId="LiveId" clId="{E9DC6723-9FC9-431B-87EA-16B4388A27EF}" dt="2023-06-30T12:16:03.469" v="7491" actId="571"/>
          <ac:spMkLst>
            <pc:docMk/>
            <pc:sldMk cId="112203655" sldId="263"/>
            <ac:spMk id="38" creationId="{5F59C310-DA9C-4FB6-BE1A-AFF9A3B0D65E}"/>
          </ac:spMkLst>
        </pc:spChg>
        <pc:spChg chg="add mod">
          <ac:chgData name="varitsara monsiri" userId="d21832565e14aca8" providerId="LiveId" clId="{E9DC6723-9FC9-431B-87EA-16B4388A27EF}" dt="2023-06-30T12:16:03.469" v="7491" actId="571"/>
          <ac:spMkLst>
            <pc:docMk/>
            <pc:sldMk cId="112203655" sldId="263"/>
            <ac:spMk id="39" creationId="{B8D48C88-DEF3-45E2-B2DF-8BA1039AE243}"/>
          </ac:spMkLst>
        </pc:spChg>
        <pc:spChg chg="mod">
          <ac:chgData name="varitsara monsiri" userId="d21832565e14aca8" providerId="LiveId" clId="{E9DC6723-9FC9-431B-87EA-16B4388A27EF}" dt="2023-06-30T12:16:27.184" v="7494" actId="164"/>
          <ac:spMkLst>
            <pc:docMk/>
            <pc:sldMk cId="112203655" sldId="263"/>
            <ac:spMk id="40" creationId="{F43C9F9E-D9D4-4462-A602-E96C390D92C5}"/>
          </ac:spMkLst>
        </pc:spChg>
        <pc:spChg chg="add mod ord">
          <ac:chgData name="varitsara monsiri" userId="d21832565e14aca8" providerId="LiveId" clId="{E9DC6723-9FC9-431B-87EA-16B4388A27EF}" dt="2023-06-30T12:16:41.525" v="7499" actId="167"/>
          <ac:spMkLst>
            <pc:docMk/>
            <pc:sldMk cId="112203655" sldId="263"/>
            <ac:spMk id="41" creationId="{AA467178-5E9E-4951-AC79-49286985032A}"/>
          </ac:spMkLst>
        </pc:spChg>
        <pc:grpChg chg="add del mod">
          <ac:chgData name="varitsara monsiri" userId="d21832565e14aca8" providerId="LiveId" clId="{E9DC6723-9FC9-431B-87EA-16B4388A27EF}" dt="2023-06-30T12:15:30.149" v="7471" actId="165"/>
          <ac:grpSpMkLst>
            <pc:docMk/>
            <pc:sldMk cId="112203655" sldId="263"/>
            <ac:grpSpMk id="14" creationId="{A55E75FB-645E-459C-8969-7826666DF50D}"/>
          </ac:grpSpMkLst>
        </pc:grpChg>
        <pc:grpChg chg="add del mod">
          <ac:chgData name="varitsara monsiri" userId="d21832565e14aca8" providerId="LiveId" clId="{E9DC6723-9FC9-431B-87EA-16B4388A27EF}" dt="2023-06-29T12:10:43.390" v="2305" actId="165"/>
          <ac:grpSpMkLst>
            <pc:docMk/>
            <pc:sldMk cId="112203655" sldId="263"/>
            <ac:grpSpMk id="19" creationId="{1EAE9BF0-640A-4B07-9EE1-06DED4677B8A}"/>
          </ac:grpSpMkLst>
        </pc:grpChg>
        <pc:grpChg chg="add mod">
          <ac:chgData name="varitsara monsiri" userId="d21832565e14aca8" providerId="LiveId" clId="{E9DC6723-9FC9-431B-87EA-16B4388A27EF}" dt="2023-06-30T12:16:27.184" v="7494" actId="164"/>
          <ac:grpSpMkLst>
            <pc:docMk/>
            <pc:sldMk cId="112203655" sldId="263"/>
            <ac:grpSpMk id="19" creationId="{88A41CA9-30A1-48BF-B333-3988512315EB}"/>
          </ac:grpSpMkLst>
        </pc:grpChg>
        <pc:picChg chg="del mod topLvl">
          <ac:chgData name="varitsara monsiri" userId="d21832565e14aca8" providerId="LiveId" clId="{E9DC6723-9FC9-431B-87EA-16B4388A27EF}" dt="2023-06-29T12:11:18.284" v="2310" actId="478"/>
          <ac:picMkLst>
            <pc:docMk/>
            <pc:sldMk cId="112203655" sldId="263"/>
            <ac:picMk id="20" creationId="{10CEF978-2B54-4109-822C-3C8A192016B0}"/>
          </ac:picMkLst>
        </pc:picChg>
        <pc:cxnChg chg="add del mod">
          <ac:chgData name="varitsara monsiri" userId="d21832565e14aca8" providerId="LiveId" clId="{E9DC6723-9FC9-431B-87EA-16B4388A27EF}" dt="2023-06-29T12:28:53.857" v="2950" actId="21"/>
          <ac:cxnSpMkLst>
            <pc:docMk/>
            <pc:sldMk cId="112203655" sldId="263"/>
            <ac:cxnSpMk id="23" creationId="{9B057AA4-2C05-4EC4-A0E1-A991876BF839}"/>
          </ac:cxnSpMkLst>
        </pc:cxnChg>
        <pc:cxnChg chg="add mod">
          <ac:chgData name="varitsara monsiri" userId="d21832565e14aca8" providerId="LiveId" clId="{E9DC6723-9FC9-431B-87EA-16B4388A27EF}" dt="2023-06-29T12:30:06.602" v="2964" actId="12788"/>
          <ac:cxnSpMkLst>
            <pc:docMk/>
            <pc:sldMk cId="112203655" sldId="263"/>
            <ac:cxnSpMk id="24" creationId="{ED8B7B97-6F65-410A-A69F-0BA7E30FFE53}"/>
          </ac:cxnSpMkLst>
        </pc:cxnChg>
        <pc:cxnChg chg="add mod">
          <ac:chgData name="varitsara monsiri" userId="d21832565e14aca8" providerId="LiveId" clId="{E9DC6723-9FC9-431B-87EA-16B4388A27EF}" dt="2023-06-29T12:30:11.073" v="2965" actId="465"/>
          <ac:cxnSpMkLst>
            <pc:docMk/>
            <pc:sldMk cId="112203655" sldId="263"/>
            <ac:cxnSpMk id="26" creationId="{A37228A8-84B3-4962-97A2-CC3818BD387C}"/>
          </ac:cxnSpMkLst>
        </pc:cxnChg>
        <pc:cxnChg chg="add mod">
          <ac:chgData name="varitsara monsiri" userId="d21832565e14aca8" providerId="LiveId" clId="{E9DC6723-9FC9-431B-87EA-16B4388A27EF}" dt="2023-06-29T12:30:06.602" v="2964" actId="12788"/>
          <ac:cxnSpMkLst>
            <pc:docMk/>
            <pc:sldMk cId="112203655" sldId="263"/>
            <ac:cxnSpMk id="27" creationId="{D941893B-8989-4E8A-A467-A4C2FF10998E}"/>
          </ac:cxnSpMkLst>
        </pc:cxnChg>
      </pc:sldChg>
      <pc:sldChg chg="addSp delSp modSp new mod modClrScheme chgLayout">
        <pc:chgData name="varitsara monsiri" userId="d21832565e14aca8" providerId="LiveId" clId="{E9DC6723-9FC9-431B-87EA-16B4388A27EF}" dt="2023-06-30T12:30:29.230" v="7894" actId="207"/>
        <pc:sldMkLst>
          <pc:docMk/>
          <pc:sldMk cId="2661209507" sldId="264"/>
        </pc:sldMkLst>
        <pc:spChg chg="add mod">
          <ac:chgData name="varitsara monsiri" userId="d21832565e14aca8" providerId="LiveId" clId="{E9DC6723-9FC9-431B-87EA-16B4388A27EF}" dt="2023-06-29T12:13:26.875" v="2369" actId="20577"/>
          <ac:spMkLst>
            <pc:docMk/>
            <pc:sldMk cId="2661209507" sldId="264"/>
            <ac:spMk id="2" creationId="{45838F20-ACF7-43DA-B0C5-9C6F097CC320}"/>
          </ac:spMkLst>
        </pc:spChg>
        <pc:spChg chg="add mod">
          <ac:chgData name="varitsara monsiri" userId="d21832565e14aca8" providerId="LiveId" clId="{E9DC6723-9FC9-431B-87EA-16B4388A27EF}" dt="2023-06-29T12:13:04.643" v="2365" actId="20577"/>
          <ac:spMkLst>
            <pc:docMk/>
            <pc:sldMk cId="2661209507" sldId="264"/>
            <ac:spMk id="3" creationId="{4E299CD8-A1B9-4D83-8E3F-486797EE28A7}"/>
          </ac:spMkLst>
        </pc:spChg>
        <pc:spChg chg="del mod topLvl">
          <ac:chgData name="varitsara monsiri" userId="d21832565e14aca8" providerId="LiveId" clId="{E9DC6723-9FC9-431B-87EA-16B4388A27EF}" dt="2023-06-30T12:12:50.216" v="7370"/>
          <ac:spMkLst>
            <pc:docMk/>
            <pc:sldMk cId="2661209507" sldId="264"/>
            <ac:spMk id="5" creationId="{B19CEE6F-1967-487D-A58F-AE1921D6D08B}"/>
          </ac:spMkLst>
        </pc:spChg>
        <pc:spChg chg="del mod topLvl">
          <ac:chgData name="varitsara monsiri" userId="d21832565e14aca8" providerId="LiveId" clId="{E9DC6723-9FC9-431B-87EA-16B4388A27EF}" dt="2023-06-30T12:12:59.998" v="7376"/>
          <ac:spMkLst>
            <pc:docMk/>
            <pc:sldMk cId="2661209507" sldId="264"/>
            <ac:spMk id="6" creationId="{49BF0CCA-BB88-48E6-98C6-6E28003514E5}"/>
          </ac:spMkLst>
        </pc:spChg>
        <pc:spChg chg="del mod topLvl">
          <ac:chgData name="varitsara monsiri" userId="d21832565e14aca8" providerId="LiveId" clId="{E9DC6723-9FC9-431B-87EA-16B4388A27EF}" dt="2023-06-30T12:13:10.788" v="7382"/>
          <ac:spMkLst>
            <pc:docMk/>
            <pc:sldMk cId="2661209507" sldId="264"/>
            <ac:spMk id="7" creationId="{723EF598-4277-4C18-97F0-A77F1F0F170B}"/>
          </ac:spMkLst>
        </pc:spChg>
        <pc:spChg chg="del mod topLvl">
          <ac:chgData name="varitsara monsiri" userId="d21832565e14aca8" providerId="LiveId" clId="{E9DC6723-9FC9-431B-87EA-16B4388A27EF}" dt="2023-06-30T12:13:22.454" v="7388"/>
          <ac:spMkLst>
            <pc:docMk/>
            <pc:sldMk cId="2661209507" sldId="264"/>
            <ac:spMk id="8" creationId="{7144100A-6D90-4C57-9E3E-654A0FFC5CE3}"/>
          </ac:spMkLst>
        </pc:spChg>
        <pc:spChg chg="del mod topLvl">
          <ac:chgData name="varitsara monsiri" userId="d21832565e14aca8" providerId="LiveId" clId="{E9DC6723-9FC9-431B-87EA-16B4388A27EF}" dt="2023-06-30T12:14:31.493" v="7431"/>
          <ac:spMkLst>
            <pc:docMk/>
            <pc:sldMk cId="2661209507" sldId="264"/>
            <ac:spMk id="10" creationId="{D8C5A5EE-E1A4-433E-BD29-6720683261FE}"/>
          </ac:spMkLst>
        </pc:spChg>
        <pc:spChg chg="del mod topLvl">
          <ac:chgData name="varitsara monsiri" userId="d21832565e14aca8" providerId="LiveId" clId="{E9DC6723-9FC9-431B-87EA-16B4388A27EF}" dt="2023-06-30T12:14:39.806" v="7435"/>
          <ac:spMkLst>
            <pc:docMk/>
            <pc:sldMk cId="2661209507" sldId="264"/>
            <ac:spMk id="11" creationId="{D66939B3-1EBF-4353-ADA5-F4AEEDF82561}"/>
          </ac:spMkLst>
        </pc:spChg>
        <pc:spChg chg="del mod topLvl">
          <ac:chgData name="varitsara monsiri" userId="d21832565e14aca8" providerId="LiveId" clId="{E9DC6723-9FC9-431B-87EA-16B4388A27EF}" dt="2023-06-30T12:14:49.049" v="7439"/>
          <ac:spMkLst>
            <pc:docMk/>
            <pc:sldMk cId="2661209507" sldId="264"/>
            <ac:spMk id="12" creationId="{60C17980-F8E1-473E-B5F3-FF0972583EAB}"/>
          </ac:spMkLst>
        </pc:spChg>
        <pc:spChg chg="del mod topLvl">
          <ac:chgData name="varitsara monsiri" userId="d21832565e14aca8" providerId="LiveId" clId="{E9DC6723-9FC9-431B-87EA-16B4388A27EF}" dt="2023-06-30T12:14:50.098" v="7440" actId="478"/>
          <ac:spMkLst>
            <pc:docMk/>
            <pc:sldMk cId="2661209507" sldId="264"/>
            <ac:spMk id="13" creationId="{454F2EC9-CA96-45D2-8FA0-F853D5083ED2}"/>
          </ac:spMkLst>
        </pc:spChg>
        <pc:spChg chg="add del mod ord">
          <ac:chgData name="varitsara monsiri" userId="d21832565e14aca8" providerId="LiveId" clId="{E9DC6723-9FC9-431B-87EA-16B4388A27EF}" dt="2023-06-30T12:14:15.016" v="7424"/>
          <ac:spMkLst>
            <pc:docMk/>
            <pc:sldMk cId="2661209507" sldId="264"/>
            <ac:spMk id="14" creationId="{28642219-B01F-4305-BA88-EA021BACAF1F}"/>
          </ac:spMkLst>
        </pc:spChg>
        <pc:spChg chg="add del mod">
          <ac:chgData name="varitsara monsiri" userId="d21832565e14aca8" providerId="LiveId" clId="{E9DC6723-9FC9-431B-87EA-16B4388A27EF}" dt="2023-06-30T12:12:17.698" v="7357"/>
          <ac:spMkLst>
            <pc:docMk/>
            <pc:sldMk cId="2661209507" sldId="264"/>
            <ac:spMk id="15" creationId="{6A63777A-17E8-4C99-8316-D37AB677B590}"/>
          </ac:spMkLst>
        </pc:spChg>
        <pc:spChg chg="add del mod">
          <ac:chgData name="varitsara monsiri" userId="d21832565e14aca8" providerId="LiveId" clId="{E9DC6723-9FC9-431B-87EA-16B4388A27EF}" dt="2023-06-30T12:12:17.698" v="7357"/>
          <ac:spMkLst>
            <pc:docMk/>
            <pc:sldMk cId="2661209507" sldId="264"/>
            <ac:spMk id="16" creationId="{88C7077B-BE34-4A14-AF95-B8D4AEFD35E1}"/>
          </ac:spMkLst>
        </pc:spChg>
        <pc:spChg chg="add mod">
          <ac:chgData name="varitsara monsiri" userId="d21832565e14aca8" providerId="LiveId" clId="{E9DC6723-9FC9-431B-87EA-16B4388A27EF}" dt="2023-06-30T12:12:13.215" v="7356" actId="571"/>
          <ac:spMkLst>
            <pc:docMk/>
            <pc:sldMk cId="2661209507" sldId="264"/>
            <ac:spMk id="17" creationId="{FC547DA4-E68B-43A5-9DFF-89C17DD8479D}"/>
          </ac:spMkLst>
        </pc:spChg>
        <pc:spChg chg="add mod">
          <ac:chgData name="varitsara monsiri" userId="d21832565e14aca8" providerId="LiveId" clId="{E9DC6723-9FC9-431B-87EA-16B4388A27EF}" dt="2023-06-30T12:12:13.215" v="7356" actId="571"/>
          <ac:spMkLst>
            <pc:docMk/>
            <pc:sldMk cId="2661209507" sldId="264"/>
            <ac:spMk id="18" creationId="{88CA83BF-E8E4-46ED-8428-B6776B405C48}"/>
          </ac:spMkLst>
        </pc:spChg>
        <pc:spChg chg="del mod">
          <ac:chgData name="varitsara monsiri" userId="d21832565e14aca8" providerId="LiveId" clId="{E9DC6723-9FC9-431B-87EA-16B4388A27EF}" dt="2023-06-30T12:12:30.238" v="7363" actId="478"/>
          <ac:spMkLst>
            <pc:docMk/>
            <pc:sldMk cId="2661209507" sldId="264"/>
            <ac:spMk id="19" creationId="{0851AE18-0F04-42E1-8E34-19CA80D0B589}"/>
          </ac:spMkLst>
        </pc:spChg>
        <pc:spChg chg="del mod">
          <ac:chgData name="varitsara monsiri" userId="d21832565e14aca8" providerId="LiveId" clId="{E9DC6723-9FC9-431B-87EA-16B4388A27EF}" dt="2023-06-30T12:12:30.238" v="7363" actId="478"/>
          <ac:spMkLst>
            <pc:docMk/>
            <pc:sldMk cId="2661209507" sldId="264"/>
            <ac:spMk id="20" creationId="{29DB6E56-780B-48DF-871C-2FC744923FF5}"/>
          </ac:spMkLst>
        </pc:spChg>
        <pc:spChg chg="mod">
          <ac:chgData name="varitsara monsiri" userId="d21832565e14aca8" providerId="LiveId" clId="{E9DC6723-9FC9-431B-87EA-16B4388A27EF}" dt="2023-06-30T12:12:17.698" v="7357"/>
          <ac:spMkLst>
            <pc:docMk/>
            <pc:sldMk cId="2661209507" sldId="264"/>
            <ac:spMk id="21" creationId="{0B414A78-035D-44AA-8B06-3B2B3D1BA574}"/>
          </ac:spMkLst>
        </pc:spChg>
        <pc:spChg chg="del mod">
          <ac:chgData name="varitsara monsiri" userId="d21832565e14aca8" providerId="LiveId" clId="{E9DC6723-9FC9-431B-87EA-16B4388A27EF}" dt="2023-06-30T12:12:30.238" v="7363" actId="478"/>
          <ac:spMkLst>
            <pc:docMk/>
            <pc:sldMk cId="2661209507" sldId="264"/>
            <ac:spMk id="22" creationId="{C2935F73-F4A4-4871-9C1D-A3DBDD38CF2C}"/>
          </ac:spMkLst>
        </pc:spChg>
        <pc:spChg chg="del mod">
          <ac:chgData name="varitsara monsiri" userId="d21832565e14aca8" providerId="LiveId" clId="{E9DC6723-9FC9-431B-87EA-16B4388A27EF}" dt="2023-06-30T12:12:30.238" v="7363" actId="478"/>
          <ac:spMkLst>
            <pc:docMk/>
            <pc:sldMk cId="2661209507" sldId="264"/>
            <ac:spMk id="23" creationId="{E6E1AF7E-8200-4112-81E9-6184BBA7A5E7}"/>
          </ac:spMkLst>
        </pc:spChg>
        <pc:spChg chg="add del mod">
          <ac:chgData name="varitsara monsiri" userId="d21832565e14aca8" providerId="LiveId" clId="{E9DC6723-9FC9-431B-87EA-16B4388A27EF}" dt="2023-06-30T12:12:50.216" v="7370"/>
          <ac:spMkLst>
            <pc:docMk/>
            <pc:sldMk cId="2661209507" sldId="264"/>
            <ac:spMk id="24" creationId="{5497D0C0-CA17-4EB8-A610-3CB40B7C07AF}"/>
          </ac:spMkLst>
        </pc:spChg>
        <pc:spChg chg="add mod">
          <ac:chgData name="varitsara monsiri" userId="d21832565e14aca8" providerId="LiveId" clId="{E9DC6723-9FC9-431B-87EA-16B4388A27EF}" dt="2023-06-30T12:12:46.247" v="7369" actId="571"/>
          <ac:spMkLst>
            <pc:docMk/>
            <pc:sldMk cId="2661209507" sldId="264"/>
            <ac:spMk id="25" creationId="{8B2D3ABC-007B-4C60-9C60-8910A9A90EB5}"/>
          </ac:spMkLst>
        </pc:spChg>
        <pc:spChg chg="add mod">
          <ac:chgData name="varitsara monsiri" userId="d21832565e14aca8" providerId="LiveId" clId="{E9DC6723-9FC9-431B-87EA-16B4388A27EF}" dt="2023-06-30T12:12:46.247" v="7369" actId="571"/>
          <ac:spMkLst>
            <pc:docMk/>
            <pc:sldMk cId="2661209507" sldId="264"/>
            <ac:spMk id="26" creationId="{395C3D7B-E75F-49D7-9DB6-C2D9D8946AFA}"/>
          </ac:spMkLst>
        </pc:spChg>
        <pc:spChg chg="mod">
          <ac:chgData name="varitsara monsiri" userId="d21832565e14aca8" providerId="LiveId" clId="{E9DC6723-9FC9-431B-87EA-16B4388A27EF}" dt="2023-06-30T12:13:24.922" v="7389" actId="164"/>
          <ac:spMkLst>
            <pc:docMk/>
            <pc:sldMk cId="2661209507" sldId="264"/>
            <ac:spMk id="27" creationId="{9EA601E9-280C-47AF-BACA-86268C6C782B}"/>
          </ac:spMkLst>
        </pc:spChg>
        <pc:spChg chg="add del mod">
          <ac:chgData name="varitsara monsiri" userId="d21832565e14aca8" providerId="LiveId" clId="{E9DC6723-9FC9-431B-87EA-16B4388A27EF}" dt="2023-06-30T12:12:59.998" v="7376"/>
          <ac:spMkLst>
            <pc:docMk/>
            <pc:sldMk cId="2661209507" sldId="264"/>
            <ac:spMk id="28" creationId="{59F2A81E-C1C4-4688-9B59-85627B3AF116}"/>
          </ac:spMkLst>
        </pc:spChg>
        <pc:spChg chg="mod">
          <ac:chgData name="varitsara monsiri" userId="d21832565e14aca8" providerId="LiveId" clId="{E9DC6723-9FC9-431B-87EA-16B4388A27EF}" dt="2023-06-30T12:13:24.922" v="7389" actId="164"/>
          <ac:spMkLst>
            <pc:docMk/>
            <pc:sldMk cId="2661209507" sldId="264"/>
            <ac:spMk id="29" creationId="{7D63F95B-EAD0-413E-AD59-D12E897C8D8D}"/>
          </ac:spMkLst>
        </pc:spChg>
        <pc:spChg chg="add del mod">
          <ac:chgData name="varitsara monsiri" userId="d21832565e14aca8" providerId="LiveId" clId="{E9DC6723-9FC9-431B-87EA-16B4388A27EF}" dt="2023-06-30T12:13:10.788" v="7382"/>
          <ac:spMkLst>
            <pc:docMk/>
            <pc:sldMk cId="2661209507" sldId="264"/>
            <ac:spMk id="30" creationId="{2633DCF8-7893-4E86-ABB0-754B00C76BFE}"/>
          </ac:spMkLst>
        </pc:spChg>
        <pc:spChg chg="add mod">
          <ac:chgData name="varitsara monsiri" userId="d21832565e14aca8" providerId="LiveId" clId="{E9DC6723-9FC9-431B-87EA-16B4388A27EF}" dt="2023-06-30T12:13:07.089" v="7381" actId="571"/>
          <ac:spMkLst>
            <pc:docMk/>
            <pc:sldMk cId="2661209507" sldId="264"/>
            <ac:spMk id="31" creationId="{D559FA97-0E17-456E-B064-FBA47384C97D}"/>
          </ac:spMkLst>
        </pc:spChg>
        <pc:spChg chg="add mod">
          <ac:chgData name="varitsara monsiri" userId="d21832565e14aca8" providerId="LiveId" clId="{E9DC6723-9FC9-431B-87EA-16B4388A27EF}" dt="2023-06-30T12:13:07.089" v="7381" actId="571"/>
          <ac:spMkLst>
            <pc:docMk/>
            <pc:sldMk cId="2661209507" sldId="264"/>
            <ac:spMk id="32" creationId="{6C6F3A4B-2F96-4FB3-B77C-B2394B629D85}"/>
          </ac:spMkLst>
        </pc:spChg>
        <pc:spChg chg="mod">
          <ac:chgData name="varitsara monsiri" userId="d21832565e14aca8" providerId="LiveId" clId="{E9DC6723-9FC9-431B-87EA-16B4388A27EF}" dt="2023-06-30T12:13:24.922" v="7389" actId="164"/>
          <ac:spMkLst>
            <pc:docMk/>
            <pc:sldMk cId="2661209507" sldId="264"/>
            <ac:spMk id="33" creationId="{4BE8565E-2FDA-4AE8-9853-3E429044CD87}"/>
          </ac:spMkLst>
        </pc:spChg>
        <pc:spChg chg="add del mod">
          <ac:chgData name="varitsara monsiri" userId="d21832565e14aca8" providerId="LiveId" clId="{E9DC6723-9FC9-431B-87EA-16B4388A27EF}" dt="2023-06-30T12:13:22.454" v="7388"/>
          <ac:spMkLst>
            <pc:docMk/>
            <pc:sldMk cId="2661209507" sldId="264"/>
            <ac:spMk id="34" creationId="{3E78144F-270A-4FD8-9B3D-A34337017D16}"/>
          </ac:spMkLst>
        </pc:spChg>
        <pc:spChg chg="add mod">
          <ac:chgData name="varitsara monsiri" userId="d21832565e14aca8" providerId="LiveId" clId="{E9DC6723-9FC9-431B-87EA-16B4388A27EF}" dt="2023-06-30T12:13:16.881" v="7387" actId="571"/>
          <ac:spMkLst>
            <pc:docMk/>
            <pc:sldMk cId="2661209507" sldId="264"/>
            <ac:spMk id="35" creationId="{42406280-D43E-456F-BD10-FD8BB50917C8}"/>
          </ac:spMkLst>
        </pc:spChg>
        <pc:spChg chg="add mod">
          <ac:chgData name="varitsara monsiri" userId="d21832565e14aca8" providerId="LiveId" clId="{E9DC6723-9FC9-431B-87EA-16B4388A27EF}" dt="2023-06-30T12:13:16.881" v="7387" actId="571"/>
          <ac:spMkLst>
            <pc:docMk/>
            <pc:sldMk cId="2661209507" sldId="264"/>
            <ac:spMk id="36" creationId="{1F1A831D-838F-4088-999C-39B7A45421BA}"/>
          </ac:spMkLst>
        </pc:spChg>
        <pc:spChg chg="mod">
          <ac:chgData name="varitsara monsiri" userId="d21832565e14aca8" providerId="LiveId" clId="{E9DC6723-9FC9-431B-87EA-16B4388A27EF}" dt="2023-06-30T12:13:24.922" v="7389" actId="164"/>
          <ac:spMkLst>
            <pc:docMk/>
            <pc:sldMk cId="2661209507" sldId="264"/>
            <ac:spMk id="37" creationId="{BFB64591-B9AF-47F3-9453-D25286EFFF4E}"/>
          </ac:spMkLst>
        </pc:spChg>
        <pc:spChg chg="add del mod">
          <ac:chgData name="varitsara monsiri" userId="d21832565e14aca8" providerId="LiveId" clId="{E9DC6723-9FC9-431B-87EA-16B4388A27EF}" dt="2023-06-30T12:14:15.016" v="7424"/>
          <ac:spMkLst>
            <pc:docMk/>
            <pc:sldMk cId="2661209507" sldId="264"/>
            <ac:spMk id="39" creationId="{9EBA1F43-2558-433A-B365-3DF7114F9630}"/>
          </ac:spMkLst>
        </pc:spChg>
        <pc:spChg chg="del mod">
          <ac:chgData name="varitsara monsiri" userId="d21832565e14aca8" providerId="LiveId" clId="{E9DC6723-9FC9-431B-87EA-16B4388A27EF}" dt="2023-06-30T12:14:17.146" v="7425" actId="478"/>
          <ac:spMkLst>
            <pc:docMk/>
            <pc:sldMk cId="2661209507" sldId="264"/>
            <ac:spMk id="40" creationId="{2EA97A8E-89F0-4C88-A7B9-2EA76C14A63D}"/>
          </ac:spMkLst>
        </pc:spChg>
        <pc:spChg chg="mod">
          <ac:chgData name="varitsara monsiri" userId="d21832565e14aca8" providerId="LiveId" clId="{E9DC6723-9FC9-431B-87EA-16B4388A27EF}" dt="2023-06-30T12:30:29.230" v="7894" actId="207"/>
          <ac:spMkLst>
            <pc:docMk/>
            <pc:sldMk cId="2661209507" sldId="264"/>
            <ac:spMk id="41" creationId="{23FD0F27-E8F1-4109-8236-19C5FABF0CB0}"/>
          </ac:spMkLst>
        </pc:spChg>
        <pc:spChg chg="del mod">
          <ac:chgData name="varitsara monsiri" userId="d21832565e14aca8" providerId="LiveId" clId="{E9DC6723-9FC9-431B-87EA-16B4388A27EF}" dt="2023-06-30T12:14:17.146" v="7425" actId="478"/>
          <ac:spMkLst>
            <pc:docMk/>
            <pc:sldMk cId="2661209507" sldId="264"/>
            <ac:spMk id="42" creationId="{F75A4F2D-4D5B-4CF6-9A17-804E5FF0040E}"/>
          </ac:spMkLst>
        </pc:spChg>
        <pc:spChg chg="del mod">
          <ac:chgData name="varitsara monsiri" userId="d21832565e14aca8" providerId="LiveId" clId="{E9DC6723-9FC9-431B-87EA-16B4388A27EF}" dt="2023-06-30T12:14:18.334" v="7426" actId="478"/>
          <ac:spMkLst>
            <pc:docMk/>
            <pc:sldMk cId="2661209507" sldId="264"/>
            <ac:spMk id="43" creationId="{CB19DA91-2F68-410F-8445-DB47C6202858}"/>
          </ac:spMkLst>
        </pc:spChg>
        <pc:spChg chg="del mod">
          <ac:chgData name="varitsara monsiri" userId="d21832565e14aca8" providerId="LiveId" clId="{E9DC6723-9FC9-431B-87EA-16B4388A27EF}" dt="2023-06-30T12:14:17.146" v="7425" actId="478"/>
          <ac:spMkLst>
            <pc:docMk/>
            <pc:sldMk cId="2661209507" sldId="264"/>
            <ac:spMk id="44" creationId="{9763D2EF-A4F1-44E3-84B2-06968AC203CF}"/>
          </ac:spMkLst>
        </pc:spChg>
        <pc:spChg chg="add del mod">
          <ac:chgData name="varitsara monsiri" userId="d21832565e14aca8" providerId="LiveId" clId="{E9DC6723-9FC9-431B-87EA-16B4388A27EF}" dt="2023-06-30T12:14:31.493" v="7431"/>
          <ac:spMkLst>
            <pc:docMk/>
            <pc:sldMk cId="2661209507" sldId="264"/>
            <ac:spMk id="45" creationId="{931C261B-4B89-4496-BCFB-986A62A7BCF5}"/>
          </ac:spMkLst>
        </pc:spChg>
        <pc:spChg chg="add mod">
          <ac:chgData name="varitsara monsiri" userId="d21832565e14aca8" providerId="LiveId" clId="{E9DC6723-9FC9-431B-87EA-16B4388A27EF}" dt="2023-06-30T12:14:27.442" v="7430" actId="571"/>
          <ac:spMkLst>
            <pc:docMk/>
            <pc:sldMk cId="2661209507" sldId="264"/>
            <ac:spMk id="46" creationId="{E561D5F5-0D8B-45E2-AB2B-85F850044621}"/>
          </ac:spMkLst>
        </pc:spChg>
        <pc:spChg chg="add mod">
          <ac:chgData name="varitsara monsiri" userId="d21832565e14aca8" providerId="LiveId" clId="{E9DC6723-9FC9-431B-87EA-16B4388A27EF}" dt="2023-06-30T12:14:27.442" v="7430" actId="571"/>
          <ac:spMkLst>
            <pc:docMk/>
            <pc:sldMk cId="2661209507" sldId="264"/>
            <ac:spMk id="47" creationId="{54F70710-D6A5-40F6-96F0-A3BDF43B0344}"/>
          </ac:spMkLst>
        </pc:spChg>
        <pc:spChg chg="mod">
          <ac:chgData name="varitsara monsiri" userId="d21832565e14aca8" providerId="LiveId" clId="{E9DC6723-9FC9-431B-87EA-16B4388A27EF}" dt="2023-06-30T12:14:52.411" v="7441" actId="164"/>
          <ac:spMkLst>
            <pc:docMk/>
            <pc:sldMk cId="2661209507" sldId="264"/>
            <ac:spMk id="48" creationId="{8D63D420-5D57-4012-94AE-CB9552D5701A}"/>
          </ac:spMkLst>
        </pc:spChg>
        <pc:spChg chg="add del mod">
          <ac:chgData name="varitsara monsiri" userId="d21832565e14aca8" providerId="LiveId" clId="{E9DC6723-9FC9-431B-87EA-16B4388A27EF}" dt="2023-06-30T12:14:39.806" v="7435"/>
          <ac:spMkLst>
            <pc:docMk/>
            <pc:sldMk cId="2661209507" sldId="264"/>
            <ac:spMk id="49" creationId="{BF8781F3-36D2-4D8F-AD65-72BE3CA43044}"/>
          </ac:spMkLst>
        </pc:spChg>
        <pc:spChg chg="add mod">
          <ac:chgData name="varitsara monsiri" userId="d21832565e14aca8" providerId="LiveId" clId="{E9DC6723-9FC9-431B-87EA-16B4388A27EF}" dt="2023-06-30T12:14:36.360" v="7434" actId="571"/>
          <ac:spMkLst>
            <pc:docMk/>
            <pc:sldMk cId="2661209507" sldId="264"/>
            <ac:spMk id="50" creationId="{842DEAC5-D342-4C6D-AFE0-D085ABF49E04}"/>
          </ac:spMkLst>
        </pc:spChg>
        <pc:spChg chg="add mod">
          <ac:chgData name="varitsara monsiri" userId="d21832565e14aca8" providerId="LiveId" clId="{E9DC6723-9FC9-431B-87EA-16B4388A27EF}" dt="2023-06-30T12:14:36.360" v="7434" actId="571"/>
          <ac:spMkLst>
            <pc:docMk/>
            <pc:sldMk cId="2661209507" sldId="264"/>
            <ac:spMk id="51" creationId="{A6B42E33-D4EB-48BE-8AEE-1DC5A7768747}"/>
          </ac:spMkLst>
        </pc:spChg>
        <pc:spChg chg="mod">
          <ac:chgData name="varitsara monsiri" userId="d21832565e14aca8" providerId="LiveId" clId="{E9DC6723-9FC9-431B-87EA-16B4388A27EF}" dt="2023-06-30T12:14:52.411" v="7441" actId="164"/>
          <ac:spMkLst>
            <pc:docMk/>
            <pc:sldMk cId="2661209507" sldId="264"/>
            <ac:spMk id="52" creationId="{2883083D-57F0-4002-B22B-E78D2C953BCB}"/>
          </ac:spMkLst>
        </pc:spChg>
        <pc:spChg chg="add del mod">
          <ac:chgData name="varitsara monsiri" userId="d21832565e14aca8" providerId="LiveId" clId="{E9DC6723-9FC9-431B-87EA-16B4388A27EF}" dt="2023-06-30T12:14:49.049" v="7439"/>
          <ac:spMkLst>
            <pc:docMk/>
            <pc:sldMk cId="2661209507" sldId="264"/>
            <ac:spMk id="53" creationId="{ADEAAD92-4835-4A24-9A46-0A82AECE5BC9}"/>
          </ac:spMkLst>
        </pc:spChg>
        <pc:spChg chg="add mod">
          <ac:chgData name="varitsara monsiri" userId="d21832565e14aca8" providerId="LiveId" clId="{E9DC6723-9FC9-431B-87EA-16B4388A27EF}" dt="2023-06-30T12:14:45.044" v="7438" actId="571"/>
          <ac:spMkLst>
            <pc:docMk/>
            <pc:sldMk cId="2661209507" sldId="264"/>
            <ac:spMk id="54" creationId="{B13455C1-E393-4FB0-8C71-03D3628D273A}"/>
          </ac:spMkLst>
        </pc:spChg>
        <pc:spChg chg="add mod">
          <ac:chgData name="varitsara monsiri" userId="d21832565e14aca8" providerId="LiveId" clId="{E9DC6723-9FC9-431B-87EA-16B4388A27EF}" dt="2023-06-30T12:14:45.044" v="7438" actId="571"/>
          <ac:spMkLst>
            <pc:docMk/>
            <pc:sldMk cId="2661209507" sldId="264"/>
            <ac:spMk id="55" creationId="{04630DD6-545D-4250-9D48-019442B9C1D4}"/>
          </ac:spMkLst>
        </pc:spChg>
        <pc:spChg chg="mod">
          <ac:chgData name="varitsara monsiri" userId="d21832565e14aca8" providerId="LiveId" clId="{E9DC6723-9FC9-431B-87EA-16B4388A27EF}" dt="2023-06-30T12:14:52.411" v="7441" actId="164"/>
          <ac:spMkLst>
            <pc:docMk/>
            <pc:sldMk cId="2661209507" sldId="264"/>
            <ac:spMk id="56" creationId="{5B9CC416-2DC2-4C4E-B071-EFA05764E687}"/>
          </ac:spMkLst>
        </pc:spChg>
        <pc:grpChg chg="add del mod">
          <ac:chgData name="varitsara monsiri" userId="d21832565e14aca8" providerId="LiveId" clId="{E9DC6723-9FC9-431B-87EA-16B4388A27EF}" dt="2023-06-30T12:12:41.375" v="7367" actId="165"/>
          <ac:grpSpMkLst>
            <pc:docMk/>
            <pc:sldMk cId="2661209507" sldId="264"/>
            <ac:grpSpMk id="4" creationId="{95B90281-DE77-48BB-8A0E-C24057392A86}"/>
          </ac:grpSpMkLst>
        </pc:grpChg>
        <pc:grpChg chg="add del mod">
          <ac:chgData name="varitsara monsiri" userId="d21832565e14aca8" providerId="LiveId" clId="{E9DC6723-9FC9-431B-87EA-16B4388A27EF}" dt="2023-06-30T12:14:22.728" v="7428" actId="165"/>
          <ac:grpSpMkLst>
            <pc:docMk/>
            <pc:sldMk cId="2661209507" sldId="264"/>
            <ac:grpSpMk id="9" creationId="{2B215ACF-63EF-44A1-96E9-9F2CAA8F1BF6}"/>
          </ac:grpSpMkLst>
        </pc:grpChg>
        <pc:grpChg chg="add mod">
          <ac:chgData name="varitsara monsiri" userId="d21832565e14aca8" providerId="LiveId" clId="{E9DC6723-9FC9-431B-87EA-16B4388A27EF}" dt="2023-06-30T12:13:24.922" v="7389" actId="164"/>
          <ac:grpSpMkLst>
            <pc:docMk/>
            <pc:sldMk cId="2661209507" sldId="264"/>
            <ac:grpSpMk id="38" creationId="{3844F2FF-306F-4FE3-B185-771D6F65BD95}"/>
          </ac:grpSpMkLst>
        </pc:grpChg>
        <pc:grpChg chg="add mod">
          <ac:chgData name="varitsara monsiri" userId="d21832565e14aca8" providerId="LiveId" clId="{E9DC6723-9FC9-431B-87EA-16B4388A27EF}" dt="2023-06-30T12:14:52.411" v="7441" actId="164"/>
          <ac:grpSpMkLst>
            <pc:docMk/>
            <pc:sldMk cId="2661209507" sldId="264"/>
            <ac:grpSpMk id="57" creationId="{CDF3443E-2DCF-401E-9147-F6E84E15A51E}"/>
          </ac:grpSpMkLst>
        </pc:grpChg>
      </pc:sldChg>
      <pc:sldChg chg="addSp delSp modSp new mod ord modClrScheme chgLayout">
        <pc:chgData name="varitsara monsiri" userId="d21832565e14aca8" providerId="LiveId" clId="{E9DC6723-9FC9-431B-87EA-16B4388A27EF}" dt="2023-06-30T12:19:43.773" v="7548" actId="164"/>
        <pc:sldMkLst>
          <pc:docMk/>
          <pc:sldMk cId="3233280961" sldId="265"/>
        </pc:sldMkLst>
        <pc:spChg chg="add del">
          <ac:chgData name="varitsara monsiri" userId="d21832565e14aca8" providerId="LiveId" clId="{E9DC6723-9FC9-431B-87EA-16B4388A27EF}" dt="2023-06-30T12:18:12.045" v="7511"/>
          <ac:spMkLst>
            <pc:docMk/>
            <pc:sldMk cId="3233280961" sldId="265"/>
            <ac:spMk id="2" creationId="{CE98DC49-920B-4006-B943-EFDD17BAF8CD}"/>
          </ac:spMkLst>
        </pc:spChg>
        <pc:spChg chg="add del mod">
          <ac:chgData name="varitsara monsiri" userId="d21832565e14aca8" providerId="LiveId" clId="{E9DC6723-9FC9-431B-87EA-16B4388A27EF}" dt="2023-06-30T12:19:00.306" v="7533"/>
          <ac:spMkLst>
            <pc:docMk/>
            <pc:sldMk cId="3233280961" sldId="265"/>
            <ac:spMk id="3" creationId="{4CAAA53A-6957-4261-8FC0-A16A59105A0B}"/>
          </ac:spMkLst>
        </pc:spChg>
        <pc:spChg chg="mod">
          <ac:chgData name="varitsara monsiri" userId="d21832565e14aca8" providerId="LiveId" clId="{E9DC6723-9FC9-431B-87EA-16B4388A27EF}" dt="2023-06-29T11:33:25.790" v="2054"/>
          <ac:spMkLst>
            <pc:docMk/>
            <pc:sldMk cId="3233280961" sldId="265"/>
            <ac:spMk id="3" creationId="{D513FC8A-E531-42DE-A2FC-EC81B453BB74}"/>
          </ac:spMkLst>
        </pc:spChg>
        <pc:spChg chg="mod">
          <ac:chgData name="varitsara monsiri" userId="d21832565e14aca8" providerId="LiveId" clId="{E9DC6723-9FC9-431B-87EA-16B4388A27EF}" dt="2023-06-29T11:33:25.790" v="2054"/>
          <ac:spMkLst>
            <pc:docMk/>
            <pc:sldMk cId="3233280961" sldId="265"/>
            <ac:spMk id="4" creationId="{02E3D332-696A-4616-8D3C-A37A8EBB76A6}"/>
          </ac:spMkLst>
        </pc:spChg>
        <pc:spChg chg="add del mod">
          <ac:chgData name="varitsara monsiri" userId="d21832565e14aca8" providerId="LiveId" clId="{E9DC6723-9FC9-431B-87EA-16B4388A27EF}" dt="2023-06-29T11:34:31.830" v="2076" actId="478"/>
          <ac:spMkLst>
            <pc:docMk/>
            <pc:sldMk cId="3233280961" sldId="265"/>
            <ac:spMk id="5" creationId="{CA9FB683-2724-43CF-AC92-07746C7D1B9B}"/>
          </ac:spMkLst>
        </pc:spChg>
        <pc:spChg chg="del mod">
          <ac:chgData name="varitsara monsiri" userId="d21832565e14aca8" providerId="LiveId" clId="{E9DC6723-9FC9-431B-87EA-16B4388A27EF}" dt="2023-06-29T11:33:30.554" v="2056" actId="478"/>
          <ac:spMkLst>
            <pc:docMk/>
            <pc:sldMk cId="3233280961" sldId="265"/>
            <ac:spMk id="6" creationId="{317EC9DE-F3B7-47C1-923B-011F7D443CCE}"/>
          </ac:spMkLst>
        </pc:spChg>
        <pc:spChg chg="add del mod">
          <ac:chgData name="varitsara monsiri" userId="d21832565e14aca8" providerId="LiveId" clId="{E9DC6723-9FC9-431B-87EA-16B4388A27EF}" dt="2023-06-29T11:46:08.832" v="2228" actId="700"/>
          <ac:spMkLst>
            <pc:docMk/>
            <pc:sldMk cId="3233280961" sldId="265"/>
            <ac:spMk id="7" creationId="{839D047A-D605-4054-A9A1-F28B7F94A3A1}"/>
          </ac:spMkLst>
        </pc:spChg>
        <pc:spChg chg="add del mod">
          <ac:chgData name="varitsara monsiri" userId="d21832565e14aca8" providerId="LiveId" clId="{E9DC6723-9FC9-431B-87EA-16B4388A27EF}" dt="2023-06-29T11:46:08.832" v="2228" actId="700"/>
          <ac:spMkLst>
            <pc:docMk/>
            <pc:sldMk cId="3233280961" sldId="265"/>
            <ac:spMk id="8" creationId="{A2741380-6340-4A8F-AA94-F29E7C124205}"/>
          </ac:spMkLst>
        </pc:spChg>
        <pc:spChg chg="add del mod">
          <ac:chgData name="varitsara monsiri" userId="d21832565e14aca8" providerId="LiveId" clId="{E9DC6723-9FC9-431B-87EA-16B4388A27EF}" dt="2023-06-29T11:46:08.832" v="2228" actId="700"/>
          <ac:spMkLst>
            <pc:docMk/>
            <pc:sldMk cId="3233280961" sldId="265"/>
            <ac:spMk id="9" creationId="{9236337D-77E0-4891-A645-BCD0904A0A2B}"/>
          </ac:spMkLst>
        </pc:spChg>
        <pc:spChg chg="add del mod">
          <ac:chgData name="varitsara monsiri" userId="d21832565e14aca8" providerId="LiveId" clId="{E9DC6723-9FC9-431B-87EA-16B4388A27EF}" dt="2023-06-29T11:46:08.832" v="2228" actId="700"/>
          <ac:spMkLst>
            <pc:docMk/>
            <pc:sldMk cId="3233280961" sldId="265"/>
            <ac:spMk id="10" creationId="{4F45FA68-3F41-47EF-9E0F-93AF6F9701A6}"/>
          </ac:spMkLst>
        </pc:spChg>
        <pc:spChg chg="add del mod">
          <ac:chgData name="varitsara monsiri" userId="d21832565e14aca8" providerId="LiveId" clId="{E9DC6723-9FC9-431B-87EA-16B4388A27EF}" dt="2023-06-29T11:46:08.832" v="2228" actId="700"/>
          <ac:spMkLst>
            <pc:docMk/>
            <pc:sldMk cId="3233280961" sldId="265"/>
            <ac:spMk id="11" creationId="{C9471D44-CA59-49BA-AECF-4D6D65F1BB66}"/>
          </ac:spMkLst>
        </pc:spChg>
        <pc:spChg chg="add del mod">
          <ac:chgData name="varitsara monsiri" userId="d21832565e14aca8" providerId="LiveId" clId="{E9DC6723-9FC9-431B-87EA-16B4388A27EF}" dt="2023-06-29T11:46:08.832" v="2228" actId="700"/>
          <ac:spMkLst>
            <pc:docMk/>
            <pc:sldMk cId="3233280961" sldId="265"/>
            <ac:spMk id="12" creationId="{D2C4C5ED-B072-4845-9E84-39BC65A633FE}"/>
          </ac:spMkLst>
        </pc:spChg>
        <pc:spChg chg="add del mod">
          <ac:chgData name="varitsara monsiri" userId="d21832565e14aca8" providerId="LiveId" clId="{E9DC6723-9FC9-431B-87EA-16B4388A27EF}" dt="2023-06-29T11:46:08.832" v="2228" actId="700"/>
          <ac:spMkLst>
            <pc:docMk/>
            <pc:sldMk cId="3233280961" sldId="265"/>
            <ac:spMk id="13" creationId="{6EBC8002-DAAA-4BB8-8B14-572093758F9D}"/>
          </ac:spMkLst>
        </pc:spChg>
        <pc:spChg chg="add del mod">
          <ac:chgData name="varitsara monsiri" userId="d21832565e14aca8" providerId="LiveId" clId="{E9DC6723-9FC9-431B-87EA-16B4388A27EF}" dt="2023-06-29T11:46:08.832" v="2228" actId="700"/>
          <ac:spMkLst>
            <pc:docMk/>
            <pc:sldMk cId="3233280961" sldId="265"/>
            <ac:spMk id="14" creationId="{E04D9F68-3533-4784-805D-2870AEEA7107}"/>
          </ac:spMkLst>
        </pc:spChg>
        <pc:spChg chg="add del mod">
          <ac:chgData name="varitsara monsiri" userId="d21832565e14aca8" providerId="LiveId" clId="{E9DC6723-9FC9-431B-87EA-16B4388A27EF}" dt="2023-06-29T11:46:08.832" v="2228" actId="700"/>
          <ac:spMkLst>
            <pc:docMk/>
            <pc:sldMk cId="3233280961" sldId="265"/>
            <ac:spMk id="15" creationId="{A760A05B-E190-40D2-927C-429D5B0EA50F}"/>
          </ac:spMkLst>
        </pc:spChg>
        <pc:spChg chg="add del mod">
          <ac:chgData name="varitsara monsiri" userId="d21832565e14aca8" providerId="LiveId" clId="{E9DC6723-9FC9-431B-87EA-16B4388A27EF}" dt="2023-06-29T11:46:08.832" v="2228" actId="700"/>
          <ac:spMkLst>
            <pc:docMk/>
            <pc:sldMk cId="3233280961" sldId="265"/>
            <ac:spMk id="16" creationId="{240FA9EE-1B4F-4F0B-9A0A-18A8C65880A4}"/>
          </ac:spMkLst>
        </pc:spChg>
        <pc:spChg chg="add del mod">
          <ac:chgData name="varitsara monsiri" userId="d21832565e14aca8" providerId="LiveId" clId="{E9DC6723-9FC9-431B-87EA-16B4388A27EF}" dt="2023-06-29T11:46:08.832" v="2228" actId="700"/>
          <ac:spMkLst>
            <pc:docMk/>
            <pc:sldMk cId="3233280961" sldId="265"/>
            <ac:spMk id="17" creationId="{1BD0DC7C-803D-4931-ADE8-A503EFC780AB}"/>
          </ac:spMkLst>
        </pc:spChg>
        <pc:spChg chg="add del mod">
          <ac:chgData name="varitsara monsiri" userId="d21832565e14aca8" providerId="LiveId" clId="{E9DC6723-9FC9-431B-87EA-16B4388A27EF}" dt="2023-06-29T11:46:08.832" v="2228" actId="700"/>
          <ac:spMkLst>
            <pc:docMk/>
            <pc:sldMk cId="3233280961" sldId="265"/>
            <ac:spMk id="18" creationId="{65E1FC44-06EC-4EEB-BE66-86B4A1CBF02D}"/>
          </ac:spMkLst>
        </pc:spChg>
        <pc:spChg chg="del mod topLvl">
          <ac:chgData name="varitsara monsiri" userId="d21832565e14aca8" providerId="LiveId" clId="{E9DC6723-9FC9-431B-87EA-16B4388A27EF}" dt="2023-06-30T12:19:11.943" v="7535"/>
          <ac:spMkLst>
            <pc:docMk/>
            <pc:sldMk cId="3233280961" sldId="265"/>
            <ac:spMk id="20" creationId="{E00189B6-92C3-4294-8A46-6CD1AAA26FFF}"/>
          </ac:spMkLst>
        </pc:spChg>
        <pc:spChg chg="del mod topLvl">
          <ac:chgData name="varitsara monsiri" userId="d21832565e14aca8" providerId="LiveId" clId="{E9DC6723-9FC9-431B-87EA-16B4388A27EF}" dt="2023-06-30T12:19:22.674" v="7539"/>
          <ac:spMkLst>
            <pc:docMk/>
            <pc:sldMk cId="3233280961" sldId="265"/>
            <ac:spMk id="21" creationId="{EA50E9E2-2A40-4A3A-8325-635C29AF1532}"/>
          </ac:spMkLst>
        </pc:spChg>
        <pc:spChg chg="del mod topLvl">
          <ac:chgData name="varitsara monsiri" userId="d21832565e14aca8" providerId="LiveId" clId="{E9DC6723-9FC9-431B-87EA-16B4388A27EF}" dt="2023-06-30T12:19:32.032" v="7543"/>
          <ac:spMkLst>
            <pc:docMk/>
            <pc:sldMk cId="3233280961" sldId="265"/>
            <ac:spMk id="22" creationId="{3EF0B374-E06C-4978-9C58-5983A7D2B37C}"/>
          </ac:spMkLst>
        </pc:spChg>
        <pc:spChg chg="del mod topLvl">
          <ac:chgData name="varitsara monsiri" userId="d21832565e14aca8" providerId="LiveId" clId="{E9DC6723-9FC9-431B-87EA-16B4388A27EF}" dt="2023-06-30T12:19:40.739" v="7547"/>
          <ac:spMkLst>
            <pc:docMk/>
            <pc:sldMk cId="3233280961" sldId="265"/>
            <ac:spMk id="23" creationId="{0D2EE938-B955-40D8-AEBB-3A366F5E9E63}"/>
          </ac:spMkLst>
        </pc:spChg>
        <pc:spChg chg="add mod ord">
          <ac:chgData name="varitsara monsiri" userId="d21832565e14aca8" providerId="LiveId" clId="{E9DC6723-9FC9-431B-87EA-16B4388A27EF}" dt="2023-06-29T12:27:26.791" v="2843" actId="1035"/>
          <ac:spMkLst>
            <pc:docMk/>
            <pc:sldMk cId="3233280961" sldId="265"/>
            <ac:spMk id="24" creationId="{78D7074C-E0FA-45D3-BD62-3B9C7EAF5C3C}"/>
          </ac:spMkLst>
        </pc:spChg>
        <pc:spChg chg="add mod ord">
          <ac:chgData name="varitsara monsiri" userId="d21832565e14aca8" providerId="LiveId" clId="{E9DC6723-9FC9-431B-87EA-16B4388A27EF}" dt="2023-06-29T12:27:26.791" v="2843" actId="1035"/>
          <ac:spMkLst>
            <pc:docMk/>
            <pc:sldMk cId="3233280961" sldId="265"/>
            <ac:spMk id="25" creationId="{8D96F7D9-E0D6-49C1-8E66-B2D44FDA0A8F}"/>
          </ac:spMkLst>
        </pc:spChg>
        <pc:spChg chg="add mod ord">
          <ac:chgData name="varitsara monsiri" userId="d21832565e14aca8" providerId="LiveId" clId="{E9DC6723-9FC9-431B-87EA-16B4388A27EF}" dt="2023-06-29T12:21:11.589" v="2679" actId="20577"/>
          <ac:spMkLst>
            <pc:docMk/>
            <pc:sldMk cId="3233280961" sldId="265"/>
            <ac:spMk id="26" creationId="{A8418B13-C4E0-4C76-8CD7-29C03FA90E6D}"/>
          </ac:spMkLst>
        </pc:spChg>
        <pc:spChg chg="add mod ord">
          <ac:chgData name="varitsara monsiri" userId="d21832565e14aca8" providerId="LiveId" clId="{E9DC6723-9FC9-431B-87EA-16B4388A27EF}" dt="2023-06-29T12:21:19.631" v="2681" actId="20577"/>
          <ac:spMkLst>
            <pc:docMk/>
            <pc:sldMk cId="3233280961" sldId="265"/>
            <ac:spMk id="27" creationId="{78678714-FBB1-40C9-B83C-F8D1791B676C}"/>
          </ac:spMkLst>
        </pc:spChg>
        <pc:spChg chg="add mod ord">
          <ac:chgData name="varitsara monsiri" userId="d21832565e14aca8" providerId="LiveId" clId="{E9DC6723-9FC9-431B-87EA-16B4388A27EF}" dt="2023-06-29T12:27:26.791" v="2843" actId="1035"/>
          <ac:spMkLst>
            <pc:docMk/>
            <pc:sldMk cId="3233280961" sldId="265"/>
            <ac:spMk id="28" creationId="{EA87752F-93D7-4A46-AD37-069595E61E7F}"/>
          </ac:spMkLst>
        </pc:spChg>
        <pc:spChg chg="add mod ord">
          <ac:chgData name="varitsara monsiri" userId="d21832565e14aca8" providerId="LiveId" clId="{E9DC6723-9FC9-431B-87EA-16B4388A27EF}" dt="2023-06-29T12:27:26.791" v="2843" actId="1035"/>
          <ac:spMkLst>
            <pc:docMk/>
            <pc:sldMk cId="3233280961" sldId="265"/>
            <ac:spMk id="29" creationId="{5D3BAB30-1F41-4197-BAF3-AE2CAA6CD3BA}"/>
          </ac:spMkLst>
        </pc:spChg>
        <pc:spChg chg="add mod ord">
          <ac:chgData name="varitsara monsiri" userId="d21832565e14aca8" providerId="LiveId" clId="{E9DC6723-9FC9-431B-87EA-16B4388A27EF}" dt="2023-06-29T12:27:26.791" v="2843" actId="1035"/>
          <ac:spMkLst>
            <pc:docMk/>
            <pc:sldMk cId="3233280961" sldId="265"/>
            <ac:spMk id="30" creationId="{98B91FF7-DC0B-4500-B98F-3A53FF5972F9}"/>
          </ac:spMkLst>
        </pc:spChg>
        <pc:spChg chg="add mod ord">
          <ac:chgData name="varitsara monsiri" userId="d21832565e14aca8" providerId="LiveId" clId="{E9DC6723-9FC9-431B-87EA-16B4388A27EF}" dt="2023-06-29T12:27:26.791" v="2843" actId="1035"/>
          <ac:spMkLst>
            <pc:docMk/>
            <pc:sldMk cId="3233280961" sldId="265"/>
            <ac:spMk id="31" creationId="{BAA07898-B423-42D8-A56F-9DF2CBC8312C}"/>
          </ac:spMkLst>
        </pc:spChg>
        <pc:spChg chg="add mod ord">
          <ac:chgData name="varitsara monsiri" userId="d21832565e14aca8" providerId="LiveId" clId="{E9DC6723-9FC9-431B-87EA-16B4388A27EF}" dt="2023-06-29T12:27:26.791" v="2843" actId="1035"/>
          <ac:spMkLst>
            <pc:docMk/>
            <pc:sldMk cId="3233280961" sldId="265"/>
            <ac:spMk id="32" creationId="{AE44DABD-FA7A-4423-A7BA-715C3C6FDB28}"/>
          </ac:spMkLst>
        </pc:spChg>
        <pc:spChg chg="add mod ord">
          <ac:chgData name="varitsara monsiri" userId="d21832565e14aca8" providerId="LiveId" clId="{E9DC6723-9FC9-431B-87EA-16B4388A27EF}" dt="2023-06-29T12:27:26.791" v="2843" actId="1035"/>
          <ac:spMkLst>
            <pc:docMk/>
            <pc:sldMk cId="3233280961" sldId="265"/>
            <ac:spMk id="33" creationId="{D8F76965-D952-4B87-9125-A4FB9084E09C}"/>
          </ac:spMkLst>
        </pc:spChg>
        <pc:spChg chg="add mod ord">
          <ac:chgData name="varitsara monsiri" userId="d21832565e14aca8" providerId="LiveId" clId="{E9DC6723-9FC9-431B-87EA-16B4388A27EF}" dt="2023-06-29T12:27:26.791" v="2843" actId="1035"/>
          <ac:spMkLst>
            <pc:docMk/>
            <pc:sldMk cId="3233280961" sldId="265"/>
            <ac:spMk id="34" creationId="{609E80D3-AD60-4E14-8665-C26B819F4404}"/>
          </ac:spMkLst>
        </pc:spChg>
        <pc:spChg chg="add mod ord">
          <ac:chgData name="varitsara monsiri" userId="d21832565e14aca8" providerId="LiveId" clId="{E9DC6723-9FC9-431B-87EA-16B4388A27EF}" dt="2023-06-29T12:27:26.791" v="2843" actId="1035"/>
          <ac:spMkLst>
            <pc:docMk/>
            <pc:sldMk cId="3233280961" sldId="265"/>
            <ac:spMk id="35" creationId="{FBD9BA34-5028-4AE3-902C-6BA1F3F9750A}"/>
          </ac:spMkLst>
        </pc:spChg>
        <pc:spChg chg="add mod ord">
          <ac:chgData name="varitsara monsiri" userId="d21832565e14aca8" providerId="LiveId" clId="{E9DC6723-9FC9-431B-87EA-16B4388A27EF}" dt="2023-06-29T12:27:26.791" v="2843" actId="1035"/>
          <ac:spMkLst>
            <pc:docMk/>
            <pc:sldMk cId="3233280961" sldId="265"/>
            <ac:spMk id="36" creationId="{221AD985-9B82-4918-BB44-7F2802BE27A1}"/>
          </ac:spMkLst>
        </pc:spChg>
        <pc:spChg chg="add mod ord">
          <ac:chgData name="varitsara monsiri" userId="d21832565e14aca8" providerId="LiveId" clId="{E9DC6723-9FC9-431B-87EA-16B4388A27EF}" dt="2023-06-29T12:27:26.791" v="2843" actId="1035"/>
          <ac:spMkLst>
            <pc:docMk/>
            <pc:sldMk cId="3233280961" sldId="265"/>
            <ac:spMk id="37" creationId="{8237F455-815B-4DD6-B219-C453FC215534}"/>
          </ac:spMkLst>
        </pc:spChg>
        <pc:spChg chg="add del mod">
          <ac:chgData name="varitsara monsiri" userId="d21832565e14aca8" providerId="LiveId" clId="{E9DC6723-9FC9-431B-87EA-16B4388A27EF}" dt="2023-06-30T12:18:12.045" v="7511"/>
          <ac:spMkLst>
            <pc:docMk/>
            <pc:sldMk cId="3233280961" sldId="265"/>
            <ac:spMk id="44" creationId="{CED2BEFC-D0CF-40AB-945C-FD30CEC5A9BF}"/>
          </ac:spMkLst>
        </pc:spChg>
        <pc:spChg chg="mod">
          <ac:chgData name="varitsara monsiri" userId="d21832565e14aca8" providerId="LiveId" clId="{E9DC6723-9FC9-431B-87EA-16B4388A27EF}" dt="2023-06-30T12:18:18.839" v="7514" actId="207"/>
          <ac:spMkLst>
            <pc:docMk/>
            <pc:sldMk cId="3233280961" sldId="265"/>
            <ac:spMk id="45" creationId="{BEE1F4EA-2383-428E-AEF5-68BEDD9A6391}"/>
          </ac:spMkLst>
        </pc:spChg>
        <pc:spChg chg="del mod">
          <ac:chgData name="varitsara monsiri" userId="d21832565e14aca8" providerId="LiveId" clId="{E9DC6723-9FC9-431B-87EA-16B4388A27EF}" dt="2023-06-30T12:18:14.491" v="7512" actId="478"/>
          <ac:spMkLst>
            <pc:docMk/>
            <pc:sldMk cId="3233280961" sldId="265"/>
            <ac:spMk id="46" creationId="{49B251A0-3FAC-44CB-92D6-9775CF0F5A45}"/>
          </ac:spMkLst>
        </pc:spChg>
        <pc:spChg chg="del mod">
          <ac:chgData name="varitsara monsiri" userId="d21832565e14aca8" providerId="LiveId" clId="{E9DC6723-9FC9-431B-87EA-16B4388A27EF}" dt="2023-06-30T12:18:14.491" v="7512" actId="478"/>
          <ac:spMkLst>
            <pc:docMk/>
            <pc:sldMk cId="3233280961" sldId="265"/>
            <ac:spMk id="47" creationId="{C27835D0-744A-4C2B-978F-EA0F5A16773F}"/>
          </ac:spMkLst>
        </pc:spChg>
        <pc:spChg chg="add del mod">
          <ac:chgData name="varitsara monsiri" userId="d21832565e14aca8" providerId="LiveId" clId="{E9DC6723-9FC9-431B-87EA-16B4388A27EF}" dt="2023-06-30T12:19:00.306" v="7533"/>
          <ac:spMkLst>
            <pc:docMk/>
            <pc:sldMk cId="3233280961" sldId="265"/>
            <ac:spMk id="48" creationId="{9A0CBFBB-74AD-42E9-AD1B-614FF153A8D3}"/>
          </ac:spMkLst>
        </pc:spChg>
        <pc:spChg chg="del mod">
          <ac:chgData name="varitsara monsiri" userId="d21832565e14aca8" providerId="LiveId" clId="{E9DC6723-9FC9-431B-87EA-16B4388A27EF}" dt="2023-06-30T12:19:11.943" v="7535"/>
          <ac:spMkLst>
            <pc:docMk/>
            <pc:sldMk cId="3233280961" sldId="265"/>
            <ac:spMk id="49" creationId="{D73156CC-D912-4635-8665-238DA240B9CD}"/>
          </ac:spMkLst>
        </pc:spChg>
        <pc:spChg chg="mod">
          <ac:chgData name="varitsara monsiri" userId="d21832565e14aca8" providerId="LiveId" clId="{E9DC6723-9FC9-431B-87EA-16B4388A27EF}" dt="2023-06-30T12:19:43.773" v="7548" actId="164"/>
          <ac:spMkLst>
            <pc:docMk/>
            <pc:sldMk cId="3233280961" sldId="265"/>
            <ac:spMk id="50" creationId="{C35CBE20-B9B5-475F-A66F-51E4571670D0}"/>
          </ac:spMkLst>
        </pc:spChg>
        <pc:spChg chg="add del mod">
          <ac:chgData name="varitsara monsiri" userId="d21832565e14aca8" providerId="LiveId" clId="{E9DC6723-9FC9-431B-87EA-16B4388A27EF}" dt="2023-06-30T12:19:22.674" v="7539"/>
          <ac:spMkLst>
            <pc:docMk/>
            <pc:sldMk cId="3233280961" sldId="265"/>
            <ac:spMk id="51" creationId="{5BA41CB7-E742-493F-A048-192E3740D866}"/>
          </ac:spMkLst>
        </pc:spChg>
        <pc:spChg chg="mod">
          <ac:chgData name="varitsara monsiri" userId="d21832565e14aca8" providerId="LiveId" clId="{E9DC6723-9FC9-431B-87EA-16B4388A27EF}" dt="2023-06-30T12:19:43.773" v="7548" actId="164"/>
          <ac:spMkLst>
            <pc:docMk/>
            <pc:sldMk cId="3233280961" sldId="265"/>
            <ac:spMk id="52" creationId="{423C68F4-260E-4989-9EAC-E69894426AB6}"/>
          </ac:spMkLst>
        </pc:spChg>
        <pc:spChg chg="add del mod">
          <ac:chgData name="varitsara monsiri" userId="d21832565e14aca8" providerId="LiveId" clId="{E9DC6723-9FC9-431B-87EA-16B4388A27EF}" dt="2023-06-30T12:19:32.032" v="7543"/>
          <ac:spMkLst>
            <pc:docMk/>
            <pc:sldMk cId="3233280961" sldId="265"/>
            <ac:spMk id="53" creationId="{FADD12EB-BE80-4389-826D-55A8283F2E80}"/>
          </ac:spMkLst>
        </pc:spChg>
        <pc:spChg chg="mod">
          <ac:chgData name="varitsara monsiri" userId="d21832565e14aca8" providerId="LiveId" clId="{E9DC6723-9FC9-431B-87EA-16B4388A27EF}" dt="2023-06-30T12:19:43.773" v="7548" actId="164"/>
          <ac:spMkLst>
            <pc:docMk/>
            <pc:sldMk cId="3233280961" sldId="265"/>
            <ac:spMk id="54" creationId="{3FCD4346-B3F2-4E7F-9288-F4DF689449FB}"/>
          </ac:spMkLst>
        </pc:spChg>
        <pc:spChg chg="add del mod">
          <ac:chgData name="varitsara monsiri" userId="d21832565e14aca8" providerId="LiveId" clId="{E9DC6723-9FC9-431B-87EA-16B4388A27EF}" dt="2023-06-30T12:19:40.739" v="7547"/>
          <ac:spMkLst>
            <pc:docMk/>
            <pc:sldMk cId="3233280961" sldId="265"/>
            <ac:spMk id="55" creationId="{19EC59AD-2F04-450F-9CCD-52EBE2B64C45}"/>
          </ac:spMkLst>
        </pc:spChg>
        <pc:spChg chg="mod">
          <ac:chgData name="varitsara monsiri" userId="d21832565e14aca8" providerId="LiveId" clId="{E9DC6723-9FC9-431B-87EA-16B4388A27EF}" dt="2023-06-30T12:19:43.773" v="7548" actId="164"/>
          <ac:spMkLst>
            <pc:docMk/>
            <pc:sldMk cId="3233280961" sldId="265"/>
            <ac:spMk id="56" creationId="{9F7F9010-C380-4B73-A354-996D3C5D4432}"/>
          </ac:spMkLst>
        </pc:spChg>
        <pc:grpChg chg="add del mod">
          <ac:chgData name="varitsara monsiri" userId="d21832565e14aca8" providerId="LiveId" clId="{E9DC6723-9FC9-431B-87EA-16B4388A27EF}" dt="2023-06-29T11:34:39.668" v="2078" actId="21"/>
          <ac:grpSpMkLst>
            <pc:docMk/>
            <pc:sldMk cId="3233280961" sldId="265"/>
            <ac:grpSpMk id="2" creationId="{BEAE15C2-9573-4DC8-9A91-A43543A4FE72}"/>
          </ac:grpSpMkLst>
        </pc:grpChg>
        <pc:grpChg chg="add mod">
          <ac:chgData name="varitsara monsiri" userId="d21832565e14aca8" providerId="LiveId" clId="{E9DC6723-9FC9-431B-87EA-16B4388A27EF}" dt="2023-06-30T12:19:43.773" v="7548" actId="164"/>
          <ac:grpSpMkLst>
            <pc:docMk/>
            <pc:sldMk cId="3233280961" sldId="265"/>
            <ac:grpSpMk id="4" creationId="{C0DBDADA-29C6-4332-B82C-71ECC7E9B4DA}"/>
          </ac:grpSpMkLst>
        </pc:grpChg>
        <pc:grpChg chg="add del mod">
          <ac:chgData name="varitsara monsiri" userId="d21832565e14aca8" providerId="LiveId" clId="{E9DC6723-9FC9-431B-87EA-16B4388A27EF}" dt="2023-06-30T12:19:03.691" v="7534" actId="165"/>
          <ac:grpSpMkLst>
            <pc:docMk/>
            <pc:sldMk cId="3233280961" sldId="265"/>
            <ac:grpSpMk id="19" creationId="{0189DC42-6083-4F24-BD19-1FAD65CB520A}"/>
          </ac:grpSpMkLst>
        </pc:grpChg>
        <pc:picChg chg="add mod ord">
          <ac:chgData name="varitsara monsiri" userId="d21832565e14aca8" providerId="LiveId" clId="{E9DC6723-9FC9-431B-87EA-16B4388A27EF}" dt="2023-06-29T12:27:26.791" v="2843" actId="1035"/>
          <ac:picMkLst>
            <pc:docMk/>
            <pc:sldMk cId="3233280961" sldId="265"/>
            <ac:picMk id="38" creationId="{BC110CBB-9226-4ED5-B5E1-29123CBADC4B}"/>
          </ac:picMkLst>
        </pc:picChg>
        <pc:picChg chg="add mod ord">
          <ac:chgData name="varitsara monsiri" userId="d21832565e14aca8" providerId="LiveId" clId="{E9DC6723-9FC9-431B-87EA-16B4388A27EF}" dt="2023-06-29T12:27:26.791" v="2843" actId="1035"/>
          <ac:picMkLst>
            <pc:docMk/>
            <pc:sldMk cId="3233280961" sldId="265"/>
            <ac:picMk id="39" creationId="{3C880DE5-8559-4FE3-9CE3-33CAC14ACDE7}"/>
          </ac:picMkLst>
        </pc:picChg>
        <pc:picChg chg="add mod ord">
          <ac:chgData name="varitsara monsiri" userId="d21832565e14aca8" providerId="LiveId" clId="{E9DC6723-9FC9-431B-87EA-16B4388A27EF}" dt="2023-06-29T12:27:26.791" v="2843" actId="1035"/>
          <ac:picMkLst>
            <pc:docMk/>
            <pc:sldMk cId="3233280961" sldId="265"/>
            <ac:picMk id="40" creationId="{6F1CF2E2-34DB-4D02-8EA8-C806CEB46CEF}"/>
          </ac:picMkLst>
        </pc:picChg>
        <pc:picChg chg="add mod ord">
          <ac:chgData name="varitsara monsiri" userId="d21832565e14aca8" providerId="LiveId" clId="{E9DC6723-9FC9-431B-87EA-16B4388A27EF}" dt="2023-06-29T12:27:26.791" v="2843" actId="1035"/>
          <ac:picMkLst>
            <pc:docMk/>
            <pc:sldMk cId="3233280961" sldId="265"/>
            <ac:picMk id="41" creationId="{7D0E8E09-30A4-4D7A-9D56-763AFBB6B009}"/>
          </ac:picMkLst>
        </pc:picChg>
        <pc:picChg chg="add mod ord">
          <ac:chgData name="varitsara monsiri" userId="d21832565e14aca8" providerId="LiveId" clId="{E9DC6723-9FC9-431B-87EA-16B4388A27EF}" dt="2023-06-29T12:27:26.791" v="2843" actId="1035"/>
          <ac:picMkLst>
            <pc:docMk/>
            <pc:sldMk cId="3233280961" sldId="265"/>
            <ac:picMk id="42" creationId="{F08A814D-40F0-44B3-8302-67082C94F096}"/>
          </ac:picMkLst>
        </pc:picChg>
        <pc:picChg chg="add mod ord">
          <ac:chgData name="varitsara monsiri" userId="d21832565e14aca8" providerId="LiveId" clId="{E9DC6723-9FC9-431B-87EA-16B4388A27EF}" dt="2023-06-29T12:27:26.791" v="2843" actId="1035"/>
          <ac:picMkLst>
            <pc:docMk/>
            <pc:sldMk cId="3233280961" sldId="265"/>
            <ac:picMk id="43" creationId="{64804030-D74D-4816-867A-65EF222C66F3}"/>
          </ac:picMkLst>
        </pc:picChg>
      </pc:sldChg>
      <pc:sldChg chg="new del">
        <pc:chgData name="varitsara monsiri" userId="d21832565e14aca8" providerId="LiveId" clId="{E9DC6723-9FC9-431B-87EA-16B4388A27EF}" dt="2023-06-30T06:42:33.358" v="2977" actId="680"/>
        <pc:sldMkLst>
          <pc:docMk/>
          <pc:sldMk cId="859482422" sldId="266"/>
        </pc:sldMkLst>
      </pc:sldChg>
      <pc:sldChg chg="addSp delSp modSp new mod modClrScheme chgLayout">
        <pc:chgData name="varitsara monsiri" userId="d21832565e14aca8" providerId="LiveId" clId="{E9DC6723-9FC9-431B-87EA-16B4388A27EF}" dt="2023-06-30T12:17:16.586" v="7506" actId="167"/>
        <pc:sldMkLst>
          <pc:docMk/>
          <pc:sldMk cId="4036969762" sldId="266"/>
        </pc:sldMkLst>
        <pc:spChg chg="del">
          <ac:chgData name="varitsara monsiri" userId="d21832565e14aca8" providerId="LiveId" clId="{E9DC6723-9FC9-431B-87EA-16B4388A27EF}" dt="2023-06-30T06:43:03.266" v="2994" actId="700"/>
          <ac:spMkLst>
            <pc:docMk/>
            <pc:sldMk cId="4036969762" sldId="266"/>
            <ac:spMk id="2" creationId="{7FDB35C5-A705-482E-8152-9230B508B67E}"/>
          </ac:spMkLst>
        </pc:spChg>
        <pc:spChg chg="del">
          <ac:chgData name="varitsara monsiri" userId="d21832565e14aca8" providerId="LiveId" clId="{E9DC6723-9FC9-431B-87EA-16B4388A27EF}" dt="2023-06-30T06:43:03.266" v="2994" actId="700"/>
          <ac:spMkLst>
            <pc:docMk/>
            <pc:sldMk cId="4036969762" sldId="266"/>
            <ac:spMk id="3" creationId="{9447536A-9EA7-4AB7-9AD0-9653582C8818}"/>
          </ac:spMkLst>
        </pc:spChg>
        <pc:spChg chg="add mod">
          <ac:chgData name="varitsara monsiri" userId="d21832565e14aca8" providerId="LiveId" clId="{E9DC6723-9FC9-431B-87EA-16B4388A27EF}" dt="2023-06-30T09:27:19.698" v="4806" actId="20577"/>
          <ac:spMkLst>
            <pc:docMk/>
            <pc:sldMk cId="4036969762" sldId="266"/>
            <ac:spMk id="6" creationId="{00D0C041-DB40-4499-84D6-4F08C3775ED6}"/>
          </ac:spMkLst>
        </pc:spChg>
        <pc:spChg chg="add mod">
          <ac:chgData name="varitsara monsiri" userId="d21832565e14aca8" providerId="LiveId" clId="{E9DC6723-9FC9-431B-87EA-16B4388A27EF}" dt="2023-06-30T09:27:08.878" v="4804" actId="20577"/>
          <ac:spMkLst>
            <pc:docMk/>
            <pc:sldMk cId="4036969762" sldId="266"/>
            <ac:spMk id="7" creationId="{2AF0740D-BFDD-4842-A520-DE15962D7C94}"/>
          </ac:spMkLst>
        </pc:spChg>
        <pc:spChg chg="add mod">
          <ac:chgData name="varitsara monsiri" userId="d21832565e14aca8" providerId="LiveId" clId="{E9DC6723-9FC9-431B-87EA-16B4388A27EF}" dt="2023-06-30T09:27:59.647" v="4829" actId="20577"/>
          <ac:spMkLst>
            <pc:docMk/>
            <pc:sldMk cId="4036969762" sldId="266"/>
            <ac:spMk id="8" creationId="{BFF48987-084C-435C-B0B1-9F035FDCF29C}"/>
          </ac:spMkLst>
        </pc:spChg>
        <pc:spChg chg="add mod">
          <ac:chgData name="varitsara monsiri" userId="d21832565e14aca8" providerId="LiveId" clId="{E9DC6723-9FC9-431B-87EA-16B4388A27EF}" dt="2023-06-30T09:27:42.287" v="4815" actId="20577"/>
          <ac:spMkLst>
            <pc:docMk/>
            <pc:sldMk cId="4036969762" sldId="266"/>
            <ac:spMk id="9" creationId="{46003FA8-5391-4738-B30B-5524825E369F}"/>
          </ac:spMkLst>
        </pc:spChg>
        <pc:spChg chg="add mod">
          <ac:chgData name="varitsara monsiri" userId="d21832565e14aca8" providerId="LiveId" clId="{E9DC6723-9FC9-431B-87EA-16B4388A27EF}" dt="2023-06-30T09:28:25.857" v="4839" actId="20577"/>
          <ac:spMkLst>
            <pc:docMk/>
            <pc:sldMk cId="4036969762" sldId="266"/>
            <ac:spMk id="10" creationId="{AFF6F3D1-3205-4818-B400-F6D1EAF15987}"/>
          </ac:spMkLst>
        </pc:spChg>
        <pc:spChg chg="add mod">
          <ac:chgData name="varitsara monsiri" userId="d21832565e14aca8" providerId="LiveId" clId="{E9DC6723-9FC9-431B-87EA-16B4388A27EF}" dt="2023-06-30T09:28:01.086" v="4831" actId="20577"/>
          <ac:spMkLst>
            <pc:docMk/>
            <pc:sldMk cId="4036969762" sldId="266"/>
            <ac:spMk id="11" creationId="{51E04EB9-F021-4DE3-BAFB-AF2AE8CD625A}"/>
          </ac:spMkLst>
        </pc:spChg>
        <pc:spChg chg="add mod">
          <ac:chgData name="varitsara monsiri" userId="d21832565e14aca8" providerId="LiveId" clId="{E9DC6723-9FC9-431B-87EA-16B4388A27EF}" dt="2023-06-30T09:27:45.786" v="4819" actId="20577"/>
          <ac:spMkLst>
            <pc:docMk/>
            <pc:sldMk cId="4036969762" sldId="266"/>
            <ac:spMk id="12" creationId="{93466F6A-A86E-4A8B-9652-A894965333B3}"/>
          </ac:spMkLst>
        </pc:spChg>
        <pc:spChg chg="add mod">
          <ac:chgData name="varitsara monsiri" userId="d21832565e14aca8" providerId="LiveId" clId="{E9DC6723-9FC9-431B-87EA-16B4388A27EF}" dt="2023-06-30T09:28:27.757" v="4841" actId="20577"/>
          <ac:spMkLst>
            <pc:docMk/>
            <pc:sldMk cId="4036969762" sldId="266"/>
            <ac:spMk id="13" creationId="{466A3FAE-11D9-462E-86FD-02B051825E88}"/>
          </ac:spMkLst>
        </pc:spChg>
        <pc:spChg chg="add mod">
          <ac:chgData name="varitsara monsiri" userId="d21832565e14aca8" providerId="LiveId" clId="{E9DC6723-9FC9-431B-87EA-16B4388A27EF}" dt="2023-06-30T09:28:04.515" v="4835" actId="20577"/>
          <ac:spMkLst>
            <pc:docMk/>
            <pc:sldMk cId="4036969762" sldId="266"/>
            <ac:spMk id="14" creationId="{665F355C-274E-43CC-86C7-91FA2FF9778E}"/>
          </ac:spMkLst>
        </pc:spChg>
        <pc:spChg chg="add mod">
          <ac:chgData name="varitsara monsiri" userId="d21832565e14aca8" providerId="LiveId" clId="{E9DC6723-9FC9-431B-87EA-16B4388A27EF}" dt="2023-06-30T09:27:51.181" v="4827" actId="20577"/>
          <ac:spMkLst>
            <pc:docMk/>
            <pc:sldMk cId="4036969762" sldId="266"/>
            <ac:spMk id="15" creationId="{D9B347DC-2779-4E8D-AB93-37C1F5DCB682}"/>
          </ac:spMkLst>
        </pc:spChg>
        <pc:spChg chg="add mod">
          <ac:chgData name="varitsara monsiri" userId="d21832565e14aca8" providerId="LiveId" clId="{E9DC6723-9FC9-431B-87EA-16B4388A27EF}" dt="2023-06-30T09:28:31.808" v="4845" actId="20577"/>
          <ac:spMkLst>
            <pc:docMk/>
            <pc:sldMk cId="4036969762" sldId="266"/>
            <ac:spMk id="16" creationId="{1EA2380D-CB1E-45F7-850F-085F3FA69332}"/>
          </ac:spMkLst>
        </pc:spChg>
        <pc:spChg chg="add mod">
          <ac:chgData name="varitsara monsiri" userId="d21832565e14aca8" providerId="LiveId" clId="{E9DC6723-9FC9-431B-87EA-16B4388A27EF}" dt="2023-06-30T09:28:02.594" v="4833" actId="20577"/>
          <ac:spMkLst>
            <pc:docMk/>
            <pc:sldMk cId="4036969762" sldId="266"/>
            <ac:spMk id="17" creationId="{7DDB2FA8-5A8F-4D88-88F4-6AD34AC9ED4B}"/>
          </ac:spMkLst>
        </pc:spChg>
        <pc:spChg chg="add mod">
          <ac:chgData name="varitsara monsiri" userId="d21832565e14aca8" providerId="LiveId" clId="{E9DC6723-9FC9-431B-87EA-16B4388A27EF}" dt="2023-06-30T09:27:48.557" v="4823" actId="20577"/>
          <ac:spMkLst>
            <pc:docMk/>
            <pc:sldMk cId="4036969762" sldId="266"/>
            <ac:spMk id="18" creationId="{4ACCE157-15F0-4B99-85C2-FA305B291C24}"/>
          </ac:spMkLst>
        </pc:spChg>
        <pc:spChg chg="add mod">
          <ac:chgData name="varitsara monsiri" userId="d21832565e14aca8" providerId="LiveId" clId="{E9DC6723-9FC9-431B-87EA-16B4388A27EF}" dt="2023-06-30T09:28:30.023" v="4843" actId="20577"/>
          <ac:spMkLst>
            <pc:docMk/>
            <pc:sldMk cId="4036969762" sldId="266"/>
            <ac:spMk id="19" creationId="{864EAD4E-3424-413B-B502-2803E85852E1}"/>
          </ac:spMkLst>
        </pc:spChg>
        <pc:spChg chg="mod">
          <ac:chgData name="varitsara monsiri" userId="d21832565e14aca8" providerId="LiveId" clId="{E9DC6723-9FC9-431B-87EA-16B4388A27EF}" dt="2023-06-30T09:29:35.189" v="4846"/>
          <ac:spMkLst>
            <pc:docMk/>
            <pc:sldMk cId="4036969762" sldId="266"/>
            <ac:spMk id="21" creationId="{79DF8D43-A664-4652-98B3-6DFF3A9B2CCF}"/>
          </ac:spMkLst>
        </pc:spChg>
        <pc:spChg chg="mod">
          <ac:chgData name="varitsara monsiri" userId="d21832565e14aca8" providerId="LiveId" clId="{E9DC6723-9FC9-431B-87EA-16B4388A27EF}" dt="2023-06-30T09:29:35.189" v="4846"/>
          <ac:spMkLst>
            <pc:docMk/>
            <pc:sldMk cId="4036969762" sldId="266"/>
            <ac:spMk id="22" creationId="{938BDBE6-C5C0-4A91-9CDB-DF9A18983356}"/>
          </ac:spMkLst>
        </pc:spChg>
        <pc:spChg chg="mod">
          <ac:chgData name="varitsara monsiri" userId="d21832565e14aca8" providerId="LiveId" clId="{E9DC6723-9FC9-431B-87EA-16B4388A27EF}" dt="2023-06-30T09:29:35.189" v="4846"/>
          <ac:spMkLst>
            <pc:docMk/>
            <pc:sldMk cId="4036969762" sldId="266"/>
            <ac:spMk id="23" creationId="{73D99B27-FBE9-4D31-9337-73225D69DA69}"/>
          </ac:spMkLst>
        </pc:spChg>
        <pc:spChg chg="mod">
          <ac:chgData name="varitsara monsiri" userId="d21832565e14aca8" providerId="LiveId" clId="{E9DC6723-9FC9-431B-87EA-16B4388A27EF}" dt="2023-06-30T09:29:35.189" v="4846"/>
          <ac:spMkLst>
            <pc:docMk/>
            <pc:sldMk cId="4036969762" sldId="266"/>
            <ac:spMk id="24" creationId="{5C277263-9729-4E25-ACC5-F15F7374AF1B}"/>
          </ac:spMkLst>
        </pc:spChg>
        <pc:spChg chg="mod">
          <ac:chgData name="varitsara monsiri" userId="d21832565e14aca8" providerId="LiveId" clId="{E9DC6723-9FC9-431B-87EA-16B4388A27EF}" dt="2023-06-30T09:30:23.112" v="4861"/>
          <ac:spMkLst>
            <pc:docMk/>
            <pc:sldMk cId="4036969762" sldId="266"/>
            <ac:spMk id="26" creationId="{DE55B7A7-66C9-47D4-9CBD-10CAE63E5E75}"/>
          </ac:spMkLst>
        </pc:spChg>
        <pc:spChg chg="mod">
          <ac:chgData name="varitsara monsiri" userId="d21832565e14aca8" providerId="LiveId" clId="{E9DC6723-9FC9-431B-87EA-16B4388A27EF}" dt="2023-06-30T09:30:23.112" v="4861"/>
          <ac:spMkLst>
            <pc:docMk/>
            <pc:sldMk cId="4036969762" sldId="266"/>
            <ac:spMk id="27" creationId="{02F115F0-C6B7-4056-9454-91B4605029BD}"/>
          </ac:spMkLst>
        </pc:spChg>
        <pc:spChg chg="mod">
          <ac:chgData name="varitsara monsiri" userId="d21832565e14aca8" providerId="LiveId" clId="{E9DC6723-9FC9-431B-87EA-16B4388A27EF}" dt="2023-06-30T09:30:23.112" v="4861"/>
          <ac:spMkLst>
            <pc:docMk/>
            <pc:sldMk cId="4036969762" sldId="266"/>
            <ac:spMk id="28" creationId="{C22A5AF8-90BF-4DD6-A533-89D469720A6E}"/>
          </ac:spMkLst>
        </pc:spChg>
        <pc:spChg chg="mod">
          <ac:chgData name="varitsara monsiri" userId="d21832565e14aca8" providerId="LiveId" clId="{E9DC6723-9FC9-431B-87EA-16B4388A27EF}" dt="2023-06-30T09:30:23.112" v="4861"/>
          <ac:spMkLst>
            <pc:docMk/>
            <pc:sldMk cId="4036969762" sldId="266"/>
            <ac:spMk id="29" creationId="{83AD2714-9FA4-42FC-BC90-18726FEDB837}"/>
          </ac:spMkLst>
        </pc:spChg>
        <pc:spChg chg="mod">
          <ac:chgData name="varitsara monsiri" userId="d21832565e14aca8" providerId="LiveId" clId="{E9DC6723-9FC9-431B-87EA-16B4388A27EF}" dt="2023-06-30T09:33:50.762" v="4883"/>
          <ac:spMkLst>
            <pc:docMk/>
            <pc:sldMk cId="4036969762" sldId="266"/>
            <ac:spMk id="35" creationId="{D174C004-2EDD-4597-9E01-DEC99BEC1878}"/>
          </ac:spMkLst>
        </pc:spChg>
        <pc:spChg chg="mod">
          <ac:chgData name="varitsara monsiri" userId="d21832565e14aca8" providerId="LiveId" clId="{E9DC6723-9FC9-431B-87EA-16B4388A27EF}" dt="2023-06-30T09:33:50.762" v="4883"/>
          <ac:spMkLst>
            <pc:docMk/>
            <pc:sldMk cId="4036969762" sldId="266"/>
            <ac:spMk id="36" creationId="{6A82FAF1-9280-4B4C-80D0-5156015ABE4D}"/>
          </ac:spMkLst>
        </pc:spChg>
        <pc:spChg chg="mod">
          <ac:chgData name="varitsara monsiri" userId="d21832565e14aca8" providerId="LiveId" clId="{E9DC6723-9FC9-431B-87EA-16B4388A27EF}" dt="2023-06-30T09:33:50.762" v="4883"/>
          <ac:spMkLst>
            <pc:docMk/>
            <pc:sldMk cId="4036969762" sldId="266"/>
            <ac:spMk id="37" creationId="{34D274C0-18A0-4DBB-A1BC-A4BCED282172}"/>
          </ac:spMkLst>
        </pc:spChg>
        <pc:spChg chg="mod">
          <ac:chgData name="varitsara monsiri" userId="d21832565e14aca8" providerId="LiveId" clId="{E9DC6723-9FC9-431B-87EA-16B4388A27EF}" dt="2023-06-30T09:33:50.762" v="4883"/>
          <ac:spMkLst>
            <pc:docMk/>
            <pc:sldMk cId="4036969762" sldId="266"/>
            <ac:spMk id="38" creationId="{A5EEF635-F03E-41A5-8FEB-25EF03B4B264}"/>
          </ac:spMkLst>
        </pc:spChg>
        <pc:spChg chg="mod">
          <ac:chgData name="varitsara monsiri" userId="d21832565e14aca8" providerId="LiveId" clId="{E9DC6723-9FC9-431B-87EA-16B4388A27EF}" dt="2023-06-30T09:34:49.350" v="4909"/>
          <ac:spMkLst>
            <pc:docMk/>
            <pc:sldMk cId="4036969762" sldId="266"/>
            <ac:spMk id="41" creationId="{32EC254B-0E4C-40AC-A84E-82941A3B0812}"/>
          </ac:spMkLst>
        </pc:spChg>
        <pc:spChg chg="mod">
          <ac:chgData name="varitsara monsiri" userId="d21832565e14aca8" providerId="LiveId" clId="{E9DC6723-9FC9-431B-87EA-16B4388A27EF}" dt="2023-06-30T09:34:49.350" v="4909"/>
          <ac:spMkLst>
            <pc:docMk/>
            <pc:sldMk cId="4036969762" sldId="266"/>
            <ac:spMk id="42" creationId="{E6DC8C8B-CD8B-45BE-841B-A5907DD50E65}"/>
          </ac:spMkLst>
        </pc:spChg>
        <pc:spChg chg="mod">
          <ac:chgData name="varitsara monsiri" userId="d21832565e14aca8" providerId="LiveId" clId="{E9DC6723-9FC9-431B-87EA-16B4388A27EF}" dt="2023-06-30T09:34:49.350" v="4909"/>
          <ac:spMkLst>
            <pc:docMk/>
            <pc:sldMk cId="4036969762" sldId="266"/>
            <ac:spMk id="43" creationId="{3C7370D5-4A76-48FC-A668-E0F771740B1B}"/>
          </ac:spMkLst>
        </pc:spChg>
        <pc:spChg chg="mod">
          <ac:chgData name="varitsara monsiri" userId="d21832565e14aca8" providerId="LiveId" clId="{E9DC6723-9FC9-431B-87EA-16B4388A27EF}" dt="2023-06-30T09:34:49.350" v="4909"/>
          <ac:spMkLst>
            <pc:docMk/>
            <pc:sldMk cId="4036969762" sldId="266"/>
            <ac:spMk id="44" creationId="{2320D54C-7C39-4907-8BCC-F3D39C6D88C4}"/>
          </ac:spMkLst>
        </pc:spChg>
        <pc:spChg chg="mod">
          <ac:chgData name="varitsara monsiri" userId="d21832565e14aca8" providerId="LiveId" clId="{E9DC6723-9FC9-431B-87EA-16B4388A27EF}" dt="2023-06-30T12:17:12.608" v="7505"/>
          <ac:spMkLst>
            <pc:docMk/>
            <pc:sldMk cId="4036969762" sldId="266"/>
            <ac:spMk id="46" creationId="{AE00C490-CE3A-40D3-A688-18D59EAED72A}"/>
          </ac:spMkLst>
        </pc:spChg>
        <pc:spChg chg="mod">
          <ac:chgData name="varitsara monsiri" userId="d21832565e14aca8" providerId="LiveId" clId="{E9DC6723-9FC9-431B-87EA-16B4388A27EF}" dt="2023-06-30T12:17:12.608" v="7505"/>
          <ac:spMkLst>
            <pc:docMk/>
            <pc:sldMk cId="4036969762" sldId="266"/>
            <ac:spMk id="47" creationId="{21C55CAB-E791-4D06-85E7-22F1D2718C3C}"/>
          </ac:spMkLst>
        </pc:spChg>
        <pc:spChg chg="mod">
          <ac:chgData name="varitsara monsiri" userId="d21832565e14aca8" providerId="LiveId" clId="{E9DC6723-9FC9-431B-87EA-16B4388A27EF}" dt="2023-06-30T12:17:12.608" v="7505"/>
          <ac:spMkLst>
            <pc:docMk/>
            <pc:sldMk cId="4036969762" sldId="266"/>
            <ac:spMk id="49" creationId="{BD249D83-951F-451E-AF95-24556302CC07}"/>
          </ac:spMkLst>
        </pc:spChg>
        <pc:spChg chg="mod">
          <ac:chgData name="varitsara monsiri" userId="d21832565e14aca8" providerId="LiveId" clId="{E9DC6723-9FC9-431B-87EA-16B4388A27EF}" dt="2023-06-30T12:17:12.608" v="7505"/>
          <ac:spMkLst>
            <pc:docMk/>
            <pc:sldMk cId="4036969762" sldId="266"/>
            <ac:spMk id="50" creationId="{A57F216D-5579-4B44-856C-06D3FD7F5DC8}"/>
          </ac:spMkLst>
        </pc:spChg>
        <pc:spChg chg="mod">
          <ac:chgData name="varitsara monsiri" userId="d21832565e14aca8" providerId="LiveId" clId="{E9DC6723-9FC9-431B-87EA-16B4388A27EF}" dt="2023-06-30T12:17:12.608" v="7505"/>
          <ac:spMkLst>
            <pc:docMk/>
            <pc:sldMk cId="4036969762" sldId="266"/>
            <ac:spMk id="52" creationId="{6742DDE6-8B7B-4D76-8114-F3CA6FAA1AC7}"/>
          </ac:spMkLst>
        </pc:spChg>
        <pc:spChg chg="mod">
          <ac:chgData name="varitsara monsiri" userId="d21832565e14aca8" providerId="LiveId" clId="{E9DC6723-9FC9-431B-87EA-16B4388A27EF}" dt="2023-06-30T12:17:12.608" v="7505"/>
          <ac:spMkLst>
            <pc:docMk/>
            <pc:sldMk cId="4036969762" sldId="266"/>
            <ac:spMk id="53" creationId="{2377BEE2-C4A6-478C-ABFE-3D66C864F87F}"/>
          </ac:spMkLst>
        </pc:spChg>
        <pc:spChg chg="mod">
          <ac:chgData name="varitsara monsiri" userId="d21832565e14aca8" providerId="LiveId" clId="{E9DC6723-9FC9-431B-87EA-16B4388A27EF}" dt="2023-06-30T12:17:12.608" v="7505"/>
          <ac:spMkLst>
            <pc:docMk/>
            <pc:sldMk cId="4036969762" sldId="266"/>
            <ac:spMk id="55" creationId="{A120778E-14C9-4164-A127-73EE50BA261D}"/>
          </ac:spMkLst>
        </pc:spChg>
        <pc:spChg chg="mod">
          <ac:chgData name="varitsara monsiri" userId="d21832565e14aca8" providerId="LiveId" clId="{E9DC6723-9FC9-431B-87EA-16B4388A27EF}" dt="2023-06-30T12:17:12.608" v="7505"/>
          <ac:spMkLst>
            <pc:docMk/>
            <pc:sldMk cId="4036969762" sldId="266"/>
            <ac:spMk id="56" creationId="{D96CF957-34AD-49D4-B5C5-12E516E81CC7}"/>
          </ac:spMkLst>
        </pc:spChg>
        <pc:grpChg chg="add del mod">
          <ac:chgData name="varitsara monsiri" userId="d21832565e14aca8" providerId="LiveId" clId="{E9DC6723-9FC9-431B-87EA-16B4388A27EF}" dt="2023-06-30T09:32:07.979" v="4866" actId="478"/>
          <ac:grpSpMkLst>
            <pc:docMk/>
            <pc:sldMk cId="4036969762" sldId="266"/>
            <ac:grpSpMk id="20" creationId="{0C1AC4D3-622E-4AFC-A5AF-B1433BE51519}"/>
          </ac:grpSpMkLst>
        </pc:grpChg>
        <pc:grpChg chg="add del mod">
          <ac:chgData name="varitsara monsiri" userId="d21832565e14aca8" providerId="LiveId" clId="{E9DC6723-9FC9-431B-87EA-16B4388A27EF}" dt="2023-06-30T09:32:07.298" v="4865" actId="478"/>
          <ac:grpSpMkLst>
            <pc:docMk/>
            <pc:sldMk cId="4036969762" sldId="266"/>
            <ac:grpSpMk id="25" creationId="{FF822721-4F3C-49A2-9E14-2A53E2A1752D}"/>
          </ac:grpSpMkLst>
        </pc:grpChg>
        <pc:grpChg chg="add mod">
          <ac:chgData name="varitsara monsiri" userId="d21832565e14aca8" providerId="LiveId" clId="{E9DC6723-9FC9-431B-87EA-16B4388A27EF}" dt="2023-06-30T09:34:34.658" v="4905" actId="1037"/>
          <ac:grpSpMkLst>
            <pc:docMk/>
            <pc:sldMk cId="4036969762" sldId="266"/>
            <ac:grpSpMk id="34" creationId="{D2F617EE-B6AB-4C89-A5B1-E355A07DDB95}"/>
          </ac:grpSpMkLst>
        </pc:grpChg>
        <pc:grpChg chg="add mod">
          <ac:chgData name="varitsara monsiri" userId="d21832565e14aca8" providerId="LiveId" clId="{E9DC6723-9FC9-431B-87EA-16B4388A27EF}" dt="2023-06-30T09:35:06.813" v="4911" actId="1076"/>
          <ac:grpSpMkLst>
            <pc:docMk/>
            <pc:sldMk cId="4036969762" sldId="266"/>
            <ac:grpSpMk id="40" creationId="{92A50F91-F7B7-40AA-BF43-E38FA4C3A7A2}"/>
          </ac:grpSpMkLst>
        </pc:grpChg>
        <pc:grpChg chg="add mod ord">
          <ac:chgData name="varitsara monsiri" userId="d21832565e14aca8" providerId="LiveId" clId="{E9DC6723-9FC9-431B-87EA-16B4388A27EF}" dt="2023-06-30T12:17:16.586" v="7506" actId="167"/>
          <ac:grpSpMkLst>
            <pc:docMk/>
            <pc:sldMk cId="4036969762" sldId="266"/>
            <ac:grpSpMk id="45" creationId="{13B9E3CA-72CB-46A8-95B1-7B6B9CB84A0B}"/>
          </ac:grpSpMkLst>
        </pc:grpChg>
        <pc:grpChg chg="add mod ord">
          <ac:chgData name="varitsara monsiri" userId="d21832565e14aca8" providerId="LiveId" clId="{E9DC6723-9FC9-431B-87EA-16B4388A27EF}" dt="2023-06-30T12:17:16.586" v="7506" actId="167"/>
          <ac:grpSpMkLst>
            <pc:docMk/>
            <pc:sldMk cId="4036969762" sldId="266"/>
            <ac:grpSpMk id="48" creationId="{3BCF454D-5825-4F02-91A3-E1358023188A}"/>
          </ac:grpSpMkLst>
        </pc:grpChg>
        <pc:grpChg chg="add mod ord">
          <ac:chgData name="varitsara monsiri" userId="d21832565e14aca8" providerId="LiveId" clId="{E9DC6723-9FC9-431B-87EA-16B4388A27EF}" dt="2023-06-30T12:17:16.586" v="7506" actId="167"/>
          <ac:grpSpMkLst>
            <pc:docMk/>
            <pc:sldMk cId="4036969762" sldId="266"/>
            <ac:grpSpMk id="51" creationId="{16EF6AAB-5FF2-4848-B04B-35287B9F93FD}"/>
          </ac:grpSpMkLst>
        </pc:grpChg>
        <pc:grpChg chg="add mod ord">
          <ac:chgData name="varitsara monsiri" userId="d21832565e14aca8" providerId="LiveId" clId="{E9DC6723-9FC9-431B-87EA-16B4388A27EF}" dt="2023-06-30T12:17:16.586" v="7506" actId="167"/>
          <ac:grpSpMkLst>
            <pc:docMk/>
            <pc:sldMk cId="4036969762" sldId="266"/>
            <ac:grpSpMk id="54" creationId="{CEC3C13D-99D0-460B-86B6-888E1B1A5BA1}"/>
          </ac:grpSpMkLst>
        </pc:grpChg>
        <pc:picChg chg="add del mod">
          <ac:chgData name="varitsara monsiri" userId="d21832565e14aca8" providerId="LiveId" clId="{E9DC6723-9FC9-431B-87EA-16B4388A27EF}" dt="2023-06-30T09:00:02.617" v="4199" actId="21"/>
          <ac:picMkLst>
            <pc:docMk/>
            <pc:sldMk cId="4036969762" sldId="266"/>
            <ac:picMk id="5" creationId="{102BBD08-DE62-406D-8849-264C74FE22A4}"/>
          </ac:picMkLst>
        </pc:picChg>
        <pc:cxnChg chg="add del mod">
          <ac:chgData name="varitsara monsiri" userId="d21832565e14aca8" providerId="LiveId" clId="{E9DC6723-9FC9-431B-87EA-16B4388A27EF}" dt="2023-06-30T09:34:42.989" v="4906" actId="478"/>
          <ac:cxnSpMkLst>
            <pc:docMk/>
            <pc:sldMk cId="4036969762" sldId="266"/>
            <ac:cxnSpMk id="30" creationId="{1487EE5C-7026-4665-B621-C84968081A21}"/>
          </ac:cxnSpMkLst>
        </pc:cxnChg>
        <pc:cxnChg chg="add del mod">
          <ac:chgData name="varitsara monsiri" userId="d21832565e14aca8" providerId="LiveId" clId="{E9DC6723-9FC9-431B-87EA-16B4388A27EF}" dt="2023-06-30T09:34:22.403" v="4888" actId="21"/>
          <ac:cxnSpMkLst>
            <pc:docMk/>
            <pc:sldMk cId="4036969762" sldId="266"/>
            <ac:cxnSpMk id="33" creationId="{F09C79D8-D85D-46CA-82F2-A8CC2F9B3FA6}"/>
          </ac:cxnSpMkLst>
        </pc:cxnChg>
        <pc:cxnChg chg="add del mod">
          <ac:chgData name="varitsara monsiri" userId="d21832565e14aca8" providerId="LiveId" clId="{E9DC6723-9FC9-431B-87EA-16B4388A27EF}" dt="2023-06-30T09:34:46.234" v="4908" actId="478"/>
          <ac:cxnSpMkLst>
            <pc:docMk/>
            <pc:sldMk cId="4036969762" sldId="266"/>
            <ac:cxnSpMk id="39" creationId="{FEE7EA30-FF53-4652-85F0-FF8E8C8CB9A7}"/>
          </ac:cxnSpMkLst>
        </pc:cxnChg>
      </pc:sldChg>
      <pc:sldChg chg="addSp delSp modSp new mod modClrScheme chgLayout">
        <pc:chgData name="varitsara monsiri" userId="d21832565e14aca8" providerId="LiveId" clId="{E9DC6723-9FC9-431B-87EA-16B4388A27EF}" dt="2023-06-30T12:10:03.365" v="7319" actId="1038"/>
        <pc:sldMkLst>
          <pc:docMk/>
          <pc:sldMk cId="1978702583" sldId="267"/>
        </pc:sldMkLst>
        <pc:spChg chg="del">
          <ac:chgData name="varitsara monsiri" userId="d21832565e14aca8" providerId="LiveId" clId="{E9DC6723-9FC9-431B-87EA-16B4388A27EF}" dt="2023-06-30T06:43:06.572" v="2995" actId="700"/>
          <ac:spMkLst>
            <pc:docMk/>
            <pc:sldMk cId="1978702583" sldId="267"/>
            <ac:spMk id="2" creationId="{460AE393-5A01-443B-B7A8-19AD6D73A96F}"/>
          </ac:spMkLst>
        </pc:spChg>
        <pc:spChg chg="del">
          <ac:chgData name="varitsara monsiri" userId="d21832565e14aca8" providerId="LiveId" clId="{E9DC6723-9FC9-431B-87EA-16B4388A27EF}" dt="2023-06-30T06:43:06.572" v="2995" actId="700"/>
          <ac:spMkLst>
            <pc:docMk/>
            <pc:sldMk cId="1978702583" sldId="267"/>
            <ac:spMk id="3" creationId="{51277378-58DA-4731-8AA6-307109EE501F}"/>
          </ac:spMkLst>
        </pc:spChg>
        <pc:spChg chg="add mod ord">
          <ac:chgData name="varitsara monsiri" userId="d21832565e14aca8" providerId="LiveId" clId="{E9DC6723-9FC9-431B-87EA-16B4388A27EF}" dt="2023-06-30T09:38:35.003" v="4973" actId="3064"/>
          <ac:spMkLst>
            <pc:docMk/>
            <pc:sldMk cId="1978702583" sldId="267"/>
            <ac:spMk id="4" creationId="{34864B2E-7FDE-4A7F-8547-39221BA8CB35}"/>
          </ac:spMkLst>
        </pc:spChg>
        <pc:spChg chg="add mod ord">
          <ac:chgData name="varitsara monsiri" userId="d21832565e14aca8" providerId="LiveId" clId="{E9DC6723-9FC9-431B-87EA-16B4388A27EF}" dt="2023-06-30T09:38:35.003" v="4973" actId="3064"/>
          <ac:spMkLst>
            <pc:docMk/>
            <pc:sldMk cId="1978702583" sldId="267"/>
            <ac:spMk id="5" creationId="{7BE0F397-E38A-4E0D-8C58-F146039EC802}"/>
          </ac:spMkLst>
        </pc:spChg>
        <pc:spChg chg="add mod ord">
          <ac:chgData name="varitsara monsiri" userId="d21832565e14aca8" providerId="LiveId" clId="{E9DC6723-9FC9-431B-87EA-16B4388A27EF}" dt="2023-06-30T09:38:35.003" v="4973" actId="3064"/>
          <ac:spMkLst>
            <pc:docMk/>
            <pc:sldMk cId="1978702583" sldId="267"/>
            <ac:spMk id="6" creationId="{4B633765-8840-441A-931E-D2AD161445C1}"/>
          </ac:spMkLst>
        </pc:spChg>
        <pc:spChg chg="add mod ord">
          <ac:chgData name="varitsara monsiri" userId="d21832565e14aca8" providerId="LiveId" clId="{E9DC6723-9FC9-431B-87EA-16B4388A27EF}" dt="2023-06-30T09:38:35.003" v="4973" actId="3064"/>
          <ac:spMkLst>
            <pc:docMk/>
            <pc:sldMk cId="1978702583" sldId="267"/>
            <ac:spMk id="7" creationId="{C15B4BEF-8F29-4D8A-9C14-6201E30B59FE}"/>
          </ac:spMkLst>
        </pc:spChg>
        <pc:spChg chg="add mod ord">
          <ac:chgData name="varitsara monsiri" userId="d21832565e14aca8" providerId="LiveId" clId="{E9DC6723-9FC9-431B-87EA-16B4388A27EF}" dt="2023-06-30T09:38:35.003" v="4973" actId="3064"/>
          <ac:spMkLst>
            <pc:docMk/>
            <pc:sldMk cId="1978702583" sldId="267"/>
            <ac:spMk id="8" creationId="{DA7F1A0C-75DF-4D9F-80EB-7325CE1B4231}"/>
          </ac:spMkLst>
        </pc:spChg>
        <pc:spChg chg="add mod ord">
          <ac:chgData name="varitsara monsiri" userId="d21832565e14aca8" providerId="LiveId" clId="{E9DC6723-9FC9-431B-87EA-16B4388A27EF}" dt="2023-06-30T09:38:35.003" v="4973" actId="3064"/>
          <ac:spMkLst>
            <pc:docMk/>
            <pc:sldMk cId="1978702583" sldId="267"/>
            <ac:spMk id="9" creationId="{A3194E03-EBDE-4211-8B3C-0C6241C0A76F}"/>
          </ac:spMkLst>
        </pc:spChg>
        <pc:spChg chg="add mod ord">
          <ac:chgData name="varitsara monsiri" userId="d21832565e14aca8" providerId="LiveId" clId="{E9DC6723-9FC9-431B-87EA-16B4388A27EF}" dt="2023-06-30T09:38:35.003" v="4973" actId="3064"/>
          <ac:spMkLst>
            <pc:docMk/>
            <pc:sldMk cId="1978702583" sldId="267"/>
            <ac:spMk id="10" creationId="{7865C517-027E-44D4-82BC-0367152FDFEF}"/>
          </ac:spMkLst>
        </pc:spChg>
        <pc:spChg chg="add mod ord">
          <ac:chgData name="varitsara monsiri" userId="d21832565e14aca8" providerId="LiveId" clId="{E9DC6723-9FC9-431B-87EA-16B4388A27EF}" dt="2023-06-30T09:38:35.003" v="4973" actId="3064"/>
          <ac:spMkLst>
            <pc:docMk/>
            <pc:sldMk cId="1978702583" sldId="267"/>
            <ac:spMk id="11" creationId="{24019CEC-02AF-47D7-8938-C2063DB0A53F}"/>
          </ac:spMkLst>
        </pc:spChg>
        <pc:spChg chg="del mod topLvl">
          <ac:chgData name="varitsara monsiri" userId="d21832565e14aca8" providerId="LiveId" clId="{E9DC6723-9FC9-431B-87EA-16B4388A27EF}" dt="2023-06-30T09:08:56.914" v="4270" actId="478"/>
          <ac:spMkLst>
            <pc:docMk/>
            <pc:sldMk cId="1978702583" sldId="267"/>
            <ac:spMk id="13" creationId="{6A0015AA-670A-4795-831F-914158A7883B}"/>
          </ac:spMkLst>
        </pc:spChg>
        <pc:spChg chg="add del mod topLvl">
          <ac:chgData name="varitsara monsiri" userId="d21832565e14aca8" providerId="LiveId" clId="{E9DC6723-9FC9-431B-87EA-16B4388A27EF}" dt="2023-06-30T09:12:00.856" v="4302" actId="478"/>
          <ac:spMkLst>
            <pc:docMk/>
            <pc:sldMk cId="1978702583" sldId="267"/>
            <ac:spMk id="14" creationId="{8A7E202F-5DFF-4068-84F6-60BE62B0F8B0}"/>
          </ac:spMkLst>
        </pc:spChg>
        <pc:spChg chg="mod">
          <ac:chgData name="varitsara monsiri" userId="d21832565e14aca8" providerId="LiveId" clId="{E9DC6723-9FC9-431B-87EA-16B4388A27EF}" dt="2023-06-30T09:38:35.003" v="4973" actId="3064"/>
          <ac:spMkLst>
            <pc:docMk/>
            <pc:sldMk cId="1978702583" sldId="267"/>
            <ac:spMk id="16" creationId="{C0021289-1273-44E4-AA65-94CB1DFF83FD}"/>
          </ac:spMkLst>
        </pc:spChg>
        <pc:spChg chg="mod">
          <ac:chgData name="varitsara monsiri" userId="d21832565e14aca8" providerId="LiveId" clId="{E9DC6723-9FC9-431B-87EA-16B4388A27EF}" dt="2023-06-30T09:38:35.003" v="4973" actId="3064"/>
          <ac:spMkLst>
            <pc:docMk/>
            <pc:sldMk cId="1978702583" sldId="267"/>
            <ac:spMk id="17" creationId="{111B44EF-F544-4688-BECB-6EBC26DFFA6A}"/>
          </ac:spMkLst>
        </pc:spChg>
        <pc:spChg chg="mod">
          <ac:chgData name="varitsara monsiri" userId="d21832565e14aca8" providerId="LiveId" clId="{E9DC6723-9FC9-431B-87EA-16B4388A27EF}" dt="2023-06-30T09:38:35.003" v="4973" actId="3064"/>
          <ac:spMkLst>
            <pc:docMk/>
            <pc:sldMk cId="1978702583" sldId="267"/>
            <ac:spMk id="18" creationId="{9CD15503-9402-4219-B53A-1296E57234B8}"/>
          </ac:spMkLst>
        </pc:spChg>
        <pc:spChg chg="mod">
          <ac:chgData name="varitsara monsiri" userId="d21832565e14aca8" providerId="LiveId" clId="{E9DC6723-9FC9-431B-87EA-16B4388A27EF}" dt="2023-06-30T09:38:35.003" v="4973" actId="3064"/>
          <ac:spMkLst>
            <pc:docMk/>
            <pc:sldMk cId="1978702583" sldId="267"/>
            <ac:spMk id="19" creationId="{E21672E0-FE27-42BA-BA2C-0E0EBAD59A87}"/>
          </ac:spMkLst>
        </pc:spChg>
        <pc:spChg chg="mod">
          <ac:chgData name="varitsara monsiri" userId="d21832565e14aca8" providerId="LiveId" clId="{E9DC6723-9FC9-431B-87EA-16B4388A27EF}" dt="2023-06-30T09:38:35.003" v="4973" actId="3064"/>
          <ac:spMkLst>
            <pc:docMk/>
            <pc:sldMk cId="1978702583" sldId="267"/>
            <ac:spMk id="26" creationId="{C7B850A8-3511-47BB-8CD2-B33A37C5B38B}"/>
          </ac:spMkLst>
        </pc:spChg>
        <pc:spChg chg="mod">
          <ac:chgData name="varitsara monsiri" userId="d21832565e14aca8" providerId="LiveId" clId="{E9DC6723-9FC9-431B-87EA-16B4388A27EF}" dt="2023-06-30T09:38:35.003" v="4973" actId="3064"/>
          <ac:spMkLst>
            <pc:docMk/>
            <pc:sldMk cId="1978702583" sldId="267"/>
            <ac:spMk id="27" creationId="{1251B56B-B3CC-48E0-BC54-45093E7C6D2B}"/>
          </ac:spMkLst>
        </pc:spChg>
        <pc:spChg chg="mod">
          <ac:chgData name="varitsara monsiri" userId="d21832565e14aca8" providerId="LiveId" clId="{E9DC6723-9FC9-431B-87EA-16B4388A27EF}" dt="2023-06-30T09:38:35.003" v="4973" actId="3064"/>
          <ac:spMkLst>
            <pc:docMk/>
            <pc:sldMk cId="1978702583" sldId="267"/>
            <ac:spMk id="28" creationId="{1901EDB1-2337-44CA-A751-523CFD1FE21F}"/>
          </ac:spMkLst>
        </pc:spChg>
        <pc:spChg chg="mod">
          <ac:chgData name="varitsara monsiri" userId="d21832565e14aca8" providerId="LiveId" clId="{E9DC6723-9FC9-431B-87EA-16B4388A27EF}" dt="2023-06-30T09:38:35.003" v="4973" actId="3064"/>
          <ac:spMkLst>
            <pc:docMk/>
            <pc:sldMk cId="1978702583" sldId="267"/>
            <ac:spMk id="29" creationId="{31D903AA-83E4-49A3-9E1A-212E0461E709}"/>
          </ac:spMkLst>
        </pc:spChg>
        <pc:spChg chg="mod">
          <ac:chgData name="varitsara monsiri" userId="d21832565e14aca8" providerId="LiveId" clId="{E9DC6723-9FC9-431B-87EA-16B4388A27EF}" dt="2023-06-30T09:38:35.003" v="4973" actId="3064"/>
          <ac:spMkLst>
            <pc:docMk/>
            <pc:sldMk cId="1978702583" sldId="267"/>
            <ac:spMk id="33" creationId="{B6C5321A-E73F-4166-A91D-FA8F5CDE76FF}"/>
          </ac:spMkLst>
        </pc:spChg>
        <pc:spChg chg="mod">
          <ac:chgData name="varitsara monsiri" userId="d21832565e14aca8" providerId="LiveId" clId="{E9DC6723-9FC9-431B-87EA-16B4388A27EF}" dt="2023-06-30T09:38:35.003" v="4973" actId="3064"/>
          <ac:spMkLst>
            <pc:docMk/>
            <pc:sldMk cId="1978702583" sldId="267"/>
            <ac:spMk id="34" creationId="{23224B07-8A46-4F7F-BB55-8CB568B17FDB}"/>
          </ac:spMkLst>
        </pc:spChg>
        <pc:spChg chg="mod">
          <ac:chgData name="varitsara monsiri" userId="d21832565e14aca8" providerId="LiveId" clId="{E9DC6723-9FC9-431B-87EA-16B4388A27EF}" dt="2023-06-30T09:38:35.003" v="4973" actId="3064"/>
          <ac:spMkLst>
            <pc:docMk/>
            <pc:sldMk cId="1978702583" sldId="267"/>
            <ac:spMk id="35" creationId="{8B4D95D7-55A5-405E-9635-BF19580B1366}"/>
          </ac:spMkLst>
        </pc:spChg>
        <pc:spChg chg="mod">
          <ac:chgData name="varitsara monsiri" userId="d21832565e14aca8" providerId="LiveId" clId="{E9DC6723-9FC9-431B-87EA-16B4388A27EF}" dt="2023-06-30T09:38:35.003" v="4973" actId="3064"/>
          <ac:spMkLst>
            <pc:docMk/>
            <pc:sldMk cId="1978702583" sldId="267"/>
            <ac:spMk id="36" creationId="{99752F0A-A4BB-47E3-9B71-604D20B6F08F}"/>
          </ac:spMkLst>
        </pc:spChg>
        <pc:spChg chg="mod">
          <ac:chgData name="varitsara monsiri" userId="d21832565e14aca8" providerId="LiveId" clId="{E9DC6723-9FC9-431B-87EA-16B4388A27EF}" dt="2023-06-30T09:38:35.003" v="4973" actId="3064"/>
          <ac:spMkLst>
            <pc:docMk/>
            <pc:sldMk cId="1978702583" sldId="267"/>
            <ac:spMk id="40" creationId="{95BA80E7-954D-43EB-A553-7ADC36CD5F03}"/>
          </ac:spMkLst>
        </pc:spChg>
        <pc:spChg chg="mod">
          <ac:chgData name="varitsara monsiri" userId="d21832565e14aca8" providerId="LiveId" clId="{E9DC6723-9FC9-431B-87EA-16B4388A27EF}" dt="2023-06-30T09:38:35.003" v="4973" actId="3064"/>
          <ac:spMkLst>
            <pc:docMk/>
            <pc:sldMk cId="1978702583" sldId="267"/>
            <ac:spMk id="41" creationId="{A4AC9F03-13D0-4E52-B5B5-02B93AD53CE2}"/>
          </ac:spMkLst>
        </pc:spChg>
        <pc:spChg chg="mod">
          <ac:chgData name="varitsara monsiri" userId="d21832565e14aca8" providerId="LiveId" clId="{E9DC6723-9FC9-431B-87EA-16B4388A27EF}" dt="2023-06-30T09:38:35.003" v="4973" actId="3064"/>
          <ac:spMkLst>
            <pc:docMk/>
            <pc:sldMk cId="1978702583" sldId="267"/>
            <ac:spMk id="42" creationId="{53DBB9CE-7725-45B7-B45F-FE6FE64D8138}"/>
          </ac:spMkLst>
        </pc:spChg>
        <pc:spChg chg="mod">
          <ac:chgData name="varitsara monsiri" userId="d21832565e14aca8" providerId="LiveId" clId="{E9DC6723-9FC9-431B-87EA-16B4388A27EF}" dt="2023-06-30T09:38:35.003" v="4973" actId="3064"/>
          <ac:spMkLst>
            <pc:docMk/>
            <pc:sldMk cId="1978702583" sldId="267"/>
            <ac:spMk id="43" creationId="{74EB0530-27D4-4D21-AE0A-C04864836CC4}"/>
          </ac:spMkLst>
        </pc:spChg>
        <pc:spChg chg="add del mod">
          <ac:chgData name="varitsara monsiri" userId="d21832565e14aca8" providerId="LiveId" clId="{E9DC6723-9FC9-431B-87EA-16B4388A27EF}" dt="2023-06-30T09:15:03.105" v="4434" actId="478"/>
          <ac:spMkLst>
            <pc:docMk/>
            <pc:sldMk cId="1978702583" sldId="267"/>
            <ac:spMk id="44" creationId="{4CABD533-B169-4138-9F06-DFB9559054AB}"/>
          </ac:spMkLst>
        </pc:spChg>
        <pc:spChg chg="add del mod">
          <ac:chgData name="varitsara monsiri" userId="d21832565e14aca8" providerId="LiveId" clId="{E9DC6723-9FC9-431B-87EA-16B4388A27EF}" dt="2023-06-30T09:15:03.105" v="4434" actId="478"/>
          <ac:spMkLst>
            <pc:docMk/>
            <pc:sldMk cId="1978702583" sldId="267"/>
            <ac:spMk id="45" creationId="{E2A8EDEF-6A12-49F7-A681-921D7C67A68E}"/>
          </ac:spMkLst>
        </pc:spChg>
        <pc:spChg chg="add del mod topLvl">
          <ac:chgData name="varitsara monsiri" userId="d21832565e14aca8" providerId="LiveId" clId="{E9DC6723-9FC9-431B-87EA-16B4388A27EF}" dt="2023-06-30T12:08:21.302" v="7282"/>
          <ac:spMkLst>
            <pc:docMk/>
            <pc:sldMk cId="1978702583" sldId="267"/>
            <ac:spMk id="46" creationId="{389DC1B1-0F44-4B4A-9BC6-0C4D6FE855F8}"/>
          </ac:spMkLst>
        </pc:spChg>
        <pc:spChg chg="add del mod topLvl">
          <ac:chgData name="varitsara monsiri" userId="d21832565e14aca8" providerId="LiveId" clId="{E9DC6723-9FC9-431B-87EA-16B4388A27EF}" dt="2023-06-30T12:07:54.702" v="7274"/>
          <ac:spMkLst>
            <pc:docMk/>
            <pc:sldMk cId="1978702583" sldId="267"/>
            <ac:spMk id="47" creationId="{C6C2CD3B-ACA8-4713-8256-B3D7D67C3E91}"/>
          </ac:spMkLst>
        </pc:spChg>
        <pc:spChg chg="mod">
          <ac:chgData name="varitsara monsiri" userId="d21832565e14aca8" providerId="LiveId" clId="{E9DC6723-9FC9-431B-87EA-16B4388A27EF}" dt="2023-06-30T09:35:57.200" v="4914" actId="207"/>
          <ac:spMkLst>
            <pc:docMk/>
            <pc:sldMk cId="1978702583" sldId="267"/>
            <ac:spMk id="51" creationId="{7D60C7CE-D8FF-4478-A39A-077720568BA4}"/>
          </ac:spMkLst>
        </pc:spChg>
        <pc:spChg chg="del mod topLvl">
          <ac:chgData name="varitsara monsiri" userId="d21832565e14aca8" providerId="LiveId" clId="{E9DC6723-9FC9-431B-87EA-16B4388A27EF}" dt="2023-06-30T12:09:36.132" v="7304"/>
          <ac:spMkLst>
            <pc:docMk/>
            <pc:sldMk cId="1978702583" sldId="267"/>
            <ac:spMk id="53" creationId="{F95BECBA-9BDE-4CA9-A268-4EE6112F0518}"/>
          </ac:spMkLst>
        </pc:spChg>
        <pc:spChg chg="del mod topLvl">
          <ac:chgData name="varitsara monsiri" userId="d21832565e14aca8" providerId="LiveId" clId="{E9DC6723-9FC9-431B-87EA-16B4388A27EF}" dt="2023-06-30T12:09:47.212" v="7310"/>
          <ac:spMkLst>
            <pc:docMk/>
            <pc:sldMk cId="1978702583" sldId="267"/>
            <ac:spMk id="54" creationId="{45A8D7B5-EB8A-4B4D-B7E9-C594747FFD68}"/>
          </ac:spMkLst>
        </pc:spChg>
        <pc:spChg chg="del mod topLvl">
          <ac:chgData name="varitsara monsiri" userId="d21832565e14aca8" providerId="LiveId" clId="{E9DC6723-9FC9-431B-87EA-16B4388A27EF}" dt="2023-06-30T12:09:57.684" v="7316"/>
          <ac:spMkLst>
            <pc:docMk/>
            <pc:sldMk cId="1978702583" sldId="267"/>
            <ac:spMk id="55" creationId="{DFAD15E9-00D9-4A92-BF19-422BC2C66615}"/>
          </ac:spMkLst>
        </pc:spChg>
        <pc:spChg chg="del mod topLvl">
          <ac:chgData name="varitsara monsiri" userId="d21832565e14aca8" providerId="LiveId" clId="{E9DC6723-9FC9-431B-87EA-16B4388A27EF}" dt="2023-06-30T12:10:00.660" v="7317" actId="478"/>
          <ac:spMkLst>
            <pc:docMk/>
            <pc:sldMk cId="1978702583" sldId="267"/>
            <ac:spMk id="56" creationId="{B639D4F4-8ADF-4E0A-A671-65F816B1C7E0}"/>
          </ac:spMkLst>
        </pc:spChg>
        <pc:spChg chg="add del">
          <ac:chgData name="varitsara monsiri" userId="d21832565e14aca8" providerId="LiveId" clId="{E9DC6723-9FC9-431B-87EA-16B4388A27EF}" dt="2023-06-30T12:07:54.702" v="7274"/>
          <ac:spMkLst>
            <pc:docMk/>
            <pc:sldMk cId="1978702583" sldId="267"/>
            <ac:spMk id="57" creationId="{522EB2E6-78FB-4ACC-8E54-7B6150BA9C2C}"/>
          </ac:spMkLst>
        </pc:spChg>
        <pc:spChg chg="mod">
          <ac:chgData name="varitsara monsiri" userId="d21832565e14aca8" providerId="LiveId" clId="{E9DC6723-9FC9-431B-87EA-16B4388A27EF}" dt="2023-06-30T12:08:01.096" v="7277" actId="207"/>
          <ac:spMkLst>
            <pc:docMk/>
            <pc:sldMk cId="1978702583" sldId="267"/>
            <ac:spMk id="58" creationId="{4B5192E3-8FA5-497D-9100-53AC52306317}"/>
          </ac:spMkLst>
        </pc:spChg>
        <pc:spChg chg="del mod">
          <ac:chgData name="varitsara monsiri" userId="d21832565e14aca8" providerId="LiveId" clId="{E9DC6723-9FC9-431B-87EA-16B4388A27EF}" dt="2023-06-30T12:07:56.767" v="7275" actId="478"/>
          <ac:spMkLst>
            <pc:docMk/>
            <pc:sldMk cId="1978702583" sldId="267"/>
            <ac:spMk id="59" creationId="{F26D1EF7-85FF-4677-882F-04D3F0F1305E}"/>
          </ac:spMkLst>
        </pc:spChg>
        <pc:spChg chg="del mod">
          <ac:chgData name="varitsara monsiri" userId="d21832565e14aca8" providerId="LiveId" clId="{E9DC6723-9FC9-431B-87EA-16B4388A27EF}" dt="2023-06-30T12:07:56.767" v="7275" actId="478"/>
          <ac:spMkLst>
            <pc:docMk/>
            <pc:sldMk cId="1978702583" sldId="267"/>
            <ac:spMk id="60" creationId="{909877CB-052E-46FF-A4C7-6629440DAD9B}"/>
          </ac:spMkLst>
        </pc:spChg>
        <pc:spChg chg="add del mod">
          <ac:chgData name="varitsara monsiri" userId="d21832565e14aca8" providerId="LiveId" clId="{E9DC6723-9FC9-431B-87EA-16B4388A27EF}" dt="2023-06-30T12:08:21.302" v="7282"/>
          <ac:spMkLst>
            <pc:docMk/>
            <pc:sldMk cId="1978702583" sldId="267"/>
            <ac:spMk id="61" creationId="{C79CBE1E-8846-40CB-B507-9032BDBE43D6}"/>
          </ac:spMkLst>
        </pc:spChg>
        <pc:spChg chg="mod">
          <ac:chgData name="varitsara monsiri" userId="d21832565e14aca8" providerId="LiveId" clId="{E9DC6723-9FC9-431B-87EA-16B4388A27EF}" dt="2023-06-30T12:08:30.513" v="7288" actId="207"/>
          <ac:spMkLst>
            <pc:docMk/>
            <pc:sldMk cId="1978702583" sldId="267"/>
            <ac:spMk id="62" creationId="{56D6BE87-B28E-4B75-A658-2F725EA5A29A}"/>
          </ac:spMkLst>
        </pc:spChg>
        <pc:spChg chg="del mod">
          <ac:chgData name="varitsara monsiri" userId="d21832565e14aca8" providerId="LiveId" clId="{E9DC6723-9FC9-431B-87EA-16B4388A27EF}" dt="2023-06-30T12:08:25.745" v="7286" actId="478"/>
          <ac:spMkLst>
            <pc:docMk/>
            <pc:sldMk cId="1978702583" sldId="267"/>
            <ac:spMk id="63" creationId="{106A35F3-E938-4DB9-8A64-7FB45631D11F}"/>
          </ac:spMkLst>
        </pc:spChg>
        <pc:spChg chg="del mod">
          <ac:chgData name="varitsara monsiri" userId="d21832565e14aca8" providerId="LiveId" clId="{E9DC6723-9FC9-431B-87EA-16B4388A27EF}" dt="2023-06-30T12:08:24.825" v="7285" actId="478"/>
          <ac:spMkLst>
            <pc:docMk/>
            <pc:sldMk cId="1978702583" sldId="267"/>
            <ac:spMk id="64" creationId="{B158A875-1A86-4C2F-93C5-24AFA431CFEC}"/>
          </ac:spMkLst>
        </pc:spChg>
        <pc:spChg chg="add del mod">
          <ac:chgData name="varitsara monsiri" userId="d21832565e14aca8" providerId="LiveId" clId="{E9DC6723-9FC9-431B-87EA-16B4388A27EF}" dt="2023-06-30T12:09:15.932" v="7294"/>
          <ac:spMkLst>
            <pc:docMk/>
            <pc:sldMk cId="1978702583" sldId="267"/>
            <ac:spMk id="65" creationId="{DC066E6C-226A-492C-B9F8-084203DF9CCB}"/>
          </ac:spMkLst>
        </pc:spChg>
        <pc:spChg chg="add del mod">
          <ac:chgData name="varitsara monsiri" userId="d21832565e14aca8" providerId="LiveId" clId="{E9DC6723-9FC9-431B-87EA-16B4388A27EF}" dt="2023-06-30T12:09:15.932" v="7294"/>
          <ac:spMkLst>
            <pc:docMk/>
            <pc:sldMk cId="1978702583" sldId="267"/>
            <ac:spMk id="66" creationId="{230A521B-6055-4004-99B5-F4F0CC9F098B}"/>
          </ac:spMkLst>
        </pc:spChg>
        <pc:spChg chg="del mod">
          <ac:chgData name="varitsara monsiri" userId="d21832565e14aca8" providerId="LiveId" clId="{E9DC6723-9FC9-431B-87EA-16B4388A27EF}" dt="2023-06-30T12:09:36.132" v="7304"/>
          <ac:spMkLst>
            <pc:docMk/>
            <pc:sldMk cId="1978702583" sldId="267"/>
            <ac:spMk id="67" creationId="{AF9BD9A1-3F5B-466C-9AC5-A6BAA6A4AA41}"/>
          </ac:spMkLst>
        </pc:spChg>
        <pc:spChg chg="add mod">
          <ac:chgData name="varitsara monsiri" userId="d21832565e14aca8" providerId="LiveId" clId="{E9DC6723-9FC9-431B-87EA-16B4388A27EF}" dt="2023-06-30T12:09:32.198" v="7303" actId="571"/>
          <ac:spMkLst>
            <pc:docMk/>
            <pc:sldMk cId="1978702583" sldId="267"/>
            <ac:spMk id="68" creationId="{9DD89D67-D312-4AF0-AB33-3C76A15674B6}"/>
          </ac:spMkLst>
        </pc:spChg>
        <pc:spChg chg="add mod">
          <ac:chgData name="varitsara monsiri" userId="d21832565e14aca8" providerId="LiveId" clId="{E9DC6723-9FC9-431B-87EA-16B4388A27EF}" dt="2023-06-30T12:09:32.198" v="7303" actId="571"/>
          <ac:spMkLst>
            <pc:docMk/>
            <pc:sldMk cId="1978702583" sldId="267"/>
            <ac:spMk id="69" creationId="{AE4B244B-4F88-453C-9C89-6CF58842358D}"/>
          </ac:spMkLst>
        </pc:spChg>
        <pc:spChg chg="mod">
          <ac:chgData name="varitsara monsiri" userId="d21832565e14aca8" providerId="LiveId" clId="{E9DC6723-9FC9-431B-87EA-16B4388A27EF}" dt="2023-06-30T12:10:02.713" v="7318" actId="164"/>
          <ac:spMkLst>
            <pc:docMk/>
            <pc:sldMk cId="1978702583" sldId="267"/>
            <ac:spMk id="70" creationId="{696FA3D6-B18B-40EA-9F23-3E82388DDD45}"/>
          </ac:spMkLst>
        </pc:spChg>
        <pc:spChg chg="add del mod">
          <ac:chgData name="varitsara monsiri" userId="d21832565e14aca8" providerId="LiveId" clId="{E9DC6723-9FC9-431B-87EA-16B4388A27EF}" dt="2023-06-30T12:09:47.212" v="7310"/>
          <ac:spMkLst>
            <pc:docMk/>
            <pc:sldMk cId="1978702583" sldId="267"/>
            <ac:spMk id="71" creationId="{271E121B-8574-4DBD-9398-7E34558C8CB4}"/>
          </ac:spMkLst>
        </pc:spChg>
        <pc:spChg chg="add mod">
          <ac:chgData name="varitsara monsiri" userId="d21832565e14aca8" providerId="LiveId" clId="{E9DC6723-9FC9-431B-87EA-16B4388A27EF}" dt="2023-06-30T12:09:42.945" v="7309" actId="571"/>
          <ac:spMkLst>
            <pc:docMk/>
            <pc:sldMk cId="1978702583" sldId="267"/>
            <ac:spMk id="72" creationId="{913C57FA-5A1F-487C-812D-B24079A30FE1}"/>
          </ac:spMkLst>
        </pc:spChg>
        <pc:spChg chg="add mod">
          <ac:chgData name="varitsara monsiri" userId="d21832565e14aca8" providerId="LiveId" clId="{E9DC6723-9FC9-431B-87EA-16B4388A27EF}" dt="2023-06-30T12:09:42.945" v="7309" actId="571"/>
          <ac:spMkLst>
            <pc:docMk/>
            <pc:sldMk cId="1978702583" sldId="267"/>
            <ac:spMk id="73" creationId="{94583231-946B-4CEF-85C8-ADCB2072D477}"/>
          </ac:spMkLst>
        </pc:spChg>
        <pc:spChg chg="mod">
          <ac:chgData name="varitsara monsiri" userId="d21832565e14aca8" providerId="LiveId" clId="{E9DC6723-9FC9-431B-87EA-16B4388A27EF}" dt="2023-06-30T12:10:02.713" v="7318" actId="164"/>
          <ac:spMkLst>
            <pc:docMk/>
            <pc:sldMk cId="1978702583" sldId="267"/>
            <ac:spMk id="74" creationId="{1E5C8868-7790-40F8-BA9B-B9EA0DF02FB6}"/>
          </ac:spMkLst>
        </pc:spChg>
        <pc:spChg chg="add del mod">
          <ac:chgData name="varitsara monsiri" userId="d21832565e14aca8" providerId="LiveId" clId="{E9DC6723-9FC9-431B-87EA-16B4388A27EF}" dt="2023-06-30T12:09:57.684" v="7316"/>
          <ac:spMkLst>
            <pc:docMk/>
            <pc:sldMk cId="1978702583" sldId="267"/>
            <ac:spMk id="75" creationId="{69B317DB-5E67-45BA-BD54-B4887971B34F}"/>
          </ac:spMkLst>
        </pc:spChg>
        <pc:spChg chg="add mod">
          <ac:chgData name="varitsara monsiri" userId="d21832565e14aca8" providerId="LiveId" clId="{E9DC6723-9FC9-431B-87EA-16B4388A27EF}" dt="2023-06-30T12:09:53.539" v="7315" actId="571"/>
          <ac:spMkLst>
            <pc:docMk/>
            <pc:sldMk cId="1978702583" sldId="267"/>
            <ac:spMk id="76" creationId="{3FECD2CD-B730-4061-B08C-54B1746E9F23}"/>
          </ac:spMkLst>
        </pc:spChg>
        <pc:spChg chg="add mod">
          <ac:chgData name="varitsara monsiri" userId="d21832565e14aca8" providerId="LiveId" clId="{E9DC6723-9FC9-431B-87EA-16B4388A27EF}" dt="2023-06-30T12:09:53.539" v="7315" actId="571"/>
          <ac:spMkLst>
            <pc:docMk/>
            <pc:sldMk cId="1978702583" sldId="267"/>
            <ac:spMk id="77" creationId="{4D12A149-75DF-4E6D-A3E6-84D85B1B3E43}"/>
          </ac:spMkLst>
        </pc:spChg>
        <pc:spChg chg="mod">
          <ac:chgData name="varitsara monsiri" userId="d21832565e14aca8" providerId="LiveId" clId="{E9DC6723-9FC9-431B-87EA-16B4388A27EF}" dt="2023-06-30T12:10:02.713" v="7318" actId="164"/>
          <ac:spMkLst>
            <pc:docMk/>
            <pc:sldMk cId="1978702583" sldId="267"/>
            <ac:spMk id="78" creationId="{3D6E642D-A2A0-40A3-A4C5-AA633AB6B345}"/>
          </ac:spMkLst>
        </pc:spChg>
        <pc:grpChg chg="add del mod ord">
          <ac:chgData name="varitsara monsiri" userId="d21832565e14aca8" providerId="LiveId" clId="{E9DC6723-9FC9-431B-87EA-16B4388A27EF}" dt="2023-06-30T09:08:56.914" v="4270" actId="478"/>
          <ac:grpSpMkLst>
            <pc:docMk/>
            <pc:sldMk cId="1978702583" sldId="267"/>
            <ac:grpSpMk id="12" creationId="{B8E15D9B-2D34-40A9-8EA3-142BF5722256}"/>
          </ac:grpSpMkLst>
        </pc:grpChg>
        <pc:grpChg chg="add mod ord">
          <ac:chgData name="varitsara monsiri" userId="d21832565e14aca8" providerId="LiveId" clId="{E9DC6723-9FC9-431B-87EA-16B4388A27EF}" dt="2023-06-30T09:13:17.707" v="4390" actId="164"/>
          <ac:grpSpMkLst>
            <pc:docMk/>
            <pc:sldMk cId="1978702583" sldId="267"/>
            <ac:grpSpMk id="15" creationId="{F3928ACB-4E49-4B78-A2F5-416AD591B58E}"/>
          </ac:grpSpMkLst>
        </pc:grpChg>
        <pc:grpChg chg="add mod">
          <ac:chgData name="varitsara monsiri" userId="d21832565e14aca8" providerId="LiveId" clId="{E9DC6723-9FC9-431B-87EA-16B4388A27EF}" dt="2023-06-30T09:14:03.386" v="4411" actId="1037"/>
          <ac:grpSpMkLst>
            <pc:docMk/>
            <pc:sldMk cId="1978702583" sldId="267"/>
            <ac:grpSpMk id="22" creationId="{257A3F06-63B7-468F-94B6-9D36143BC9F2}"/>
          </ac:grpSpMkLst>
        </pc:grpChg>
        <pc:grpChg chg="add mod">
          <ac:chgData name="varitsara monsiri" userId="d21832565e14aca8" providerId="LiveId" clId="{E9DC6723-9FC9-431B-87EA-16B4388A27EF}" dt="2023-06-30T09:14:03.386" v="4411" actId="1037"/>
          <ac:grpSpMkLst>
            <pc:docMk/>
            <pc:sldMk cId="1978702583" sldId="267"/>
            <ac:grpSpMk id="23" creationId="{76B5469A-7CB1-4FDD-850D-155F99F976D6}"/>
          </ac:grpSpMkLst>
        </pc:grpChg>
        <pc:grpChg chg="mod">
          <ac:chgData name="varitsara monsiri" userId="d21832565e14aca8" providerId="LiveId" clId="{E9DC6723-9FC9-431B-87EA-16B4388A27EF}" dt="2023-06-30T09:13:30.075" v="4401"/>
          <ac:grpSpMkLst>
            <pc:docMk/>
            <pc:sldMk cId="1978702583" sldId="267"/>
            <ac:grpSpMk id="25" creationId="{03125A70-3195-4599-9CFD-D51DD3C22121}"/>
          </ac:grpSpMkLst>
        </pc:grpChg>
        <pc:grpChg chg="add mod">
          <ac:chgData name="varitsara monsiri" userId="d21832565e14aca8" providerId="LiveId" clId="{E9DC6723-9FC9-431B-87EA-16B4388A27EF}" dt="2023-06-30T09:14:24.382" v="4432" actId="1076"/>
          <ac:grpSpMkLst>
            <pc:docMk/>
            <pc:sldMk cId="1978702583" sldId="267"/>
            <ac:grpSpMk id="30" creationId="{B35C5376-AB99-4800-9E44-AFEB50EA7C39}"/>
          </ac:grpSpMkLst>
        </pc:grpChg>
        <pc:grpChg chg="mod">
          <ac:chgData name="varitsara monsiri" userId="d21832565e14aca8" providerId="LiveId" clId="{E9DC6723-9FC9-431B-87EA-16B4388A27EF}" dt="2023-06-30T09:13:43.353" v="4403"/>
          <ac:grpSpMkLst>
            <pc:docMk/>
            <pc:sldMk cId="1978702583" sldId="267"/>
            <ac:grpSpMk id="32" creationId="{4A6E7ABE-ABFD-4D20-94C8-C551E7F33B99}"/>
          </ac:grpSpMkLst>
        </pc:grpChg>
        <pc:grpChg chg="add mod">
          <ac:chgData name="varitsara monsiri" userId="d21832565e14aca8" providerId="LiveId" clId="{E9DC6723-9FC9-431B-87EA-16B4388A27EF}" dt="2023-06-30T09:14:24.382" v="4432" actId="1076"/>
          <ac:grpSpMkLst>
            <pc:docMk/>
            <pc:sldMk cId="1978702583" sldId="267"/>
            <ac:grpSpMk id="37" creationId="{E638FC3F-FA00-47F2-9AF4-28E5351253C2}"/>
          </ac:grpSpMkLst>
        </pc:grpChg>
        <pc:grpChg chg="mod">
          <ac:chgData name="varitsara monsiri" userId="d21832565e14aca8" providerId="LiveId" clId="{E9DC6723-9FC9-431B-87EA-16B4388A27EF}" dt="2023-06-30T09:13:43.353" v="4403"/>
          <ac:grpSpMkLst>
            <pc:docMk/>
            <pc:sldMk cId="1978702583" sldId="267"/>
            <ac:grpSpMk id="39" creationId="{D83DEB15-C627-42C0-A63E-47BB88CF73CC}"/>
          </ac:grpSpMkLst>
        </pc:grpChg>
        <pc:grpChg chg="add del mod">
          <ac:chgData name="varitsara monsiri" userId="d21832565e14aca8" providerId="LiveId" clId="{E9DC6723-9FC9-431B-87EA-16B4388A27EF}" dt="2023-06-30T09:15:34.450" v="4461" actId="165"/>
          <ac:grpSpMkLst>
            <pc:docMk/>
            <pc:sldMk cId="1978702583" sldId="267"/>
            <ac:grpSpMk id="48" creationId="{FA1380FC-68E9-4AED-9D6C-33F7A002E2E5}"/>
          </ac:grpSpMkLst>
        </pc:grpChg>
        <pc:grpChg chg="add del mod">
          <ac:chgData name="varitsara monsiri" userId="d21832565e14aca8" providerId="LiveId" clId="{E9DC6723-9FC9-431B-87EA-16B4388A27EF}" dt="2023-06-30T09:36:18.284" v="4917" actId="478"/>
          <ac:grpSpMkLst>
            <pc:docMk/>
            <pc:sldMk cId="1978702583" sldId="267"/>
            <ac:grpSpMk id="49" creationId="{6B9EF72B-59E4-4FF7-8338-5CB53D947A35}"/>
          </ac:grpSpMkLst>
        </pc:grpChg>
        <pc:grpChg chg="add del mod">
          <ac:chgData name="varitsara monsiri" userId="d21832565e14aca8" providerId="LiveId" clId="{E9DC6723-9FC9-431B-87EA-16B4388A27EF}" dt="2023-06-30T12:09:19.634" v="7297" actId="165"/>
          <ac:grpSpMkLst>
            <pc:docMk/>
            <pc:sldMk cId="1978702583" sldId="267"/>
            <ac:grpSpMk id="52" creationId="{6A4B27DE-DFF6-4AE8-9829-1ABE5CCEBE2C}"/>
          </ac:grpSpMkLst>
        </pc:grpChg>
        <pc:grpChg chg="add mod">
          <ac:chgData name="varitsara monsiri" userId="d21832565e14aca8" providerId="LiveId" clId="{E9DC6723-9FC9-431B-87EA-16B4388A27EF}" dt="2023-06-30T12:10:03.365" v="7319" actId="1038"/>
          <ac:grpSpMkLst>
            <pc:docMk/>
            <pc:sldMk cId="1978702583" sldId="267"/>
            <ac:grpSpMk id="79" creationId="{412BB7E7-E3AD-4426-BBD4-854E895310B7}"/>
          </ac:grpSpMkLst>
        </pc:grpChg>
        <pc:picChg chg="mod">
          <ac:chgData name="varitsara monsiri" userId="d21832565e14aca8" providerId="LiveId" clId="{E9DC6723-9FC9-431B-87EA-16B4388A27EF}" dt="2023-06-30T09:36:00.881" v="4915" actId="207"/>
          <ac:picMkLst>
            <pc:docMk/>
            <pc:sldMk cId="1978702583" sldId="267"/>
            <ac:picMk id="50" creationId="{01362C0D-DE6D-4158-A82F-3756F25D5AAB}"/>
          </ac:picMkLst>
        </pc:picChg>
        <pc:cxnChg chg="add mod ord">
          <ac:chgData name="varitsara monsiri" userId="d21832565e14aca8" providerId="LiveId" clId="{E9DC6723-9FC9-431B-87EA-16B4388A27EF}" dt="2023-06-30T09:13:17.707" v="4390" actId="164"/>
          <ac:cxnSpMkLst>
            <pc:docMk/>
            <pc:sldMk cId="1978702583" sldId="267"/>
            <ac:cxnSpMk id="21" creationId="{D8B7D6F2-77AF-47E9-939C-92B9C796DDBB}"/>
          </ac:cxnSpMkLst>
        </pc:cxnChg>
        <pc:cxnChg chg="mod">
          <ac:chgData name="varitsara monsiri" userId="d21832565e14aca8" providerId="LiveId" clId="{E9DC6723-9FC9-431B-87EA-16B4388A27EF}" dt="2023-06-30T09:13:30.075" v="4401"/>
          <ac:cxnSpMkLst>
            <pc:docMk/>
            <pc:sldMk cId="1978702583" sldId="267"/>
            <ac:cxnSpMk id="24" creationId="{3BD1AD20-EB85-4537-9CE5-92BFA2AB682B}"/>
          </ac:cxnSpMkLst>
        </pc:cxnChg>
        <pc:cxnChg chg="mod">
          <ac:chgData name="varitsara monsiri" userId="d21832565e14aca8" providerId="LiveId" clId="{E9DC6723-9FC9-431B-87EA-16B4388A27EF}" dt="2023-06-30T09:13:43.353" v="4403"/>
          <ac:cxnSpMkLst>
            <pc:docMk/>
            <pc:sldMk cId="1978702583" sldId="267"/>
            <ac:cxnSpMk id="31" creationId="{A9086411-8A73-4BAF-9F99-CBEE92997A6D}"/>
          </ac:cxnSpMkLst>
        </pc:cxnChg>
        <pc:cxnChg chg="mod">
          <ac:chgData name="varitsara monsiri" userId="d21832565e14aca8" providerId="LiveId" clId="{E9DC6723-9FC9-431B-87EA-16B4388A27EF}" dt="2023-06-30T09:13:43.353" v="4403"/>
          <ac:cxnSpMkLst>
            <pc:docMk/>
            <pc:sldMk cId="1978702583" sldId="267"/>
            <ac:cxnSpMk id="38" creationId="{698B74AC-09F5-440C-8746-6612C7B4A27D}"/>
          </ac:cxnSpMkLst>
        </pc:cxnChg>
      </pc:sldChg>
      <pc:sldChg chg="new del">
        <pc:chgData name="varitsara monsiri" userId="d21832565e14aca8" providerId="LiveId" clId="{E9DC6723-9FC9-431B-87EA-16B4388A27EF}" dt="2023-06-30T06:42:32.815" v="2976" actId="680"/>
        <pc:sldMkLst>
          <pc:docMk/>
          <pc:sldMk cId="2131711677" sldId="267"/>
        </pc:sldMkLst>
      </pc:sldChg>
      <pc:sldChg chg="addSp delSp modSp new del mod ord modClrScheme chgLayout">
        <pc:chgData name="varitsara monsiri" userId="d21832565e14aca8" providerId="LiveId" clId="{E9DC6723-9FC9-431B-87EA-16B4388A27EF}" dt="2023-06-30T09:53:53.451" v="5174" actId="47"/>
        <pc:sldMkLst>
          <pc:docMk/>
          <pc:sldMk cId="2051689533" sldId="268"/>
        </pc:sldMkLst>
        <pc:spChg chg="del">
          <ac:chgData name="varitsara monsiri" userId="d21832565e14aca8" providerId="LiveId" clId="{E9DC6723-9FC9-431B-87EA-16B4388A27EF}" dt="2023-06-30T06:43:09.820" v="2996" actId="700"/>
          <ac:spMkLst>
            <pc:docMk/>
            <pc:sldMk cId="2051689533" sldId="268"/>
            <ac:spMk id="2" creationId="{37F5AF80-0A09-43F0-82F8-638179BD7412}"/>
          </ac:spMkLst>
        </pc:spChg>
        <pc:spChg chg="del">
          <ac:chgData name="varitsara monsiri" userId="d21832565e14aca8" providerId="LiveId" clId="{E9DC6723-9FC9-431B-87EA-16B4388A27EF}" dt="2023-06-30T06:43:09.820" v="2996" actId="700"/>
          <ac:spMkLst>
            <pc:docMk/>
            <pc:sldMk cId="2051689533" sldId="268"/>
            <ac:spMk id="3" creationId="{A63DE976-AB50-4046-B6DC-69AE5553FC3B}"/>
          </ac:spMkLst>
        </pc:spChg>
        <pc:spChg chg="add mod">
          <ac:chgData name="varitsara monsiri" userId="d21832565e14aca8" providerId="LiveId" clId="{E9DC6723-9FC9-431B-87EA-16B4388A27EF}" dt="2023-06-30T09:44:11.396" v="5019" actId="20577"/>
          <ac:spMkLst>
            <pc:docMk/>
            <pc:sldMk cId="2051689533" sldId="268"/>
            <ac:spMk id="4" creationId="{14A5EA77-57D3-427C-B2BF-290E0816EE1A}"/>
          </ac:spMkLst>
        </pc:spChg>
        <pc:spChg chg="add mod">
          <ac:chgData name="varitsara monsiri" userId="d21832565e14aca8" providerId="LiveId" clId="{E9DC6723-9FC9-431B-87EA-16B4388A27EF}" dt="2023-06-30T09:44:29.108" v="5033" actId="20577"/>
          <ac:spMkLst>
            <pc:docMk/>
            <pc:sldMk cId="2051689533" sldId="268"/>
            <ac:spMk id="5" creationId="{78152BAF-1AB8-4330-9784-F9B38F56BBB2}"/>
          </ac:spMkLst>
        </pc:spChg>
        <pc:spChg chg="add mod">
          <ac:chgData name="varitsara monsiri" userId="d21832565e14aca8" providerId="LiveId" clId="{E9DC6723-9FC9-431B-87EA-16B4388A27EF}" dt="2023-06-30T09:44:30.852" v="5035" actId="20577"/>
          <ac:spMkLst>
            <pc:docMk/>
            <pc:sldMk cId="2051689533" sldId="268"/>
            <ac:spMk id="6" creationId="{F2343B20-D33C-4851-B4EE-E7FB9936A7AC}"/>
          </ac:spMkLst>
        </pc:spChg>
        <pc:spChg chg="add mod">
          <ac:chgData name="varitsara monsiri" userId="d21832565e14aca8" providerId="LiveId" clId="{E9DC6723-9FC9-431B-87EA-16B4388A27EF}" dt="2023-06-30T09:44:15.192" v="5023" actId="20577"/>
          <ac:spMkLst>
            <pc:docMk/>
            <pc:sldMk cId="2051689533" sldId="268"/>
            <ac:spMk id="7" creationId="{87F6F97A-E6F3-41B3-8423-BF7F3B7C673D}"/>
          </ac:spMkLst>
        </pc:spChg>
        <pc:spChg chg="add mod">
          <ac:chgData name="varitsara monsiri" userId="d21832565e14aca8" providerId="LiveId" clId="{E9DC6723-9FC9-431B-87EA-16B4388A27EF}" dt="2023-06-30T09:44:33.004" v="5037" actId="20577"/>
          <ac:spMkLst>
            <pc:docMk/>
            <pc:sldMk cId="2051689533" sldId="268"/>
            <ac:spMk id="8" creationId="{A9D77D4E-420B-4030-B06E-954BBB8E85C4}"/>
          </ac:spMkLst>
        </pc:spChg>
        <pc:spChg chg="add mod">
          <ac:chgData name="varitsara monsiri" userId="d21832565e14aca8" providerId="LiveId" clId="{E9DC6723-9FC9-431B-87EA-16B4388A27EF}" dt="2023-06-30T09:44:17.768" v="5027" actId="20577"/>
          <ac:spMkLst>
            <pc:docMk/>
            <pc:sldMk cId="2051689533" sldId="268"/>
            <ac:spMk id="9" creationId="{0E612745-22E6-451B-8E5E-5F67D182D765}"/>
          </ac:spMkLst>
        </pc:spChg>
        <pc:spChg chg="add mod">
          <ac:chgData name="varitsara monsiri" userId="d21832565e14aca8" providerId="LiveId" clId="{E9DC6723-9FC9-431B-87EA-16B4388A27EF}" dt="2023-06-30T09:44:35.059" v="5039" actId="20577"/>
          <ac:spMkLst>
            <pc:docMk/>
            <pc:sldMk cId="2051689533" sldId="268"/>
            <ac:spMk id="10" creationId="{054A3599-9C0A-4830-BE3D-55C8C3C6A93C}"/>
          </ac:spMkLst>
        </pc:spChg>
        <pc:spChg chg="add mod">
          <ac:chgData name="varitsara monsiri" userId="d21832565e14aca8" providerId="LiveId" clId="{E9DC6723-9FC9-431B-87EA-16B4388A27EF}" dt="2023-06-30T09:44:20.540" v="5031" actId="20577"/>
          <ac:spMkLst>
            <pc:docMk/>
            <pc:sldMk cId="2051689533" sldId="268"/>
            <ac:spMk id="11" creationId="{E13A1FC2-1E3B-4784-9D00-A8B919448E76}"/>
          </ac:spMkLst>
        </pc:spChg>
        <pc:spChg chg="add mod">
          <ac:chgData name="varitsara monsiri" userId="d21832565e14aca8" providerId="LiveId" clId="{E9DC6723-9FC9-431B-87EA-16B4388A27EF}" dt="2023-06-30T09:43:36.754" v="5014" actId="20577"/>
          <ac:spMkLst>
            <pc:docMk/>
            <pc:sldMk cId="2051689533" sldId="268"/>
            <ac:spMk id="12" creationId="{5FDF7543-8398-4598-B32A-E57E2CEF621C}"/>
          </ac:spMkLst>
        </pc:spChg>
        <pc:spChg chg="add mod">
          <ac:chgData name="varitsara monsiri" userId="d21832565e14aca8" providerId="LiveId" clId="{E9DC6723-9FC9-431B-87EA-16B4388A27EF}" dt="2023-06-30T09:43:45.900" v="5016" actId="20577"/>
          <ac:spMkLst>
            <pc:docMk/>
            <pc:sldMk cId="2051689533" sldId="268"/>
            <ac:spMk id="13" creationId="{A6D8DB3E-1EC0-4757-A204-0E7ED5B907D5}"/>
          </ac:spMkLst>
        </pc:spChg>
        <pc:spChg chg="mod">
          <ac:chgData name="varitsara monsiri" userId="d21832565e14aca8" providerId="LiveId" clId="{E9DC6723-9FC9-431B-87EA-16B4388A27EF}" dt="2023-06-30T09:46:03.219" v="5051"/>
          <ac:spMkLst>
            <pc:docMk/>
            <pc:sldMk cId="2051689533" sldId="268"/>
            <ac:spMk id="15" creationId="{64121CF4-4A94-4A3A-A821-2DCB9AAF2525}"/>
          </ac:spMkLst>
        </pc:spChg>
        <pc:spChg chg="mod">
          <ac:chgData name="varitsara monsiri" userId="d21832565e14aca8" providerId="LiveId" clId="{E9DC6723-9FC9-431B-87EA-16B4388A27EF}" dt="2023-06-30T09:46:03.219" v="5051"/>
          <ac:spMkLst>
            <pc:docMk/>
            <pc:sldMk cId="2051689533" sldId="268"/>
            <ac:spMk id="16" creationId="{076D8B51-0695-40CD-B078-094DB8728A2A}"/>
          </ac:spMkLst>
        </pc:spChg>
        <pc:spChg chg="mod">
          <ac:chgData name="varitsara monsiri" userId="d21832565e14aca8" providerId="LiveId" clId="{E9DC6723-9FC9-431B-87EA-16B4388A27EF}" dt="2023-06-30T09:46:03.219" v="5051"/>
          <ac:spMkLst>
            <pc:docMk/>
            <pc:sldMk cId="2051689533" sldId="268"/>
            <ac:spMk id="17" creationId="{CEEBBE36-E5D6-4369-A24E-CA8673B64BA7}"/>
          </ac:spMkLst>
        </pc:spChg>
        <pc:spChg chg="mod">
          <ac:chgData name="varitsara monsiri" userId="d21832565e14aca8" providerId="LiveId" clId="{E9DC6723-9FC9-431B-87EA-16B4388A27EF}" dt="2023-06-30T09:46:03.219" v="5051"/>
          <ac:spMkLst>
            <pc:docMk/>
            <pc:sldMk cId="2051689533" sldId="268"/>
            <ac:spMk id="18" creationId="{DBC0C3B3-8A55-4A81-A27F-F006A65EDB39}"/>
          </ac:spMkLst>
        </pc:spChg>
        <pc:grpChg chg="add mod">
          <ac:chgData name="varitsara monsiri" userId="d21832565e14aca8" providerId="LiveId" clId="{E9DC6723-9FC9-431B-87EA-16B4388A27EF}" dt="2023-06-30T09:47:52.724" v="5057" actId="1076"/>
          <ac:grpSpMkLst>
            <pc:docMk/>
            <pc:sldMk cId="2051689533" sldId="268"/>
            <ac:grpSpMk id="14" creationId="{368C1525-50B7-4E37-A097-A0EE9E79AEE5}"/>
          </ac:grpSpMkLst>
        </pc:grpChg>
      </pc:sldChg>
      <pc:sldChg chg="new del">
        <pc:chgData name="varitsara monsiri" userId="d21832565e14aca8" providerId="LiveId" clId="{E9DC6723-9FC9-431B-87EA-16B4388A27EF}" dt="2023-06-30T06:42:32.251" v="2975" actId="680"/>
        <pc:sldMkLst>
          <pc:docMk/>
          <pc:sldMk cId="4006545145" sldId="268"/>
        </pc:sldMkLst>
      </pc:sldChg>
      <pc:sldChg chg="new del">
        <pc:chgData name="varitsara monsiri" userId="d21832565e14aca8" providerId="LiveId" clId="{E9DC6723-9FC9-431B-87EA-16B4388A27EF}" dt="2023-06-30T06:42:31.986" v="2974" actId="680"/>
        <pc:sldMkLst>
          <pc:docMk/>
          <pc:sldMk cId="784262913" sldId="269"/>
        </pc:sldMkLst>
      </pc:sldChg>
      <pc:sldChg chg="addSp delSp modSp new mod modClrScheme chgLayout">
        <pc:chgData name="varitsara monsiri" userId="d21832565e14aca8" providerId="LiveId" clId="{E9DC6723-9FC9-431B-87EA-16B4388A27EF}" dt="2023-06-30T12:07:28.122" v="7272"/>
        <pc:sldMkLst>
          <pc:docMk/>
          <pc:sldMk cId="1054186411" sldId="269"/>
        </pc:sldMkLst>
        <pc:spChg chg="del">
          <ac:chgData name="varitsara monsiri" userId="d21832565e14aca8" providerId="LiveId" clId="{E9DC6723-9FC9-431B-87EA-16B4388A27EF}" dt="2023-06-30T06:43:15.452" v="2997" actId="700"/>
          <ac:spMkLst>
            <pc:docMk/>
            <pc:sldMk cId="1054186411" sldId="269"/>
            <ac:spMk id="2" creationId="{C84C3266-EBD4-4F39-8537-6A0706C8D989}"/>
          </ac:spMkLst>
        </pc:spChg>
        <pc:spChg chg="del">
          <ac:chgData name="varitsara monsiri" userId="d21832565e14aca8" providerId="LiveId" clId="{E9DC6723-9FC9-431B-87EA-16B4388A27EF}" dt="2023-06-30T06:43:15.452" v="2997" actId="700"/>
          <ac:spMkLst>
            <pc:docMk/>
            <pc:sldMk cId="1054186411" sldId="269"/>
            <ac:spMk id="3" creationId="{150E2F32-A451-4557-947C-91019EC1271F}"/>
          </ac:spMkLst>
        </pc:spChg>
        <pc:spChg chg="mod">
          <ac:chgData name="varitsara monsiri" userId="d21832565e14aca8" providerId="LiveId" clId="{E9DC6723-9FC9-431B-87EA-16B4388A27EF}" dt="2023-06-30T10:25:51.185" v="5869"/>
          <ac:spMkLst>
            <pc:docMk/>
            <pc:sldMk cId="1054186411" sldId="269"/>
            <ac:spMk id="6" creationId="{0B144E48-80C5-4EA9-9693-A7A5F1A4483D}"/>
          </ac:spMkLst>
        </pc:spChg>
        <pc:spChg chg="add mod ord">
          <ac:chgData name="varitsara monsiri" userId="d21832565e14aca8" providerId="LiveId" clId="{E9DC6723-9FC9-431B-87EA-16B4388A27EF}" dt="2023-06-30T10:28:46.927" v="5978" actId="20577"/>
          <ac:spMkLst>
            <pc:docMk/>
            <pc:sldMk cId="1054186411" sldId="269"/>
            <ac:spMk id="7" creationId="{DFC9D5BA-786C-4837-AF7A-DF9A0959AE54}"/>
          </ac:spMkLst>
        </pc:spChg>
        <pc:spChg chg="add mod ord">
          <ac:chgData name="varitsara monsiri" userId="d21832565e14aca8" providerId="LiveId" clId="{E9DC6723-9FC9-431B-87EA-16B4388A27EF}" dt="2023-06-30T10:28:56.511" v="5980" actId="20577"/>
          <ac:spMkLst>
            <pc:docMk/>
            <pc:sldMk cId="1054186411" sldId="269"/>
            <ac:spMk id="8" creationId="{892438D6-EF46-43A7-B449-B982A6288E5B}"/>
          </ac:spMkLst>
        </pc:spChg>
        <pc:spChg chg="add mod ord">
          <ac:chgData name="varitsara monsiri" userId="d21832565e14aca8" providerId="LiveId" clId="{E9DC6723-9FC9-431B-87EA-16B4388A27EF}" dt="2023-06-30T10:31:13.385" v="6011" actId="113"/>
          <ac:spMkLst>
            <pc:docMk/>
            <pc:sldMk cId="1054186411" sldId="269"/>
            <ac:spMk id="9" creationId="{19C2DE79-FA12-4438-88D1-DBEAA5A36BE3}"/>
          </ac:spMkLst>
        </pc:spChg>
        <pc:spChg chg="add del">
          <ac:chgData name="varitsara monsiri" userId="d21832565e14aca8" providerId="LiveId" clId="{E9DC6723-9FC9-431B-87EA-16B4388A27EF}" dt="2023-06-30T12:07:28.122" v="7272"/>
          <ac:spMkLst>
            <pc:docMk/>
            <pc:sldMk cId="1054186411" sldId="269"/>
            <ac:spMk id="12" creationId="{CB203921-E339-47A0-B2C8-EC78F49B4A13}"/>
          </ac:spMkLst>
        </pc:spChg>
        <pc:spChg chg="add del mod ord">
          <ac:chgData name="varitsara monsiri" userId="d21832565e14aca8" providerId="LiveId" clId="{E9DC6723-9FC9-431B-87EA-16B4388A27EF}" dt="2023-06-30T12:07:28.122" v="7272"/>
          <ac:spMkLst>
            <pc:docMk/>
            <pc:sldMk cId="1054186411" sldId="269"/>
            <ac:spMk id="13" creationId="{35D93001-94D9-465D-96F3-2A6EFDCAAD39}"/>
          </ac:spMkLst>
        </pc:spChg>
        <pc:spChg chg="mod">
          <ac:chgData name="varitsara monsiri" userId="d21832565e14aca8" providerId="LiveId" clId="{E9DC6723-9FC9-431B-87EA-16B4388A27EF}" dt="2023-06-30T12:07:15.285" v="7270"/>
          <ac:spMkLst>
            <pc:docMk/>
            <pc:sldMk cId="1054186411" sldId="269"/>
            <ac:spMk id="15" creationId="{679D6F99-F343-450F-953E-58212ED2C8DD}"/>
          </ac:spMkLst>
        </pc:spChg>
        <pc:spChg chg="mod">
          <ac:chgData name="varitsara monsiri" userId="d21832565e14aca8" providerId="LiveId" clId="{E9DC6723-9FC9-431B-87EA-16B4388A27EF}" dt="2023-06-30T12:07:15.285" v="7270"/>
          <ac:spMkLst>
            <pc:docMk/>
            <pc:sldMk cId="1054186411" sldId="269"/>
            <ac:spMk id="17" creationId="{D3033403-F1DD-4EC5-9593-1F038B05A67F}"/>
          </ac:spMkLst>
        </pc:spChg>
        <pc:spChg chg="mod">
          <ac:chgData name="varitsara monsiri" userId="d21832565e14aca8" providerId="LiveId" clId="{E9DC6723-9FC9-431B-87EA-16B4388A27EF}" dt="2023-06-30T12:07:15.285" v="7270"/>
          <ac:spMkLst>
            <pc:docMk/>
            <pc:sldMk cId="1054186411" sldId="269"/>
            <ac:spMk id="18" creationId="{686F7600-9884-4E0B-AEA6-0E52ED0F158B}"/>
          </ac:spMkLst>
        </pc:spChg>
        <pc:spChg chg="mod">
          <ac:chgData name="varitsara monsiri" userId="d21832565e14aca8" providerId="LiveId" clId="{E9DC6723-9FC9-431B-87EA-16B4388A27EF}" dt="2023-06-30T12:07:15.285" v="7270"/>
          <ac:spMkLst>
            <pc:docMk/>
            <pc:sldMk cId="1054186411" sldId="269"/>
            <ac:spMk id="19" creationId="{1B961B21-E680-4E70-B739-C0C027897DEB}"/>
          </ac:spMkLst>
        </pc:spChg>
        <pc:spChg chg="mod">
          <ac:chgData name="varitsara monsiri" userId="d21832565e14aca8" providerId="LiveId" clId="{E9DC6723-9FC9-431B-87EA-16B4388A27EF}" dt="2023-06-30T12:07:15.285" v="7270"/>
          <ac:spMkLst>
            <pc:docMk/>
            <pc:sldMk cId="1054186411" sldId="269"/>
            <ac:spMk id="20" creationId="{C85F0A6E-424E-44BD-89D3-CB823518B122}"/>
          </ac:spMkLst>
        </pc:spChg>
        <pc:spChg chg="mod">
          <ac:chgData name="varitsara monsiri" userId="d21832565e14aca8" providerId="LiveId" clId="{E9DC6723-9FC9-431B-87EA-16B4388A27EF}" dt="2023-06-30T12:07:28.122" v="7272"/>
          <ac:spMkLst>
            <pc:docMk/>
            <pc:sldMk cId="1054186411" sldId="269"/>
            <ac:spMk id="21" creationId="{D730E1D5-F90D-493D-A1B7-9FECB0363511}"/>
          </ac:spMkLst>
        </pc:spChg>
        <pc:grpChg chg="add mod">
          <ac:chgData name="varitsara monsiri" userId="d21832565e14aca8" providerId="LiveId" clId="{E9DC6723-9FC9-431B-87EA-16B4388A27EF}" dt="2023-06-30T10:25:51.185" v="5869"/>
          <ac:grpSpMkLst>
            <pc:docMk/>
            <pc:sldMk cId="1054186411" sldId="269"/>
            <ac:grpSpMk id="4" creationId="{68A894A8-2DFF-4565-9EAF-929683DAEA08}"/>
          </ac:grpSpMkLst>
        </pc:grpChg>
        <pc:grpChg chg="add mod ord">
          <ac:chgData name="varitsara monsiri" userId="d21832565e14aca8" providerId="LiveId" clId="{E9DC6723-9FC9-431B-87EA-16B4388A27EF}" dt="2023-06-30T12:07:19.100" v="7271" actId="167"/>
          <ac:grpSpMkLst>
            <pc:docMk/>
            <pc:sldMk cId="1054186411" sldId="269"/>
            <ac:grpSpMk id="14" creationId="{06AB7466-3E21-4EBC-A4DB-AB7EF809AA04}"/>
          </ac:grpSpMkLst>
        </pc:grpChg>
        <pc:grpChg chg="mod">
          <ac:chgData name="varitsara monsiri" userId="d21832565e14aca8" providerId="LiveId" clId="{E9DC6723-9FC9-431B-87EA-16B4388A27EF}" dt="2023-06-30T12:07:15.285" v="7270"/>
          <ac:grpSpMkLst>
            <pc:docMk/>
            <pc:sldMk cId="1054186411" sldId="269"/>
            <ac:grpSpMk id="16" creationId="{4F708933-DD22-4413-A1FC-31A01A4590CA}"/>
          </ac:grpSpMkLst>
        </pc:grpChg>
        <pc:picChg chg="mod">
          <ac:chgData name="varitsara monsiri" userId="d21832565e14aca8" providerId="LiveId" clId="{E9DC6723-9FC9-431B-87EA-16B4388A27EF}" dt="2023-06-30T10:25:51.185" v="5869"/>
          <ac:picMkLst>
            <pc:docMk/>
            <pc:sldMk cId="1054186411" sldId="269"/>
            <ac:picMk id="5" creationId="{34C17225-52FD-434C-857E-D99EEA014FB1}"/>
          </ac:picMkLst>
        </pc:picChg>
        <pc:cxnChg chg="add del mod">
          <ac:chgData name="varitsara monsiri" userId="d21832565e14aca8" providerId="LiveId" clId="{E9DC6723-9FC9-431B-87EA-16B4388A27EF}" dt="2023-06-30T10:33:47.678" v="6017" actId="478"/>
          <ac:cxnSpMkLst>
            <pc:docMk/>
            <pc:sldMk cId="1054186411" sldId="269"/>
            <ac:cxnSpMk id="10" creationId="{7F5128D5-39CD-4206-9070-A55B7140CD64}"/>
          </ac:cxnSpMkLst>
        </pc:cxnChg>
      </pc:sldChg>
      <pc:sldChg chg="new del">
        <pc:chgData name="varitsara monsiri" userId="d21832565e14aca8" providerId="LiveId" clId="{E9DC6723-9FC9-431B-87EA-16B4388A27EF}" dt="2023-06-30T06:42:31.705" v="2973" actId="680"/>
        <pc:sldMkLst>
          <pc:docMk/>
          <pc:sldMk cId="559770022" sldId="270"/>
        </pc:sldMkLst>
      </pc:sldChg>
      <pc:sldChg chg="addSp delSp modSp new mod modClrScheme chgLayout">
        <pc:chgData name="varitsara monsiri" userId="d21832565e14aca8" providerId="LiveId" clId="{E9DC6723-9FC9-431B-87EA-16B4388A27EF}" dt="2023-06-30T12:06:36.436" v="7262" actId="164"/>
        <pc:sldMkLst>
          <pc:docMk/>
          <pc:sldMk cId="1635200773" sldId="270"/>
        </pc:sldMkLst>
        <pc:spChg chg="del">
          <ac:chgData name="varitsara monsiri" userId="d21832565e14aca8" providerId="LiveId" clId="{E9DC6723-9FC9-431B-87EA-16B4388A27EF}" dt="2023-06-30T06:43:20.207" v="2998" actId="700"/>
          <ac:spMkLst>
            <pc:docMk/>
            <pc:sldMk cId="1635200773" sldId="270"/>
            <ac:spMk id="2" creationId="{69946B90-B55C-47E8-9C7C-3A3C6B33B6BE}"/>
          </ac:spMkLst>
        </pc:spChg>
        <pc:spChg chg="del">
          <ac:chgData name="varitsara monsiri" userId="d21832565e14aca8" providerId="LiveId" clId="{E9DC6723-9FC9-431B-87EA-16B4388A27EF}" dt="2023-06-30T06:43:20.207" v="2998" actId="700"/>
          <ac:spMkLst>
            <pc:docMk/>
            <pc:sldMk cId="1635200773" sldId="270"/>
            <ac:spMk id="3" creationId="{BF6C380A-A2C2-465F-889B-6CF16DF65317}"/>
          </ac:spMkLst>
        </pc:spChg>
        <pc:spChg chg="mod">
          <ac:chgData name="varitsara monsiri" userId="d21832565e14aca8" providerId="LiveId" clId="{E9DC6723-9FC9-431B-87EA-16B4388A27EF}" dt="2023-06-30T10:01:23.652" v="5346"/>
          <ac:spMkLst>
            <pc:docMk/>
            <pc:sldMk cId="1635200773" sldId="270"/>
            <ac:spMk id="5" creationId="{C26FF625-2401-48A3-B8A0-925961E73BF8}"/>
          </ac:spMkLst>
        </pc:spChg>
        <pc:spChg chg="mod">
          <ac:chgData name="varitsara monsiri" userId="d21832565e14aca8" providerId="LiveId" clId="{E9DC6723-9FC9-431B-87EA-16B4388A27EF}" dt="2023-06-30T10:01:23.652" v="5346"/>
          <ac:spMkLst>
            <pc:docMk/>
            <pc:sldMk cId="1635200773" sldId="270"/>
            <ac:spMk id="6" creationId="{A3F989CC-BF1A-4B4D-B520-CC0257A463E9}"/>
          </ac:spMkLst>
        </pc:spChg>
        <pc:spChg chg="mod">
          <ac:chgData name="varitsara monsiri" userId="d21832565e14aca8" providerId="LiveId" clId="{E9DC6723-9FC9-431B-87EA-16B4388A27EF}" dt="2023-06-30T10:01:23.652" v="5346"/>
          <ac:spMkLst>
            <pc:docMk/>
            <pc:sldMk cId="1635200773" sldId="270"/>
            <ac:spMk id="7" creationId="{9BAAE19E-7A22-45A3-BE22-002D4DEB608B}"/>
          </ac:spMkLst>
        </pc:spChg>
        <pc:spChg chg="mod">
          <ac:chgData name="varitsara monsiri" userId="d21832565e14aca8" providerId="LiveId" clId="{E9DC6723-9FC9-431B-87EA-16B4388A27EF}" dt="2023-06-30T10:01:23.652" v="5346"/>
          <ac:spMkLst>
            <pc:docMk/>
            <pc:sldMk cId="1635200773" sldId="270"/>
            <ac:spMk id="8" creationId="{7E79982C-CF3D-47CC-81BA-DFCDAFAE61C4}"/>
          </ac:spMkLst>
        </pc:spChg>
        <pc:spChg chg="mod">
          <ac:chgData name="varitsara monsiri" userId="d21832565e14aca8" providerId="LiveId" clId="{E9DC6723-9FC9-431B-87EA-16B4388A27EF}" dt="2023-06-30T10:01:23.652" v="5346"/>
          <ac:spMkLst>
            <pc:docMk/>
            <pc:sldMk cId="1635200773" sldId="270"/>
            <ac:spMk id="10" creationId="{8FD4A862-BCA5-4A64-98A9-D9A4A3E4655B}"/>
          </ac:spMkLst>
        </pc:spChg>
        <pc:spChg chg="mod">
          <ac:chgData name="varitsara monsiri" userId="d21832565e14aca8" providerId="LiveId" clId="{E9DC6723-9FC9-431B-87EA-16B4388A27EF}" dt="2023-06-30T10:01:23.652" v="5346"/>
          <ac:spMkLst>
            <pc:docMk/>
            <pc:sldMk cId="1635200773" sldId="270"/>
            <ac:spMk id="11" creationId="{A2695940-2548-4AAB-AEE1-2AB8F57DBD5F}"/>
          </ac:spMkLst>
        </pc:spChg>
        <pc:spChg chg="mod">
          <ac:chgData name="varitsara monsiri" userId="d21832565e14aca8" providerId="LiveId" clId="{E9DC6723-9FC9-431B-87EA-16B4388A27EF}" dt="2023-06-30T10:01:23.652" v="5346"/>
          <ac:spMkLst>
            <pc:docMk/>
            <pc:sldMk cId="1635200773" sldId="270"/>
            <ac:spMk id="12" creationId="{3FBEE652-3FF4-4114-A66E-B5993E8A3F8C}"/>
          </ac:spMkLst>
        </pc:spChg>
        <pc:spChg chg="mod">
          <ac:chgData name="varitsara monsiri" userId="d21832565e14aca8" providerId="LiveId" clId="{E9DC6723-9FC9-431B-87EA-16B4388A27EF}" dt="2023-06-30T10:01:23.652" v="5346"/>
          <ac:spMkLst>
            <pc:docMk/>
            <pc:sldMk cId="1635200773" sldId="270"/>
            <ac:spMk id="13" creationId="{41708875-C596-485D-9E35-568598D9E755}"/>
          </ac:spMkLst>
        </pc:spChg>
        <pc:spChg chg="add mod">
          <ac:chgData name="varitsara monsiri" userId="d21832565e14aca8" providerId="LiveId" clId="{E9DC6723-9FC9-431B-87EA-16B4388A27EF}" dt="2023-06-30T10:06:20.833" v="5364" actId="20577"/>
          <ac:spMkLst>
            <pc:docMk/>
            <pc:sldMk cId="1635200773" sldId="270"/>
            <ac:spMk id="14" creationId="{3BB8285B-F9D4-4FCD-9E8F-7019B1BC1BC8}"/>
          </ac:spMkLst>
        </pc:spChg>
        <pc:spChg chg="add mod">
          <ac:chgData name="varitsara monsiri" userId="d21832565e14aca8" providerId="LiveId" clId="{E9DC6723-9FC9-431B-87EA-16B4388A27EF}" dt="2023-06-30T10:06:29.504" v="5366" actId="20577"/>
          <ac:spMkLst>
            <pc:docMk/>
            <pc:sldMk cId="1635200773" sldId="270"/>
            <ac:spMk id="15" creationId="{7D1E58BE-2330-431B-B812-61AB2C7A21AC}"/>
          </ac:spMkLst>
        </pc:spChg>
        <pc:spChg chg="add del mod">
          <ac:chgData name="varitsara monsiri" userId="d21832565e14aca8" providerId="LiveId" clId="{E9DC6723-9FC9-431B-87EA-16B4388A27EF}" dt="2023-06-30T10:13:03.453" v="5648" actId="21"/>
          <ac:spMkLst>
            <pc:docMk/>
            <pc:sldMk cId="1635200773" sldId="270"/>
            <ac:spMk id="16" creationId="{2545A357-2CB9-49B3-8A16-3AEC871E47AE}"/>
          </ac:spMkLst>
        </pc:spChg>
        <pc:spChg chg="add del mod">
          <ac:chgData name="varitsara monsiri" userId="d21832565e14aca8" providerId="LiveId" clId="{E9DC6723-9FC9-431B-87EA-16B4388A27EF}" dt="2023-06-30T10:09:38.464" v="5556" actId="478"/>
          <ac:spMkLst>
            <pc:docMk/>
            <pc:sldMk cId="1635200773" sldId="270"/>
            <ac:spMk id="17" creationId="{0029C161-ACE6-41E0-B05C-259FC704748D}"/>
          </ac:spMkLst>
        </pc:spChg>
        <pc:spChg chg="add del mod">
          <ac:chgData name="varitsara monsiri" userId="d21832565e14aca8" providerId="LiveId" clId="{E9DC6723-9FC9-431B-87EA-16B4388A27EF}" dt="2023-06-30T12:01:52.445" v="7210"/>
          <ac:spMkLst>
            <pc:docMk/>
            <pc:sldMk cId="1635200773" sldId="270"/>
            <ac:spMk id="18" creationId="{4547142A-3512-4F89-866C-CD784E84CC98}"/>
          </ac:spMkLst>
        </pc:spChg>
        <pc:spChg chg="add del mod">
          <ac:chgData name="varitsara monsiri" userId="d21832565e14aca8" providerId="LiveId" clId="{E9DC6723-9FC9-431B-87EA-16B4388A27EF}" dt="2023-06-30T12:01:52.445" v="7210"/>
          <ac:spMkLst>
            <pc:docMk/>
            <pc:sldMk cId="1635200773" sldId="270"/>
            <ac:spMk id="19" creationId="{262D389A-E38A-440C-812A-07ED579608AE}"/>
          </ac:spMkLst>
        </pc:spChg>
        <pc:spChg chg="mod">
          <ac:chgData name="varitsara monsiri" userId="d21832565e14aca8" providerId="LiveId" clId="{E9DC6723-9FC9-431B-87EA-16B4388A27EF}" dt="2023-06-30T10:15:59.690" v="5708" actId="165"/>
          <ac:spMkLst>
            <pc:docMk/>
            <pc:sldMk cId="1635200773" sldId="270"/>
            <ac:spMk id="23" creationId="{3110B175-02E4-45EA-9188-258E2E49CB37}"/>
          </ac:spMkLst>
        </pc:spChg>
        <pc:spChg chg="mod">
          <ac:chgData name="varitsara monsiri" userId="d21832565e14aca8" providerId="LiveId" clId="{E9DC6723-9FC9-431B-87EA-16B4388A27EF}" dt="2023-06-30T10:15:59.690" v="5708" actId="165"/>
          <ac:spMkLst>
            <pc:docMk/>
            <pc:sldMk cId="1635200773" sldId="270"/>
            <ac:spMk id="24" creationId="{6096E92E-D959-4570-AAA2-2BFFC1438E50}"/>
          </ac:spMkLst>
        </pc:spChg>
        <pc:spChg chg="mod">
          <ac:chgData name="varitsara monsiri" userId="d21832565e14aca8" providerId="LiveId" clId="{E9DC6723-9FC9-431B-87EA-16B4388A27EF}" dt="2023-06-30T10:15:59.690" v="5708" actId="165"/>
          <ac:spMkLst>
            <pc:docMk/>
            <pc:sldMk cId="1635200773" sldId="270"/>
            <ac:spMk id="25" creationId="{C9C985B0-2831-42CA-A803-646EDCB153F1}"/>
          </ac:spMkLst>
        </pc:spChg>
        <pc:spChg chg="mod">
          <ac:chgData name="varitsara monsiri" userId="d21832565e14aca8" providerId="LiveId" clId="{E9DC6723-9FC9-431B-87EA-16B4388A27EF}" dt="2023-06-30T10:15:59.690" v="5708" actId="165"/>
          <ac:spMkLst>
            <pc:docMk/>
            <pc:sldMk cId="1635200773" sldId="270"/>
            <ac:spMk id="26" creationId="{971992E9-3771-477D-9F2F-5BF1A21641F2}"/>
          </ac:spMkLst>
        </pc:spChg>
        <pc:spChg chg="add del">
          <ac:chgData name="varitsara monsiri" userId="d21832565e14aca8" providerId="LiveId" clId="{E9DC6723-9FC9-431B-87EA-16B4388A27EF}" dt="2023-06-30T12:01:52.445" v="7210"/>
          <ac:spMkLst>
            <pc:docMk/>
            <pc:sldMk cId="1635200773" sldId="270"/>
            <ac:spMk id="28" creationId="{6C84D94F-C1AA-41A0-B035-255AFD8B2C7E}"/>
          </ac:spMkLst>
        </pc:spChg>
        <pc:spChg chg="mod">
          <ac:chgData name="varitsara monsiri" userId="d21832565e14aca8" providerId="LiveId" clId="{E9DC6723-9FC9-431B-87EA-16B4388A27EF}" dt="2023-06-30T12:02:10.358" v="7213" actId="2085"/>
          <ac:spMkLst>
            <pc:docMk/>
            <pc:sldMk cId="1635200773" sldId="270"/>
            <ac:spMk id="29" creationId="{D620C1F8-AA0C-4009-B820-4FDE824C36E1}"/>
          </ac:spMkLst>
        </pc:spChg>
        <pc:spChg chg="mod">
          <ac:chgData name="varitsara monsiri" userId="d21832565e14aca8" providerId="LiveId" clId="{E9DC6723-9FC9-431B-87EA-16B4388A27EF}" dt="2023-06-30T12:02:10.358" v="7213" actId="2085"/>
          <ac:spMkLst>
            <pc:docMk/>
            <pc:sldMk cId="1635200773" sldId="270"/>
            <ac:spMk id="30" creationId="{237336CC-10E3-4011-A9B9-E43E2F8B3AB7}"/>
          </ac:spMkLst>
        </pc:spChg>
        <pc:spChg chg="del mod">
          <ac:chgData name="varitsara monsiri" userId="d21832565e14aca8" providerId="LiveId" clId="{E9DC6723-9FC9-431B-87EA-16B4388A27EF}" dt="2023-06-30T12:01:54.873" v="7211" actId="478"/>
          <ac:spMkLst>
            <pc:docMk/>
            <pc:sldMk cId="1635200773" sldId="270"/>
            <ac:spMk id="31" creationId="{A47529D7-F89A-4425-B215-823CF50B58EB}"/>
          </ac:spMkLst>
        </pc:spChg>
        <pc:spChg chg="del mod">
          <ac:chgData name="varitsara monsiri" userId="d21832565e14aca8" providerId="LiveId" clId="{E9DC6723-9FC9-431B-87EA-16B4388A27EF}" dt="2023-06-30T12:01:54.873" v="7211" actId="478"/>
          <ac:spMkLst>
            <pc:docMk/>
            <pc:sldMk cId="1635200773" sldId="270"/>
            <ac:spMk id="32" creationId="{D8FA6705-7140-41B0-9B67-A028FD112786}"/>
          </ac:spMkLst>
        </pc:spChg>
        <pc:spChg chg="del mod">
          <ac:chgData name="varitsara monsiri" userId="d21832565e14aca8" providerId="LiveId" clId="{E9DC6723-9FC9-431B-87EA-16B4388A27EF}" dt="2023-06-30T12:01:54.873" v="7211" actId="478"/>
          <ac:spMkLst>
            <pc:docMk/>
            <pc:sldMk cId="1635200773" sldId="270"/>
            <ac:spMk id="33" creationId="{EF56EAE0-E7CF-4CD5-9926-B97A50C884F7}"/>
          </ac:spMkLst>
        </pc:spChg>
        <pc:spChg chg="add del mod">
          <ac:chgData name="varitsara monsiri" userId="d21832565e14aca8" providerId="LiveId" clId="{E9DC6723-9FC9-431B-87EA-16B4388A27EF}" dt="2023-06-30T12:02:55.621" v="7220"/>
          <ac:spMkLst>
            <pc:docMk/>
            <pc:sldMk cId="1635200773" sldId="270"/>
            <ac:spMk id="34" creationId="{6AED1772-526F-482C-8A43-3511DE047EE5}"/>
          </ac:spMkLst>
        </pc:spChg>
        <pc:spChg chg="add del mod">
          <ac:chgData name="varitsara monsiri" userId="d21832565e14aca8" providerId="LiveId" clId="{E9DC6723-9FC9-431B-87EA-16B4388A27EF}" dt="2023-06-30T12:02:55.621" v="7220"/>
          <ac:spMkLst>
            <pc:docMk/>
            <pc:sldMk cId="1635200773" sldId="270"/>
            <ac:spMk id="35" creationId="{36511608-9A14-4465-9401-8136DC34371D}"/>
          </ac:spMkLst>
        </pc:spChg>
        <pc:spChg chg="del mod">
          <ac:chgData name="varitsara monsiri" userId="d21832565e14aca8" providerId="LiveId" clId="{E9DC6723-9FC9-431B-87EA-16B4388A27EF}" dt="2023-06-30T12:03:32.721" v="7227"/>
          <ac:spMkLst>
            <pc:docMk/>
            <pc:sldMk cId="1635200773" sldId="270"/>
            <ac:spMk id="36" creationId="{156C47D3-474A-4BD2-AB39-406AD2B2F6E1}"/>
          </ac:spMkLst>
        </pc:spChg>
        <pc:spChg chg="del mod topLvl">
          <ac:chgData name="varitsara monsiri" userId="d21832565e14aca8" providerId="LiveId" clId="{E9DC6723-9FC9-431B-87EA-16B4388A27EF}" dt="2023-06-30T12:03:32.721" v="7227"/>
          <ac:spMkLst>
            <pc:docMk/>
            <pc:sldMk cId="1635200773" sldId="270"/>
            <ac:spMk id="38" creationId="{9CEC352C-6634-4EC1-B78E-2E38AD9A3739}"/>
          </ac:spMkLst>
        </pc:spChg>
        <pc:spChg chg="del mod topLvl">
          <ac:chgData name="varitsara monsiri" userId="d21832565e14aca8" providerId="LiveId" clId="{E9DC6723-9FC9-431B-87EA-16B4388A27EF}" dt="2023-06-30T12:03:43.772" v="7229"/>
          <ac:spMkLst>
            <pc:docMk/>
            <pc:sldMk cId="1635200773" sldId="270"/>
            <ac:spMk id="39" creationId="{34C34427-A14B-4156-8CD3-E3C90BCA1DF2}"/>
          </ac:spMkLst>
        </pc:spChg>
        <pc:spChg chg="del mod topLvl">
          <ac:chgData name="varitsara monsiri" userId="d21832565e14aca8" providerId="LiveId" clId="{E9DC6723-9FC9-431B-87EA-16B4388A27EF}" dt="2023-06-30T12:03:58.534" v="7233"/>
          <ac:spMkLst>
            <pc:docMk/>
            <pc:sldMk cId="1635200773" sldId="270"/>
            <ac:spMk id="40" creationId="{3A3BCB69-6765-4B2D-922B-69A0C5CC5270}"/>
          </ac:spMkLst>
        </pc:spChg>
        <pc:spChg chg="add del mod topLvl">
          <ac:chgData name="varitsara monsiri" userId="d21832565e14aca8" providerId="LiveId" clId="{E9DC6723-9FC9-431B-87EA-16B4388A27EF}" dt="2023-06-30T12:04:24.603" v="7240" actId="478"/>
          <ac:spMkLst>
            <pc:docMk/>
            <pc:sldMk cId="1635200773" sldId="270"/>
            <ac:spMk id="41" creationId="{6A188B26-CA56-487E-810C-84CA8735E0F4}"/>
          </ac:spMkLst>
        </pc:spChg>
        <pc:spChg chg="del mod topLvl">
          <ac:chgData name="varitsara monsiri" userId="d21832565e14aca8" providerId="LiveId" clId="{E9DC6723-9FC9-431B-87EA-16B4388A27EF}" dt="2023-06-30T12:06:08.901" v="7256"/>
          <ac:spMkLst>
            <pc:docMk/>
            <pc:sldMk cId="1635200773" sldId="270"/>
            <ac:spMk id="43" creationId="{6FBE6450-B278-411E-B2B8-A3D6E046542B}"/>
          </ac:spMkLst>
        </pc:spChg>
        <pc:spChg chg="del mod topLvl">
          <ac:chgData name="varitsara monsiri" userId="d21832565e14aca8" providerId="LiveId" clId="{E9DC6723-9FC9-431B-87EA-16B4388A27EF}" dt="2023-06-30T12:06:17.202" v="7258"/>
          <ac:spMkLst>
            <pc:docMk/>
            <pc:sldMk cId="1635200773" sldId="270"/>
            <ac:spMk id="44" creationId="{FC9C7A15-8F7D-48C1-87A7-3849308B9E55}"/>
          </ac:spMkLst>
        </pc:spChg>
        <pc:spChg chg="del mod topLvl">
          <ac:chgData name="varitsara monsiri" userId="d21832565e14aca8" providerId="LiveId" clId="{E9DC6723-9FC9-431B-87EA-16B4388A27EF}" dt="2023-06-30T12:06:28.123" v="7260"/>
          <ac:spMkLst>
            <pc:docMk/>
            <pc:sldMk cId="1635200773" sldId="270"/>
            <ac:spMk id="45" creationId="{402D56A3-8230-4A02-A15C-70B4F6DB7042}"/>
          </ac:spMkLst>
        </pc:spChg>
        <pc:spChg chg="del mod topLvl">
          <ac:chgData name="varitsara monsiri" userId="d21832565e14aca8" providerId="LiveId" clId="{E9DC6723-9FC9-431B-87EA-16B4388A27EF}" dt="2023-06-30T12:06:30.536" v="7261" actId="478"/>
          <ac:spMkLst>
            <pc:docMk/>
            <pc:sldMk cId="1635200773" sldId="270"/>
            <ac:spMk id="46" creationId="{25FDD1CA-370E-488A-AB8A-72CD64589E9A}"/>
          </ac:spMkLst>
        </pc:spChg>
        <pc:spChg chg="mod">
          <ac:chgData name="varitsara monsiri" userId="d21832565e14aca8" providerId="LiveId" clId="{E9DC6723-9FC9-431B-87EA-16B4388A27EF}" dt="2023-06-30T12:05:17.589" v="7247" actId="164"/>
          <ac:spMkLst>
            <pc:docMk/>
            <pc:sldMk cId="1635200773" sldId="270"/>
            <ac:spMk id="47" creationId="{4EEAC0BB-C0E1-489C-A5E3-470968319057}"/>
          </ac:spMkLst>
        </pc:spChg>
        <pc:spChg chg="add del mod">
          <ac:chgData name="varitsara monsiri" userId="d21832565e14aca8" providerId="LiveId" clId="{E9DC6723-9FC9-431B-87EA-16B4388A27EF}" dt="2023-06-30T12:03:43.772" v="7229"/>
          <ac:spMkLst>
            <pc:docMk/>
            <pc:sldMk cId="1635200773" sldId="270"/>
            <ac:spMk id="48" creationId="{CD16528A-475C-4E49-8C6B-A3D50EA67C12}"/>
          </ac:spMkLst>
        </pc:spChg>
        <pc:spChg chg="del mod">
          <ac:chgData name="varitsara monsiri" userId="d21832565e14aca8" providerId="LiveId" clId="{E9DC6723-9FC9-431B-87EA-16B4388A27EF}" dt="2023-06-30T12:04:54.421" v="7243"/>
          <ac:spMkLst>
            <pc:docMk/>
            <pc:sldMk cId="1635200773" sldId="270"/>
            <ac:spMk id="49" creationId="{FF26E490-58E0-4563-AB8B-E0F4852B371F}"/>
          </ac:spMkLst>
        </pc:spChg>
        <pc:spChg chg="add del mod">
          <ac:chgData name="varitsara monsiri" userId="d21832565e14aca8" providerId="LiveId" clId="{E9DC6723-9FC9-431B-87EA-16B4388A27EF}" dt="2023-06-30T12:03:58.534" v="7233"/>
          <ac:spMkLst>
            <pc:docMk/>
            <pc:sldMk cId="1635200773" sldId="270"/>
            <ac:spMk id="50" creationId="{4416C472-DA7B-4AEE-88AB-800A3AC8F112}"/>
          </ac:spMkLst>
        </pc:spChg>
        <pc:spChg chg="del mod">
          <ac:chgData name="varitsara monsiri" userId="d21832565e14aca8" providerId="LiveId" clId="{E9DC6723-9FC9-431B-87EA-16B4388A27EF}" dt="2023-06-30T12:05:14.737" v="7246"/>
          <ac:spMkLst>
            <pc:docMk/>
            <pc:sldMk cId="1635200773" sldId="270"/>
            <ac:spMk id="51" creationId="{5F6A5AF2-07B1-4763-AD52-05C5DE251C61}"/>
          </ac:spMkLst>
        </pc:spChg>
        <pc:spChg chg="add del ord">
          <ac:chgData name="varitsara monsiri" userId="d21832565e14aca8" providerId="LiveId" clId="{E9DC6723-9FC9-431B-87EA-16B4388A27EF}" dt="2023-06-30T12:04:54.421" v="7243"/>
          <ac:spMkLst>
            <pc:docMk/>
            <pc:sldMk cId="1635200773" sldId="270"/>
            <ac:spMk id="52" creationId="{877A857E-A44A-4E09-9074-61A12F9BCC1A}"/>
          </ac:spMkLst>
        </pc:spChg>
        <pc:spChg chg="mod">
          <ac:chgData name="varitsara monsiri" userId="d21832565e14aca8" providerId="LiveId" clId="{E9DC6723-9FC9-431B-87EA-16B4388A27EF}" dt="2023-06-30T12:05:17.589" v="7247" actId="164"/>
          <ac:spMkLst>
            <pc:docMk/>
            <pc:sldMk cId="1635200773" sldId="270"/>
            <ac:spMk id="53" creationId="{5FF12D38-291F-497B-ACDF-1D904A32F007}"/>
          </ac:spMkLst>
        </pc:spChg>
        <pc:spChg chg="add del ord">
          <ac:chgData name="varitsara monsiri" userId="d21832565e14aca8" providerId="LiveId" clId="{E9DC6723-9FC9-431B-87EA-16B4388A27EF}" dt="2023-06-30T12:05:14.737" v="7246"/>
          <ac:spMkLst>
            <pc:docMk/>
            <pc:sldMk cId="1635200773" sldId="270"/>
            <ac:spMk id="54" creationId="{556B5871-2A77-4E2C-93D1-EE51D47A3CAF}"/>
          </ac:spMkLst>
        </pc:spChg>
        <pc:spChg chg="mod">
          <ac:chgData name="varitsara monsiri" userId="d21832565e14aca8" providerId="LiveId" clId="{E9DC6723-9FC9-431B-87EA-16B4388A27EF}" dt="2023-06-30T12:05:17.589" v="7247" actId="164"/>
          <ac:spMkLst>
            <pc:docMk/>
            <pc:sldMk cId="1635200773" sldId="270"/>
            <ac:spMk id="55" creationId="{7DBB780E-EA07-4EB3-B4C6-2530190AC318}"/>
          </ac:spMkLst>
        </pc:spChg>
        <pc:spChg chg="add del">
          <ac:chgData name="varitsara monsiri" userId="d21832565e14aca8" providerId="LiveId" clId="{E9DC6723-9FC9-431B-87EA-16B4388A27EF}" dt="2023-06-30T12:05:54.634" v="7253"/>
          <ac:spMkLst>
            <pc:docMk/>
            <pc:sldMk cId="1635200773" sldId="270"/>
            <ac:spMk id="57" creationId="{3B06E2D4-1F27-4F49-8751-71B385EA7DA6}"/>
          </ac:spMkLst>
        </pc:spChg>
        <pc:spChg chg="add del mod">
          <ac:chgData name="varitsara monsiri" userId="d21832565e14aca8" providerId="LiveId" clId="{E9DC6723-9FC9-431B-87EA-16B4388A27EF}" dt="2023-06-30T12:05:54.634" v="7253"/>
          <ac:spMkLst>
            <pc:docMk/>
            <pc:sldMk cId="1635200773" sldId="270"/>
            <ac:spMk id="58" creationId="{767E97BE-CEDC-4874-BA26-555628BBD9D1}"/>
          </ac:spMkLst>
        </pc:spChg>
        <pc:spChg chg="del mod">
          <ac:chgData name="varitsara monsiri" userId="d21832565e14aca8" providerId="LiveId" clId="{E9DC6723-9FC9-431B-87EA-16B4388A27EF}" dt="2023-06-30T12:06:08.901" v="7256"/>
          <ac:spMkLst>
            <pc:docMk/>
            <pc:sldMk cId="1635200773" sldId="270"/>
            <ac:spMk id="59" creationId="{F0A13D4F-CCFC-402A-BE16-2F8A62ACDDB2}"/>
          </ac:spMkLst>
        </pc:spChg>
        <pc:spChg chg="mod">
          <ac:chgData name="varitsara monsiri" userId="d21832565e14aca8" providerId="LiveId" clId="{E9DC6723-9FC9-431B-87EA-16B4388A27EF}" dt="2023-06-30T12:06:36.436" v="7262" actId="164"/>
          <ac:spMkLst>
            <pc:docMk/>
            <pc:sldMk cId="1635200773" sldId="270"/>
            <ac:spMk id="60" creationId="{5A75E984-6FCA-403F-9940-8EF9D677164E}"/>
          </ac:spMkLst>
        </pc:spChg>
        <pc:spChg chg="add del mod">
          <ac:chgData name="varitsara monsiri" userId="d21832565e14aca8" providerId="LiveId" clId="{E9DC6723-9FC9-431B-87EA-16B4388A27EF}" dt="2023-06-30T12:06:17.202" v="7258"/>
          <ac:spMkLst>
            <pc:docMk/>
            <pc:sldMk cId="1635200773" sldId="270"/>
            <ac:spMk id="61" creationId="{49C944D0-F9DF-4348-A655-6132A0AA6FDA}"/>
          </ac:spMkLst>
        </pc:spChg>
        <pc:spChg chg="mod">
          <ac:chgData name="varitsara monsiri" userId="d21832565e14aca8" providerId="LiveId" clId="{E9DC6723-9FC9-431B-87EA-16B4388A27EF}" dt="2023-06-30T12:06:36.436" v="7262" actId="164"/>
          <ac:spMkLst>
            <pc:docMk/>
            <pc:sldMk cId="1635200773" sldId="270"/>
            <ac:spMk id="62" creationId="{529838CA-9D01-4E24-A2CB-9238FDA34F1B}"/>
          </ac:spMkLst>
        </pc:spChg>
        <pc:spChg chg="add del mod">
          <ac:chgData name="varitsara monsiri" userId="d21832565e14aca8" providerId="LiveId" clId="{E9DC6723-9FC9-431B-87EA-16B4388A27EF}" dt="2023-06-30T12:06:28.123" v="7260"/>
          <ac:spMkLst>
            <pc:docMk/>
            <pc:sldMk cId="1635200773" sldId="270"/>
            <ac:spMk id="63" creationId="{9501FCB6-580E-4C38-8262-486698A2C9BB}"/>
          </ac:spMkLst>
        </pc:spChg>
        <pc:spChg chg="mod">
          <ac:chgData name="varitsara monsiri" userId="d21832565e14aca8" providerId="LiveId" clId="{E9DC6723-9FC9-431B-87EA-16B4388A27EF}" dt="2023-06-30T12:06:36.436" v="7262" actId="164"/>
          <ac:spMkLst>
            <pc:docMk/>
            <pc:sldMk cId="1635200773" sldId="270"/>
            <ac:spMk id="64" creationId="{671CB4B8-A7E8-4908-BA82-87DAB8F53258}"/>
          </ac:spMkLst>
        </pc:spChg>
        <pc:grpChg chg="add del mod">
          <ac:chgData name="varitsara monsiri" userId="d21832565e14aca8" providerId="LiveId" clId="{E9DC6723-9FC9-431B-87EA-16B4388A27EF}" dt="2023-06-30T10:01:31.170" v="5347" actId="21"/>
          <ac:grpSpMkLst>
            <pc:docMk/>
            <pc:sldMk cId="1635200773" sldId="270"/>
            <ac:grpSpMk id="4" creationId="{BC5D4B96-4179-43C1-B27B-DE0DC3392E46}"/>
          </ac:grpSpMkLst>
        </pc:grpChg>
        <pc:grpChg chg="add del mod">
          <ac:chgData name="varitsara monsiri" userId="d21832565e14aca8" providerId="LiveId" clId="{E9DC6723-9FC9-431B-87EA-16B4388A27EF}" dt="2023-06-30T10:01:31.170" v="5347" actId="21"/>
          <ac:grpSpMkLst>
            <pc:docMk/>
            <pc:sldMk cId="1635200773" sldId="270"/>
            <ac:grpSpMk id="9" creationId="{CE731850-2FE9-4BCF-9AE3-AA8FEF645F9C}"/>
          </ac:grpSpMkLst>
        </pc:grpChg>
        <pc:grpChg chg="add del mod">
          <ac:chgData name="varitsara monsiri" userId="d21832565e14aca8" providerId="LiveId" clId="{E9DC6723-9FC9-431B-87EA-16B4388A27EF}" dt="2023-06-30T10:15:59.690" v="5708" actId="165"/>
          <ac:grpSpMkLst>
            <pc:docMk/>
            <pc:sldMk cId="1635200773" sldId="270"/>
            <ac:grpSpMk id="20" creationId="{69BD7BEC-DD7F-4633-AA0B-222CCFA70E39}"/>
          </ac:grpSpMkLst>
        </pc:grpChg>
        <pc:grpChg chg="mod topLvl">
          <ac:chgData name="varitsara monsiri" userId="d21832565e14aca8" providerId="LiveId" clId="{E9DC6723-9FC9-431B-87EA-16B4388A27EF}" dt="2023-06-30T10:16:05.442" v="5710" actId="164"/>
          <ac:grpSpMkLst>
            <pc:docMk/>
            <pc:sldMk cId="1635200773" sldId="270"/>
            <ac:grpSpMk id="22" creationId="{4D08B3AC-B51D-4D47-AD1F-BB7AAF7992D5}"/>
          </ac:grpSpMkLst>
        </pc:grpChg>
        <pc:grpChg chg="add mod">
          <ac:chgData name="varitsara monsiri" userId="d21832565e14aca8" providerId="LiveId" clId="{E9DC6723-9FC9-431B-87EA-16B4388A27EF}" dt="2023-06-30T10:16:08.219" v="5711" actId="12788"/>
          <ac:grpSpMkLst>
            <pc:docMk/>
            <pc:sldMk cId="1635200773" sldId="270"/>
            <ac:grpSpMk id="27" creationId="{DFFA3561-2077-4A93-82B3-FBDD934AAC0B}"/>
          </ac:grpSpMkLst>
        </pc:grpChg>
        <pc:grpChg chg="add del mod ord">
          <ac:chgData name="varitsara monsiri" userId="d21832565e14aca8" providerId="LiveId" clId="{E9DC6723-9FC9-431B-87EA-16B4388A27EF}" dt="2023-06-30T12:03:24.665" v="7226" actId="165"/>
          <ac:grpSpMkLst>
            <pc:docMk/>
            <pc:sldMk cId="1635200773" sldId="270"/>
            <ac:grpSpMk id="37" creationId="{28356EDC-89A8-4FC0-80C9-2A8183314528}"/>
          </ac:grpSpMkLst>
        </pc:grpChg>
        <pc:grpChg chg="add del mod ord">
          <ac:chgData name="varitsara monsiri" userId="d21832565e14aca8" providerId="LiveId" clId="{E9DC6723-9FC9-431B-87EA-16B4388A27EF}" dt="2023-06-30T12:05:57.014" v="7255" actId="165"/>
          <ac:grpSpMkLst>
            <pc:docMk/>
            <pc:sldMk cId="1635200773" sldId="270"/>
            <ac:grpSpMk id="42" creationId="{1D91F8BC-AC55-4CE7-A393-80F67C002832}"/>
          </ac:grpSpMkLst>
        </pc:grpChg>
        <pc:grpChg chg="add mod">
          <ac:chgData name="varitsara monsiri" userId="d21832565e14aca8" providerId="LiveId" clId="{E9DC6723-9FC9-431B-87EA-16B4388A27EF}" dt="2023-06-30T12:05:17.589" v="7247" actId="164"/>
          <ac:grpSpMkLst>
            <pc:docMk/>
            <pc:sldMk cId="1635200773" sldId="270"/>
            <ac:grpSpMk id="56" creationId="{BC9EA8EE-9EF4-4021-A910-F53399968773}"/>
          </ac:grpSpMkLst>
        </pc:grpChg>
        <pc:grpChg chg="add mod">
          <ac:chgData name="varitsara monsiri" userId="d21832565e14aca8" providerId="LiveId" clId="{E9DC6723-9FC9-431B-87EA-16B4388A27EF}" dt="2023-06-30T12:06:36.436" v="7262" actId="164"/>
          <ac:grpSpMkLst>
            <pc:docMk/>
            <pc:sldMk cId="1635200773" sldId="270"/>
            <ac:grpSpMk id="65" creationId="{6A3DA36C-B155-4FA9-85B7-5A2FB0B2686A}"/>
          </ac:grpSpMkLst>
        </pc:grpChg>
        <pc:cxnChg chg="mod topLvl">
          <ac:chgData name="varitsara monsiri" userId="d21832565e14aca8" providerId="LiveId" clId="{E9DC6723-9FC9-431B-87EA-16B4388A27EF}" dt="2023-06-30T10:16:05.442" v="5710" actId="164"/>
          <ac:cxnSpMkLst>
            <pc:docMk/>
            <pc:sldMk cId="1635200773" sldId="270"/>
            <ac:cxnSpMk id="21" creationId="{01B4BFA1-66FC-47B1-B1B2-D7B958E03B03}"/>
          </ac:cxnSpMkLst>
        </pc:cxnChg>
      </pc:sldChg>
      <pc:sldChg chg="addSp delSp modSp new del mod modClrScheme chgLayout">
        <pc:chgData name="varitsara monsiri" userId="d21832565e14aca8" providerId="LiveId" clId="{E9DC6723-9FC9-431B-87EA-16B4388A27EF}" dt="2023-06-30T11:19:37.847" v="6281" actId="47"/>
        <pc:sldMkLst>
          <pc:docMk/>
          <pc:sldMk cId="2701725358" sldId="271"/>
        </pc:sldMkLst>
        <pc:spChg chg="del">
          <ac:chgData name="varitsara monsiri" userId="d21832565e14aca8" providerId="LiveId" clId="{E9DC6723-9FC9-431B-87EA-16B4388A27EF}" dt="2023-06-30T06:43:41.794" v="2999" actId="700"/>
          <ac:spMkLst>
            <pc:docMk/>
            <pc:sldMk cId="2701725358" sldId="271"/>
            <ac:spMk id="2" creationId="{F2653D6F-3083-4833-A794-76FB1E8D7F27}"/>
          </ac:spMkLst>
        </pc:spChg>
        <pc:spChg chg="del">
          <ac:chgData name="varitsara monsiri" userId="d21832565e14aca8" providerId="LiveId" clId="{E9DC6723-9FC9-431B-87EA-16B4388A27EF}" dt="2023-06-30T06:43:41.794" v="2999" actId="700"/>
          <ac:spMkLst>
            <pc:docMk/>
            <pc:sldMk cId="2701725358" sldId="271"/>
            <ac:spMk id="3" creationId="{AE893CAC-F62C-4BA9-85D5-912B4D97863F}"/>
          </ac:spMkLst>
        </pc:spChg>
        <pc:spChg chg="mod">
          <ac:chgData name="varitsara monsiri" userId="d21832565e14aca8" providerId="LiveId" clId="{E9DC6723-9FC9-431B-87EA-16B4388A27EF}" dt="2023-06-30T09:59:41.617" v="5262"/>
          <ac:spMkLst>
            <pc:docMk/>
            <pc:sldMk cId="2701725358" sldId="271"/>
            <ac:spMk id="5" creationId="{512B8CE4-F495-43BC-BD5F-8727935A88EB}"/>
          </ac:spMkLst>
        </pc:spChg>
        <pc:spChg chg="mod">
          <ac:chgData name="varitsara monsiri" userId="d21832565e14aca8" providerId="LiveId" clId="{E9DC6723-9FC9-431B-87EA-16B4388A27EF}" dt="2023-06-30T09:59:41.617" v="5262"/>
          <ac:spMkLst>
            <pc:docMk/>
            <pc:sldMk cId="2701725358" sldId="271"/>
            <ac:spMk id="6" creationId="{ABA2BB67-2A41-48F4-8299-959411F9CFF5}"/>
          </ac:spMkLst>
        </pc:spChg>
        <pc:spChg chg="mod">
          <ac:chgData name="varitsara monsiri" userId="d21832565e14aca8" providerId="LiveId" clId="{E9DC6723-9FC9-431B-87EA-16B4388A27EF}" dt="2023-06-30T09:59:41.617" v="5262"/>
          <ac:spMkLst>
            <pc:docMk/>
            <pc:sldMk cId="2701725358" sldId="271"/>
            <ac:spMk id="7" creationId="{6462FD3E-DF13-4E4C-B377-A13483689F09}"/>
          </ac:spMkLst>
        </pc:spChg>
        <pc:spChg chg="mod">
          <ac:chgData name="varitsara monsiri" userId="d21832565e14aca8" providerId="LiveId" clId="{E9DC6723-9FC9-431B-87EA-16B4388A27EF}" dt="2023-06-30T09:59:41.617" v="5262"/>
          <ac:spMkLst>
            <pc:docMk/>
            <pc:sldMk cId="2701725358" sldId="271"/>
            <ac:spMk id="8" creationId="{8EC4D227-4053-4E3A-A7AA-A2E71600F7FC}"/>
          </ac:spMkLst>
        </pc:spChg>
        <pc:spChg chg="mod">
          <ac:chgData name="varitsara monsiri" userId="d21832565e14aca8" providerId="LiveId" clId="{E9DC6723-9FC9-431B-87EA-16B4388A27EF}" dt="2023-06-30T09:59:43.156" v="5263"/>
          <ac:spMkLst>
            <pc:docMk/>
            <pc:sldMk cId="2701725358" sldId="271"/>
            <ac:spMk id="10" creationId="{3836AFB1-75D2-4421-9F04-D6C2A5F7992F}"/>
          </ac:spMkLst>
        </pc:spChg>
        <pc:spChg chg="mod">
          <ac:chgData name="varitsara monsiri" userId="d21832565e14aca8" providerId="LiveId" clId="{E9DC6723-9FC9-431B-87EA-16B4388A27EF}" dt="2023-06-30T09:59:43.156" v="5263"/>
          <ac:spMkLst>
            <pc:docMk/>
            <pc:sldMk cId="2701725358" sldId="271"/>
            <ac:spMk id="11" creationId="{0E96FA20-EB84-47CC-BCAB-D235BD609D4A}"/>
          </ac:spMkLst>
        </pc:spChg>
        <pc:spChg chg="mod">
          <ac:chgData name="varitsara monsiri" userId="d21832565e14aca8" providerId="LiveId" clId="{E9DC6723-9FC9-431B-87EA-16B4388A27EF}" dt="2023-06-30T09:59:43.156" v="5263"/>
          <ac:spMkLst>
            <pc:docMk/>
            <pc:sldMk cId="2701725358" sldId="271"/>
            <ac:spMk id="12" creationId="{693DD572-5C18-4152-A554-86314063B42C}"/>
          </ac:spMkLst>
        </pc:spChg>
        <pc:spChg chg="mod">
          <ac:chgData name="varitsara monsiri" userId="d21832565e14aca8" providerId="LiveId" clId="{E9DC6723-9FC9-431B-87EA-16B4388A27EF}" dt="2023-06-30T09:59:43.156" v="5263"/>
          <ac:spMkLst>
            <pc:docMk/>
            <pc:sldMk cId="2701725358" sldId="271"/>
            <ac:spMk id="13" creationId="{5FC305FD-CB17-4266-B6F7-4FDE70453570}"/>
          </ac:spMkLst>
        </pc:spChg>
        <pc:spChg chg="add del mod">
          <ac:chgData name="varitsara monsiri" userId="d21832565e14aca8" providerId="LiveId" clId="{E9DC6723-9FC9-431B-87EA-16B4388A27EF}" dt="2023-06-30T10:41:54.689" v="6093" actId="931"/>
          <ac:spMkLst>
            <pc:docMk/>
            <pc:sldMk cId="2701725358" sldId="271"/>
            <ac:spMk id="14" creationId="{82461A8E-15A5-4773-8782-65F1F9ED60F0}"/>
          </ac:spMkLst>
        </pc:spChg>
        <pc:spChg chg="add mod">
          <ac:chgData name="varitsara monsiri" userId="d21832565e14aca8" providerId="LiveId" clId="{E9DC6723-9FC9-431B-87EA-16B4388A27EF}" dt="2023-06-30T10:37:42.754" v="6036" actId="20577"/>
          <ac:spMkLst>
            <pc:docMk/>
            <pc:sldMk cId="2701725358" sldId="271"/>
            <ac:spMk id="15" creationId="{6EB46B34-BC63-41F0-BCDA-560B5C4CD616}"/>
          </ac:spMkLst>
        </pc:spChg>
        <pc:spChg chg="add mod">
          <ac:chgData name="varitsara monsiri" userId="d21832565e14aca8" providerId="LiveId" clId="{E9DC6723-9FC9-431B-87EA-16B4388A27EF}" dt="2023-06-30T10:37:55.968" v="6057" actId="20577"/>
          <ac:spMkLst>
            <pc:docMk/>
            <pc:sldMk cId="2701725358" sldId="271"/>
            <ac:spMk id="16" creationId="{EFE0DFC5-AA58-486E-9EE5-62AFE7CBA9EA}"/>
          </ac:spMkLst>
        </pc:spChg>
        <pc:spChg chg="add mod">
          <ac:chgData name="varitsara monsiri" userId="d21832565e14aca8" providerId="LiveId" clId="{E9DC6723-9FC9-431B-87EA-16B4388A27EF}" dt="2023-06-30T10:37:40.760" v="6034" actId="20577"/>
          <ac:spMkLst>
            <pc:docMk/>
            <pc:sldMk cId="2701725358" sldId="271"/>
            <ac:spMk id="17" creationId="{34D02003-877D-40E0-82DD-3F2BDE9DFDBE}"/>
          </ac:spMkLst>
        </pc:spChg>
        <pc:spChg chg="add mod">
          <ac:chgData name="varitsara monsiri" userId="d21832565e14aca8" providerId="LiveId" clId="{E9DC6723-9FC9-431B-87EA-16B4388A27EF}" dt="2023-06-30T10:37:52.938" v="6052" actId="20577"/>
          <ac:spMkLst>
            <pc:docMk/>
            <pc:sldMk cId="2701725358" sldId="271"/>
            <ac:spMk id="18" creationId="{E5D89863-FA88-4215-9DF1-F6C047600FC0}"/>
          </ac:spMkLst>
        </pc:spChg>
        <pc:spChg chg="add del mod">
          <ac:chgData name="varitsara monsiri" userId="d21832565e14aca8" providerId="LiveId" clId="{E9DC6723-9FC9-431B-87EA-16B4388A27EF}" dt="2023-06-30T10:43:37.743" v="6096" actId="931"/>
          <ac:spMkLst>
            <pc:docMk/>
            <pc:sldMk cId="2701725358" sldId="271"/>
            <ac:spMk id="22" creationId="{42EB1306-B31F-42ED-B77A-C9D962285074}"/>
          </ac:spMkLst>
        </pc:spChg>
        <pc:spChg chg="mod">
          <ac:chgData name="varitsara monsiri" userId="d21832565e14aca8" providerId="LiveId" clId="{E9DC6723-9FC9-431B-87EA-16B4388A27EF}" dt="2023-06-30T10:46:02.518" v="6121"/>
          <ac:spMkLst>
            <pc:docMk/>
            <pc:sldMk cId="2701725358" sldId="271"/>
            <ac:spMk id="27" creationId="{96D6029B-30FC-40A8-A72B-850E1CA24968}"/>
          </ac:spMkLst>
        </pc:spChg>
        <pc:spChg chg="mod">
          <ac:chgData name="varitsara monsiri" userId="d21832565e14aca8" providerId="LiveId" clId="{E9DC6723-9FC9-431B-87EA-16B4388A27EF}" dt="2023-06-30T11:19:03.329" v="6276"/>
          <ac:spMkLst>
            <pc:docMk/>
            <pc:sldMk cId="2701725358" sldId="271"/>
            <ac:spMk id="29" creationId="{1D9BD818-5BD9-4832-91F1-7EE9A8D433C6}"/>
          </ac:spMkLst>
        </pc:spChg>
        <pc:spChg chg="mod">
          <ac:chgData name="varitsara monsiri" userId="d21832565e14aca8" providerId="LiveId" clId="{E9DC6723-9FC9-431B-87EA-16B4388A27EF}" dt="2023-06-30T11:19:03.329" v="6276"/>
          <ac:spMkLst>
            <pc:docMk/>
            <pc:sldMk cId="2701725358" sldId="271"/>
            <ac:spMk id="30" creationId="{485F156E-EA0A-45EA-B4EB-6A354F0FA189}"/>
          </ac:spMkLst>
        </pc:spChg>
        <pc:spChg chg="mod">
          <ac:chgData name="varitsara monsiri" userId="d21832565e14aca8" providerId="LiveId" clId="{E9DC6723-9FC9-431B-87EA-16B4388A27EF}" dt="2023-06-30T11:19:03.329" v="6276"/>
          <ac:spMkLst>
            <pc:docMk/>
            <pc:sldMk cId="2701725358" sldId="271"/>
            <ac:spMk id="31" creationId="{A418F56D-A098-4DA3-B34C-0E5A49B4250D}"/>
          </ac:spMkLst>
        </pc:spChg>
        <pc:spChg chg="mod">
          <ac:chgData name="varitsara monsiri" userId="d21832565e14aca8" providerId="LiveId" clId="{E9DC6723-9FC9-431B-87EA-16B4388A27EF}" dt="2023-06-30T11:19:03.329" v="6276"/>
          <ac:spMkLst>
            <pc:docMk/>
            <pc:sldMk cId="2701725358" sldId="271"/>
            <ac:spMk id="32" creationId="{90EE4AEB-C04B-48C5-854B-608F95631DB6}"/>
          </ac:spMkLst>
        </pc:spChg>
        <pc:grpChg chg="add del mod">
          <ac:chgData name="varitsara monsiri" userId="d21832565e14aca8" providerId="LiveId" clId="{E9DC6723-9FC9-431B-87EA-16B4388A27EF}" dt="2023-06-30T10:01:21.129" v="5345" actId="21"/>
          <ac:grpSpMkLst>
            <pc:docMk/>
            <pc:sldMk cId="2701725358" sldId="271"/>
            <ac:grpSpMk id="4" creationId="{43FA2E24-B629-4359-9C94-7A56FE25CE86}"/>
          </ac:grpSpMkLst>
        </pc:grpChg>
        <pc:grpChg chg="add del mod">
          <ac:chgData name="varitsara monsiri" userId="d21832565e14aca8" providerId="LiveId" clId="{E9DC6723-9FC9-431B-87EA-16B4388A27EF}" dt="2023-06-30T10:01:21.129" v="5345" actId="21"/>
          <ac:grpSpMkLst>
            <pc:docMk/>
            <pc:sldMk cId="2701725358" sldId="271"/>
            <ac:grpSpMk id="9" creationId="{23FC5C79-607B-4164-B6F4-260D92BE29E3}"/>
          </ac:grpSpMkLst>
        </pc:grpChg>
        <pc:grpChg chg="add del mod">
          <ac:chgData name="varitsara monsiri" userId="d21832565e14aca8" providerId="LiveId" clId="{E9DC6723-9FC9-431B-87EA-16B4388A27EF}" dt="2023-06-30T11:19:07.745" v="6279" actId="21"/>
          <ac:grpSpMkLst>
            <pc:docMk/>
            <pc:sldMk cId="2701725358" sldId="271"/>
            <ac:grpSpMk id="25" creationId="{F4DEC181-7257-41CC-BA6E-DD59485E6F58}"/>
          </ac:grpSpMkLst>
        </pc:grpChg>
        <pc:grpChg chg="add mod">
          <ac:chgData name="varitsara monsiri" userId="d21832565e14aca8" providerId="LiveId" clId="{E9DC6723-9FC9-431B-87EA-16B4388A27EF}" dt="2023-06-30T11:19:03.329" v="6276"/>
          <ac:grpSpMkLst>
            <pc:docMk/>
            <pc:sldMk cId="2701725358" sldId="271"/>
            <ac:grpSpMk id="28" creationId="{A6D5E491-5924-42A2-814D-860150CE1702}"/>
          </ac:grpSpMkLst>
        </pc:grpChg>
        <pc:picChg chg="add del mod">
          <ac:chgData name="varitsara monsiri" userId="d21832565e14aca8" providerId="LiveId" clId="{E9DC6723-9FC9-431B-87EA-16B4388A27EF}" dt="2023-06-30T10:42:15.021" v="6095" actId="478"/>
          <ac:picMkLst>
            <pc:docMk/>
            <pc:sldMk cId="2701725358" sldId="271"/>
            <ac:picMk id="20" creationId="{6A40383A-6D4A-4A27-A957-8B2C9E110921}"/>
          </ac:picMkLst>
        </pc:picChg>
        <pc:picChg chg="add mod modCrop">
          <ac:chgData name="varitsara monsiri" userId="d21832565e14aca8" providerId="LiveId" clId="{E9DC6723-9FC9-431B-87EA-16B4388A27EF}" dt="2023-06-30T10:45:04.345" v="6117" actId="18131"/>
          <ac:picMkLst>
            <pc:docMk/>
            <pc:sldMk cId="2701725358" sldId="271"/>
            <ac:picMk id="24" creationId="{69BABEF8-A1E5-4C54-A424-7CB79F83E9BF}"/>
          </ac:picMkLst>
        </pc:picChg>
        <pc:cxnChg chg="mod">
          <ac:chgData name="varitsara monsiri" userId="d21832565e14aca8" providerId="LiveId" clId="{E9DC6723-9FC9-431B-87EA-16B4388A27EF}" dt="2023-06-30T10:46:02.518" v="6121"/>
          <ac:cxnSpMkLst>
            <pc:docMk/>
            <pc:sldMk cId="2701725358" sldId="271"/>
            <ac:cxnSpMk id="26" creationId="{160AA161-9BBF-43A9-9A04-307FA567DF21}"/>
          </ac:cxnSpMkLst>
        </pc:cxnChg>
      </pc:sldChg>
      <pc:sldChg chg="new del">
        <pc:chgData name="varitsara monsiri" userId="d21832565e14aca8" providerId="LiveId" clId="{E9DC6723-9FC9-431B-87EA-16B4388A27EF}" dt="2023-06-30T06:42:31.176" v="2972" actId="680"/>
        <pc:sldMkLst>
          <pc:docMk/>
          <pc:sldMk cId="4063285979" sldId="271"/>
        </pc:sldMkLst>
      </pc:sldChg>
      <pc:sldChg chg="addSp delSp modSp new mod modClrScheme chgLayout">
        <pc:chgData name="varitsara monsiri" userId="d21832565e14aca8" providerId="LiveId" clId="{E9DC6723-9FC9-431B-87EA-16B4388A27EF}" dt="2023-06-30T11:59:23.232" v="7184" actId="2085"/>
        <pc:sldMkLst>
          <pc:docMk/>
          <pc:sldMk cId="2760245237" sldId="272"/>
        </pc:sldMkLst>
        <pc:spChg chg="del">
          <ac:chgData name="varitsara monsiri" userId="d21832565e14aca8" providerId="LiveId" clId="{E9DC6723-9FC9-431B-87EA-16B4388A27EF}" dt="2023-06-30T06:43:50.254" v="3000" actId="700"/>
          <ac:spMkLst>
            <pc:docMk/>
            <pc:sldMk cId="2760245237" sldId="272"/>
            <ac:spMk id="2" creationId="{7863BC02-7BDA-4532-9083-DF5140787AC1}"/>
          </ac:spMkLst>
        </pc:spChg>
        <pc:spChg chg="del">
          <ac:chgData name="varitsara monsiri" userId="d21832565e14aca8" providerId="LiveId" clId="{E9DC6723-9FC9-431B-87EA-16B4388A27EF}" dt="2023-06-30T06:43:50.254" v="3000" actId="700"/>
          <ac:spMkLst>
            <pc:docMk/>
            <pc:sldMk cId="2760245237" sldId="272"/>
            <ac:spMk id="3" creationId="{3F28D5E7-D653-49AA-8607-3A347E7B62CF}"/>
          </ac:spMkLst>
        </pc:spChg>
        <pc:spChg chg="add mod">
          <ac:chgData name="varitsara monsiri" userId="d21832565e14aca8" providerId="LiveId" clId="{E9DC6723-9FC9-431B-87EA-16B4388A27EF}" dt="2023-06-30T11:11:14.420" v="6190" actId="20577"/>
          <ac:spMkLst>
            <pc:docMk/>
            <pc:sldMk cId="2760245237" sldId="272"/>
            <ac:spMk id="4" creationId="{29B5759B-3929-4DDB-AC77-5342DAA7DD65}"/>
          </ac:spMkLst>
        </pc:spChg>
        <pc:spChg chg="add mod">
          <ac:chgData name="varitsara monsiri" userId="d21832565e14aca8" providerId="LiveId" clId="{E9DC6723-9FC9-431B-87EA-16B4388A27EF}" dt="2023-06-30T11:11:04.979" v="6188" actId="20577"/>
          <ac:spMkLst>
            <pc:docMk/>
            <pc:sldMk cId="2760245237" sldId="272"/>
            <ac:spMk id="5" creationId="{F9F7936C-7824-4B96-AC06-E653CD4E57BB}"/>
          </ac:spMkLst>
        </pc:spChg>
        <pc:spChg chg="add mod">
          <ac:chgData name="varitsara monsiri" userId="d21832565e14aca8" providerId="LiveId" clId="{E9DC6723-9FC9-431B-87EA-16B4388A27EF}" dt="2023-06-30T11:14:16.113" v="6225" actId="1076"/>
          <ac:spMkLst>
            <pc:docMk/>
            <pc:sldMk cId="2760245237" sldId="272"/>
            <ac:spMk id="6" creationId="{4923B7F3-8BFB-42CF-9895-006CD1F276BD}"/>
          </ac:spMkLst>
        </pc:spChg>
        <pc:spChg chg="add mod">
          <ac:chgData name="varitsara monsiri" userId="d21832565e14aca8" providerId="LiveId" clId="{E9DC6723-9FC9-431B-87EA-16B4388A27EF}" dt="2023-06-30T11:11:24.689" v="6194" actId="20577"/>
          <ac:spMkLst>
            <pc:docMk/>
            <pc:sldMk cId="2760245237" sldId="272"/>
            <ac:spMk id="7" creationId="{5022B50D-B90D-400F-9F5E-9AF8EB7073A3}"/>
          </ac:spMkLst>
        </pc:spChg>
        <pc:spChg chg="add mod">
          <ac:chgData name="varitsara monsiri" userId="d21832565e14aca8" providerId="LiveId" clId="{E9DC6723-9FC9-431B-87EA-16B4388A27EF}" dt="2023-06-30T11:11:49.332" v="6206" actId="20577"/>
          <ac:spMkLst>
            <pc:docMk/>
            <pc:sldMk cId="2760245237" sldId="272"/>
            <ac:spMk id="8" creationId="{1A90B5B1-91B1-4C45-8F57-A2262C3C2DC8}"/>
          </ac:spMkLst>
        </pc:spChg>
        <pc:spChg chg="add mod">
          <ac:chgData name="varitsara monsiri" userId="d21832565e14aca8" providerId="LiveId" clId="{E9DC6723-9FC9-431B-87EA-16B4388A27EF}" dt="2023-06-30T11:11:26.625" v="6196" actId="20577"/>
          <ac:spMkLst>
            <pc:docMk/>
            <pc:sldMk cId="2760245237" sldId="272"/>
            <ac:spMk id="9" creationId="{070569F3-E0F7-4507-8B1C-48060D39A485}"/>
          </ac:spMkLst>
        </pc:spChg>
        <pc:spChg chg="add mod">
          <ac:chgData name="varitsara monsiri" userId="d21832565e14aca8" providerId="LiveId" clId="{E9DC6723-9FC9-431B-87EA-16B4388A27EF}" dt="2023-06-30T11:11:38.463" v="6200" actId="20577"/>
          <ac:spMkLst>
            <pc:docMk/>
            <pc:sldMk cId="2760245237" sldId="272"/>
            <ac:spMk id="10" creationId="{006088EF-4600-4C6C-BB34-91072B5F33C2}"/>
          </ac:spMkLst>
        </pc:spChg>
        <pc:spChg chg="add mod">
          <ac:chgData name="varitsara monsiri" userId="d21832565e14aca8" providerId="LiveId" clId="{E9DC6723-9FC9-431B-87EA-16B4388A27EF}" dt="2023-06-30T11:11:22.552" v="6192" actId="20577"/>
          <ac:spMkLst>
            <pc:docMk/>
            <pc:sldMk cId="2760245237" sldId="272"/>
            <ac:spMk id="11" creationId="{3208FCAE-F8CC-4D46-BB6D-562890655FF1}"/>
          </ac:spMkLst>
        </pc:spChg>
        <pc:spChg chg="add mod">
          <ac:chgData name="varitsara monsiri" userId="d21832565e14aca8" providerId="LiveId" clId="{E9DC6723-9FC9-431B-87EA-16B4388A27EF}" dt="2023-06-30T11:11:47.468" v="6204" actId="20577"/>
          <ac:spMkLst>
            <pc:docMk/>
            <pc:sldMk cId="2760245237" sldId="272"/>
            <ac:spMk id="12" creationId="{C46A8DC7-38F8-4BDE-A64C-12FA8D252811}"/>
          </ac:spMkLst>
        </pc:spChg>
        <pc:spChg chg="add mod">
          <ac:chgData name="varitsara monsiri" userId="d21832565e14aca8" providerId="LiveId" clId="{E9DC6723-9FC9-431B-87EA-16B4388A27EF}" dt="2023-06-30T11:11:28.604" v="6198" actId="20577"/>
          <ac:spMkLst>
            <pc:docMk/>
            <pc:sldMk cId="2760245237" sldId="272"/>
            <ac:spMk id="13" creationId="{B63884AF-0864-44D0-BB6F-3F8CFB32BCC8}"/>
          </ac:spMkLst>
        </pc:spChg>
        <pc:spChg chg="del mod topLvl">
          <ac:chgData name="varitsara monsiri" userId="d21832565e14aca8" providerId="LiveId" clId="{E9DC6723-9FC9-431B-87EA-16B4388A27EF}" dt="2023-06-30T11:12:18.189" v="6209" actId="478"/>
          <ac:spMkLst>
            <pc:docMk/>
            <pc:sldMk cId="2760245237" sldId="272"/>
            <ac:spMk id="16" creationId="{DDBD7AEA-1723-4923-A400-765BD17BAF15}"/>
          </ac:spMkLst>
        </pc:spChg>
        <pc:spChg chg="del mod topLvl">
          <ac:chgData name="varitsara monsiri" userId="d21832565e14aca8" providerId="LiveId" clId="{E9DC6723-9FC9-431B-87EA-16B4388A27EF}" dt="2023-06-30T11:12:18.189" v="6209" actId="478"/>
          <ac:spMkLst>
            <pc:docMk/>
            <pc:sldMk cId="2760245237" sldId="272"/>
            <ac:spMk id="17" creationId="{7D7079C7-FC7F-4727-A472-DB21836505B2}"/>
          </ac:spMkLst>
        </pc:spChg>
        <pc:spChg chg="mod">
          <ac:chgData name="varitsara monsiri" userId="d21832565e14aca8" providerId="LiveId" clId="{E9DC6723-9FC9-431B-87EA-16B4388A27EF}" dt="2023-06-30T11:12:15.099" v="6208" actId="165"/>
          <ac:spMkLst>
            <pc:docMk/>
            <pc:sldMk cId="2760245237" sldId="272"/>
            <ac:spMk id="20" creationId="{D8598F9A-27E2-4717-BFE9-6FEC9315BE6C}"/>
          </ac:spMkLst>
        </pc:spChg>
        <pc:spChg chg="mod">
          <ac:chgData name="varitsara monsiri" userId="d21832565e14aca8" providerId="LiveId" clId="{E9DC6723-9FC9-431B-87EA-16B4388A27EF}" dt="2023-06-30T11:12:15.099" v="6208" actId="165"/>
          <ac:spMkLst>
            <pc:docMk/>
            <pc:sldMk cId="2760245237" sldId="272"/>
            <ac:spMk id="22" creationId="{B4BB253D-EFC4-4664-91B1-A75C684CF829}"/>
          </ac:spMkLst>
        </pc:spChg>
        <pc:spChg chg="mod">
          <ac:chgData name="varitsara monsiri" userId="d21832565e14aca8" providerId="LiveId" clId="{E9DC6723-9FC9-431B-87EA-16B4388A27EF}" dt="2023-06-30T11:12:15.099" v="6208" actId="165"/>
          <ac:spMkLst>
            <pc:docMk/>
            <pc:sldMk cId="2760245237" sldId="272"/>
            <ac:spMk id="23" creationId="{81B2F43D-A249-4639-B7F9-83B695A7AF70}"/>
          </ac:spMkLst>
        </pc:spChg>
        <pc:spChg chg="mod">
          <ac:chgData name="varitsara monsiri" userId="d21832565e14aca8" providerId="LiveId" clId="{E9DC6723-9FC9-431B-87EA-16B4388A27EF}" dt="2023-06-30T11:12:15.099" v="6208" actId="165"/>
          <ac:spMkLst>
            <pc:docMk/>
            <pc:sldMk cId="2760245237" sldId="272"/>
            <ac:spMk id="24" creationId="{A37BCA4C-B00F-4B00-AF6E-C7620EE9B4A9}"/>
          </ac:spMkLst>
        </pc:spChg>
        <pc:spChg chg="mod">
          <ac:chgData name="varitsara monsiri" userId="d21832565e14aca8" providerId="LiveId" clId="{E9DC6723-9FC9-431B-87EA-16B4388A27EF}" dt="2023-06-30T11:12:15.099" v="6208" actId="165"/>
          <ac:spMkLst>
            <pc:docMk/>
            <pc:sldMk cId="2760245237" sldId="272"/>
            <ac:spMk id="25" creationId="{A0812F69-8477-4A8F-B537-470F632E2ABE}"/>
          </ac:spMkLst>
        </pc:spChg>
        <pc:spChg chg="mod">
          <ac:chgData name="varitsara monsiri" userId="d21832565e14aca8" providerId="LiveId" clId="{E9DC6723-9FC9-431B-87EA-16B4388A27EF}" dt="2023-06-30T11:12:15.099" v="6208" actId="165"/>
          <ac:spMkLst>
            <pc:docMk/>
            <pc:sldMk cId="2760245237" sldId="272"/>
            <ac:spMk id="26" creationId="{A41E57E9-3B9F-482A-BBF7-3D5542CA1B6F}"/>
          </ac:spMkLst>
        </pc:spChg>
        <pc:spChg chg="mod">
          <ac:chgData name="varitsara monsiri" userId="d21832565e14aca8" providerId="LiveId" clId="{E9DC6723-9FC9-431B-87EA-16B4388A27EF}" dt="2023-06-30T11:12:15.099" v="6208" actId="165"/>
          <ac:spMkLst>
            <pc:docMk/>
            <pc:sldMk cId="2760245237" sldId="272"/>
            <ac:spMk id="27" creationId="{B312C239-5D69-4FD9-9CAE-5AD992D78759}"/>
          </ac:spMkLst>
        </pc:spChg>
        <pc:spChg chg="mod">
          <ac:chgData name="varitsara monsiri" userId="d21832565e14aca8" providerId="LiveId" clId="{E9DC6723-9FC9-431B-87EA-16B4388A27EF}" dt="2023-06-30T11:12:15.099" v="6208" actId="165"/>
          <ac:spMkLst>
            <pc:docMk/>
            <pc:sldMk cId="2760245237" sldId="272"/>
            <ac:spMk id="28" creationId="{6AC940C8-8215-4043-BD1B-B8D2E808F549}"/>
          </ac:spMkLst>
        </pc:spChg>
        <pc:spChg chg="mod">
          <ac:chgData name="varitsara monsiri" userId="d21832565e14aca8" providerId="LiveId" clId="{E9DC6723-9FC9-431B-87EA-16B4388A27EF}" dt="2023-06-30T11:12:27.876" v="6211" actId="207"/>
          <ac:spMkLst>
            <pc:docMk/>
            <pc:sldMk cId="2760245237" sldId="272"/>
            <ac:spMk id="29" creationId="{A80D0D1D-8CF1-43CF-98B0-4AB6B6A3CA8B}"/>
          </ac:spMkLst>
        </pc:spChg>
        <pc:spChg chg="mod">
          <ac:chgData name="varitsara monsiri" userId="d21832565e14aca8" providerId="LiveId" clId="{E9DC6723-9FC9-431B-87EA-16B4388A27EF}" dt="2023-06-30T11:12:23.999" v="6210" actId="207"/>
          <ac:spMkLst>
            <pc:docMk/>
            <pc:sldMk cId="2760245237" sldId="272"/>
            <ac:spMk id="30" creationId="{EB85FB8E-10A8-4694-B08D-2E58C9C2B7E5}"/>
          </ac:spMkLst>
        </pc:spChg>
        <pc:spChg chg="mod">
          <ac:chgData name="varitsara monsiri" userId="d21832565e14aca8" providerId="LiveId" clId="{E9DC6723-9FC9-431B-87EA-16B4388A27EF}" dt="2023-06-30T11:12:31.853" v="6212" actId="207"/>
          <ac:spMkLst>
            <pc:docMk/>
            <pc:sldMk cId="2760245237" sldId="272"/>
            <ac:spMk id="31" creationId="{40C4F134-5BA2-4395-86DD-53848843FB9E}"/>
          </ac:spMkLst>
        </pc:spChg>
        <pc:spChg chg="mod">
          <ac:chgData name="varitsara monsiri" userId="d21832565e14aca8" providerId="LiveId" clId="{E9DC6723-9FC9-431B-87EA-16B4388A27EF}" dt="2023-06-30T11:12:36.313" v="6213" actId="207"/>
          <ac:spMkLst>
            <pc:docMk/>
            <pc:sldMk cId="2760245237" sldId="272"/>
            <ac:spMk id="32" creationId="{DEC43A5E-560A-45AA-9D40-978A96F5F4FA}"/>
          </ac:spMkLst>
        </pc:spChg>
        <pc:spChg chg="mod">
          <ac:chgData name="varitsara monsiri" userId="d21832565e14aca8" providerId="LiveId" clId="{E9DC6723-9FC9-431B-87EA-16B4388A27EF}" dt="2023-06-30T11:13:49.862" v="6214"/>
          <ac:spMkLst>
            <pc:docMk/>
            <pc:sldMk cId="2760245237" sldId="272"/>
            <ac:spMk id="34" creationId="{1AF89C81-6616-4E4C-B1DE-3869AB8A8BB0}"/>
          </ac:spMkLst>
        </pc:spChg>
        <pc:spChg chg="mod">
          <ac:chgData name="varitsara monsiri" userId="d21832565e14aca8" providerId="LiveId" clId="{E9DC6723-9FC9-431B-87EA-16B4388A27EF}" dt="2023-06-30T11:13:49.862" v="6214"/>
          <ac:spMkLst>
            <pc:docMk/>
            <pc:sldMk cId="2760245237" sldId="272"/>
            <ac:spMk id="35" creationId="{4F1174DC-0CAE-418A-85AB-12D41135CD83}"/>
          </ac:spMkLst>
        </pc:spChg>
        <pc:spChg chg="mod">
          <ac:chgData name="varitsara monsiri" userId="d21832565e14aca8" providerId="LiveId" clId="{E9DC6723-9FC9-431B-87EA-16B4388A27EF}" dt="2023-06-30T11:13:49.862" v="6214"/>
          <ac:spMkLst>
            <pc:docMk/>
            <pc:sldMk cId="2760245237" sldId="272"/>
            <ac:spMk id="36" creationId="{DC9D183A-3FC4-41F3-BEEA-7EC5DA368B5D}"/>
          </ac:spMkLst>
        </pc:spChg>
        <pc:spChg chg="mod">
          <ac:chgData name="varitsara monsiri" userId="d21832565e14aca8" providerId="LiveId" clId="{E9DC6723-9FC9-431B-87EA-16B4388A27EF}" dt="2023-06-30T11:13:49.862" v="6214"/>
          <ac:spMkLst>
            <pc:docMk/>
            <pc:sldMk cId="2760245237" sldId="272"/>
            <ac:spMk id="37" creationId="{FBFC288D-7759-47B0-9F0A-48BEE8DD464B}"/>
          </ac:spMkLst>
        </pc:spChg>
        <pc:spChg chg="mod">
          <ac:chgData name="varitsara monsiri" userId="d21832565e14aca8" providerId="LiveId" clId="{E9DC6723-9FC9-431B-87EA-16B4388A27EF}" dt="2023-06-30T11:13:49.862" v="6214"/>
          <ac:spMkLst>
            <pc:docMk/>
            <pc:sldMk cId="2760245237" sldId="272"/>
            <ac:spMk id="38" creationId="{2BF89611-CD77-4344-90DB-19CF023D1E9A}"/>
          </ac:spMkLst>
        </pc:spChg>
        <pc:spChg chg="mod">
          <ac:chgData name="varitsara monsiri" userId="d21832565e14aca8" providerId="LiveId" clId="{E9DC6723-9FC9-431B-87EA-16B4388A27EF}" dt="2023-06-30T11:13:49.862" v="6214"/>
          <ac:spMkLst>
            <pc:docMk/>
            <pc:sldMk cId="2760245237" sldId="272"/>
            <ac:spMk id="39" creationId="{39FD1045-87C4-47D9-8985-90216BC2AB4F}"/>
          </ac:spMkLst>
        </pc:spChg>
        <pc:spChg chg="mod">
          <ac:chgData name="varitsara monsiri" userId="d21832565e14aca8" providerId="LiveId" clId="{E9DC6723-9FC9-431B-87EA-16B4388A27EF}" dt="2023-06-30T11:13:49.862" v="6214"/>
          <ac:spMkLst>
            <pc:docMk/>
            <pc:sldMk cId="2760245237" sldId="272"/>
            <ac:spMk id="40" creationId="{6DB9505A-51FE-4168-9DF0-624BD4C51D55}"/>
          </ac:spMkLst>
        </pc:spChg>
        <pc:spChg chg="mod">
          <ac:chgData name="varitsara monsiri" userId="d21832565e14aca8" providerId="LiveId" clId="{E9DC6723-9FC9-431B-87EA-16B4388A27EF}" dt="2023-06-30T11:13:49.862" v="6214"/>
          <ac:spMkLst>
            <pc:docMk/>
            <pc:sldMk cId="2760245237" sldId="272"/>
            <ac:spMk id="41" creationId="{39AD0C48-01CD-4AD0-B83D-2F183E8B41AA}"/>
          </ac:spMkLst>
        </pc:spChg>
        <pc:spChg chg="mod">
          <ac:chgData name="varitsara monsiri" userId="d21832565e14aca8" providerId="LiveId" clId="{E9DC6723-9FC9-431B-87EA-16B4388A27EF}" dt="2023-06-30T11:13:49.862" v="6214"/>
          <ac:spMkLst>
            <pc:docMk/>
            <pc:sldMk cId="2760245237" sldId="272"/>
            <ac:spMk id="42" creationId="{62648131-1681-475D-8AF9-E08BAC0F6692}"/>
          </ac:spMkLst>
        </pc:spChg>
        <pc:spChg chg="mod">
          <ac:chgData name="varitsara monsiri" userId="d21832565e14aca8" providerId="LiveId" clId="{E9DC6723-9FC9-431B-87EA-16B4388A27EF}" dt="2023-06-30T11:13:49.862" v="6214"/>
          <ac:spMkLst>
            <pc:docMk/>
            <pc:sldMk cId="2760245237" sldId="272"/>
            <ac:spMk id="44" creationId="{E8FF4473-880E-43D5-953A-020D8A841F6B}"/>
          </ac:spMkLst>
        </pc:spChg>
        <pc:spChg chg="mod">
          <ac:chgData name="varitsara monsiri" userId="d21832565e14aca8" providerId="LiveId" clId="{E9DC6723-9FC9-431B-87EA-16B4388A27EF}" dt="2023-06-30T11:13:49.862" v="6214"/>
          <ac:spMkLst>
            <pc:docMk/>
            <pc:sldMk cId="2760245237" sldId="272"/>
            <ac:spMk id="45" creationId="{F16A89BC-303C-44D4-9AE3-79D6412AD5EB}"/>
          </ac:spMkLst>
        </pc:spChg>
        <pc:spChg chg="mod">
          <ac:chgData name="varitsara monsiri" userId="d21832565e14aca8" providerId="LiveId" clId="{E9DC6723-9FC9-431B-87EA-16B4388A27EF}" dt="2023-06-30T11:13:49.862" v="6214"/>
          <ac:spMkLst>
            <pc:docMk/>
            <pc:sldMk cId="2760245237" sldId="272"/>
            <ac:spMk id="46" creationId="{CBC22F9C-32D4-4B22-8399-3DCF5AB1AC35}"/>
          </ac:spMkLst>
        </pc:spChg>
        <pc:spChg chg="mod">
          <ac:chgData name="varitsara monsiri" userId="d21832565e14aca8" providerId="LiveId" clId="{E9DC6723-9FC9-431B-87EA-16B4388A27EF}" dt="2023-06-30T11:13:49.862" v="6214"/>
          <ac:spMkLst>
            <pc:docMk/>
            <pc:sldMk cId="2760245237" sldId="272"/>
            <ac:spMk id="47" creationId="{E9BD2C0B-D898-4E54-8DB8-6B4DA9F0B336}"/>
          </ac:spMkLst>
        </pc:spChg>
        <pc:spChg chg="add mod">
          <ac:chgData name="varitsara monsiri" userId="d21832565e14aca8" providerId="LiveId" clId="{E9DC6723-9FC9-431B-87EA-16B4388A27EF}" dt="2023-06-30T11:15:35.588" v="6254" actId="164"/>
          <ac:spMkLst>
            <pc:docMk/>
            <pc:sldMk cId="2760245237" sldId="272"/>
            <ac:spMk id="48" creationId="{EAC832E2-0F3F-4578-A9C7-ACB7E47FADEB}"/>
          </ac:spMkLst>
        </pc:spChg>
        <pc:spChg chg="add mod">
          <ac:chgData name="varitsara monsiri" userId="d21832565e14aca8" providerId="LiveId" clId="{E9DC6723-9FC9-431B-87EA-16B4388A27EF}" dt="2023-06-30T11:15:35.588" v="6254" actId="164"/>
          <ac:spMkLst>
            <pc:docMk/>
            <pc:sldMk cId="2760245237" sldId="272"/>
            <ac:spMk id="49" creationId="{667DBE4A-17A1-4A4D-82B1-2B91EA87244D}"/>
          </ac:spMkLst>
        </pc:spChg>
        <pc:spChg chg="add del mod">
          <ac:chgData name="varitsara monsiri" userId="d21832565e14aca8" providerId="LiveId" clId="{E9DC6723-9FC9-431B-87EA-16B4388A27EF}" dt="2023-06-30T11:58:58.026" v="7177"/>
          <ac:spMkLst>
            <pc:docMk/>
            <pc:sldMk cId="2760245237" sldId="272"/>
            <ac:spMk id="51" creationId="{B133EB53-47E3-43DB-8F3B-5BCE82D74489}"/>
          </ac:spMkLst>
        </pc:spChg>
        <pc:spChg chg="add del mod">
          <ac:chgData name="varitsara monsiri" userId="d21832565e14aca8" providerId="LiveId" clId="{E9DC6723-9FC9-431B-87EA-16B4388A27EF}" dt="2023-06-30T11:59:16.409" v="7182"/>
          <ac:spMkLst>
            <pc:docMk/>
            <pc:sldMk cId="2760245237" sldId="272"/>
            <ac:spMk id="52" creationId="{30EB93C0-9D61-4C8F-914F-3D4F393AFAF0}"/>
          </ac:spMkLst>
        </pc:spChg>
        <pc:spChg chg="add del">
          <ac:chgData name="varitsara monsiri" userId="d21832565e14aca8" providerId="LiveId" clId="{E9DC6723-9FC9-431B-87EA-16B4388A27EF}" dt="2023-06-30T11:58:58.026" v="7177"/>
          <ac:spMkLst>
            <pc:docMk/>
            <pc:sldMk cId="2760245237" sldId="272"/>
            <ac:spMk id="53" creationId="{2284BE57-CAAB-456E-A990-65329DFCDFA7}"/>
          </ac:spMkLst>
        </pc:spChg>
        <pc:spChg chg="mod">
          <ac:chgData name="varitsara monsiri" userId="d21832565e14aca8" providerId="LiveId" clId="{E9DC6723-9FC9-431B-87EA-16B4388A27EF}" dt="2023-06-30T11:59:04.756" v="7180" actId="207"/>
          <ac:spMkLst>
            <pc:docMk/>
            <pc:sldMk cId="2760245237" sldId="272"/>
            <ac:spMk id="54" creationId="{A136C5AF-41A9-44BB-83FB-C6B02B9FCC1B}"/>
          </ac:spMkLst>
        </pc:spChg>
        <pc:spChg chg="del mod">
          <ac:chgData name="varitsara monsiri" userId="d21832565e14aca8" providerId="LiveId" clId="{E9DC6723-9FC9-431B-87EA-16B4388A27EF}" dt="2023-06-30T11:59:00.425" v="7178" actId="478"/>
          <ac:spMkLst>
            <pc:docMk/>
            <pc:sldMk cId="2760245237" sldId="272"/>
            <ac:spMk id="55" creationId="{29638980-DA51-4243-AB28-46B368BAFC7F}"/>
          </ac:spMkLst>
        </pc:spChg>
        <pc:spChg chg="del mod">
          <ac:chgData name="varitsara monsiri" userId="d21832565e14aca8" providerId="LiveId" clId="{E9DC6723-9FC9-431B-87EA-16B4388A27EF}" dt="2023-06-30T11:59:00.425" v="7178" actId="478"/>
          <ac:spMkLst>
            <pc:docMk/>
            <pc:sldMk cId="2760245237" sldId="272"/>
            <ac:spMk id="56" creationId="{7F1E833B-3199-4FE5-AE7F-60A1C3E43785}"/>
          </ac:spMkLst>
        </pc:spChg>
        <pc:spChg chg="add del">
          <ac:chgData name="varitsara monsiri" userId="d21832565e14aca8" providerId="LiveId" clId="{E9DC6723-9FC9-431B-87EA-16B4388A27EF}" dt="2023-06-30T11:59:16.409" v="7182"/>
          <ac:spMkLst>
            <pc:docMk/>
            <pc:sldMk cId="2760245237" sldId="272"/>
            <ac:spMk id="57" creationId="{6AEEDD3D-619B-4DA7-A12F-7729B7DC1053}"/>
          </ac:spMkLst>
        </pc:spChg>
        <pc:spChg chg="mod">
          <ac:chgData name="varitsara monsiri" userId="d21832565e14aca8" providerId="LiveId" clId="{E9DC6723-9FC9-431B-87EA-16B4388A27EF}" dt="2023-06-30T11:59:23.232" v="7184" actId="2085"/>
          <ac:spMkLst>
            <pc:docMk/>
            <pc:sldMk cId="2760245237" sldId="272"/>
            <ac:spMk id="58" creationId="{114B26FE-D6F2-4594-B0B2-B71213805634}"/>
          </ac:spMkLst>
        </pc:spChg>
        <pc:spChg chg="del mod">
          <ac:chgData name="varitsara monsiri" userId="d21832565e14aca8" providerId="LiveId" clId="{E9DC6723-9FC9-431B-87EA-16B4388A27EF}" dt="2023-06-30T11:59:18.641" v="7183" actId="478"/>
          <ac:spMkLst>
            <pc:docMk/>
            <pc:sldMk cId="2760245237" sldId="272"/>
            <ac:spMk id="59" creationId="{1A22A051-114C-4DFD-8425-F3B1181B4561}"/>
          </ac:spMkLst>
        </pc:spChg>
        <pc:spChg chg="del mod">
          <ac:chgData name="varitsara monsiri" userId="d21832565e14aca8" providerId="LiveId" clId="{E9DC6723-9FC9-431B-87EA-16B4388A27EF}" dt="2023-06-30T11:59:18.641" v="7183" actId="478"/>
          <ac:spMkLst>
            <pc:docMk/>
            <pc:sldMk cId="2760245237" sldId="272"/>
            <ac:spMk id="60" creationId="{3F3F3C08-6983-4D96-9836-401E7452D7F0}"/>
          </ac:spMkLst>
        </pc:spChg>
        <pc:grpChg chg="add del mod">
          <ac:chgData name="varitsara monsiri" userId="d21832565e14aca8" providerId="LiveId" clId="{E9DC6723-9FC9-431B-87EA-16B4388A27EF}" dt="2023-06-30T11:12:15.099" v="6208" actId="165"/>
          <ac:grpSpMkLst>
            <pc:docMk/>
            <pc:sldMk cId="2760245237" sldId="272"/>
            <ac:grpSpMk id="14" creationId="{492EE03A-C09F-422B-9844-E6F9A95C2DAF}"/>
          </ac:grpSpMkLst>
        </pc:grpChg>
        <pc:grpChg chg="mod topLvl">
          <ac:chgData name="varitsara monsiri" userId="d21832565e14aca8" providerId="LiveId" clId="{E9DC6723-9FC9-431B-87EA-16B4388A27EF}" dt="2023-06-30T11:15:35.588" v="6254" actId="164"/>
          <ac:grpSpMkLst>
            <pc:docMk/>
            <pc:sldMk cId="2760245237" sldId="272"/>
            <ac:grpSpMk id="15" creationId="{0C8B1C72-B8A5-4A4F-AB85-5C83AD7D7664}"/>
          </ac:grpSpMkLst>
        </pc:grpChg>
        <pc:grpChg chg="del mod topLvl">
          <ac:chgData name="varitsara monsiri" userId="d21832565e14aca8" providerId="LiveId" clId="{E9DC6723-9FC9-431B-87EA-16B4388A27EF}" dt="2023-06-30T11:12:18.189" v="6209" actId="478"/>
          <ac:grpSpMkLst>
            <pc:docMk/>
            <pc:sldMk cId="2760245237" sldId="272"/>
            <ac:grpSpMk id="18" creationId="{0D893390-1A69-4C5C-B383-C5E0E4C406CC}"/>
          </ac:grpSpMkLst>
        </pc:grpChg>
        <pc:grpChg chg="del mod topLvl">
          <ac:chgData name="varitsara monsiri" userId="d21832565e14aca8" providerId="LiveId" clId="{E9DC6723-9FC9-431B-87EA-16B4388A27EF}" dt="2023-06-30T11:12:18.189" v="6209" actId="478"/>
          <ac:grpSpMkLst>
            <pc:docMk/>
            <pc:sldMk cId="2760245237" sldId="272"/>
            <ac:grpSpMk id="19" creationId="{16CBF46D-DB5A-4903-998E-DA8B4EED3DF5}"/>
          </ac:grpSpMkLst>
        </pc:grpChg>
        <pc:grpChg chg="mod">
          <ac:chgData name="varitsara monsiri" userId="d21832565e14aca8" providerId="LiveId" clId="{E9DC6723-9FC9-431B-87EA-16B4388A27EF}" dt="2023-06-30T11:12:15.099" v="6208" actId="165"/>
          <ac:grpSpMkLst>
            <pc:docMk/>
            <pc:sldMk cId="2760245237" sldId="272"/>
            <ac:grpSpMk id="21" creationId="{7BA2E127-401E-4B68-813E-48F442347259}"/>
          </ac:grpSpMkLst>
        </pc:grpChg>
        <pc:grpChg chg="add mod">
          <ac:chgData name="varitsara monsiri" userId="d21832565e14aca8" providerId="LiveId" clId="{E9DC6723-9FC9-431B-87EA-16B4388A27EF}" dt="2023-06-30T11:15:35.588" v="6254" actId="164"/>
          <ac:grpSpMkLst>
            <pc:docMk/>
            <pc:sldMk cId="2760245237" sldId="272"/>
            <ac:grpSpMk id="33" creationId="{1A8C6433-2152-46D6-AA3A-29B7272F194B}"/>
          </ac:grpSpMkLst>
        </pc:grpChg>
        <pc:grpChg chg="add mod">
          <ac:chgData name="varitsara monsiri" userId="d21832565e14aca8" providerId="LiveId" clId="{E9DC6723-9FC9-431B-87EA-16B4388A27EF}" dt="2023-06-30T11:15:35.588" v="6254" actId="164"/>
          <ac:grpSpMkLst>
            <pc:docMk/>
            <pc:sldMk cId="2760245237" sldId="272"/>
            <ac:grpSpMk id="43" creationId="{3B1849E6-9221-4D14-96E1-B38ED50B91DA}"/>
          </ac:grpSpMkLst>
        </pc:grpChg>
        <pc:grpChg chg="add mod">
          <ac:chgData name="varitsara monsiri" userId="d21832565e14aca8" providerId="LiveId" clId="{E9DC6723-9FC9-431B-87EA-16B4388A27EF}" dt="2023-06-30T11:15:35.588" v="6254" actId="164"/>
          <ac:grpSpMkLst>
            <pc:docMk/>
            <pc:sldMk cId="2760245237" sldId="272"/>
            <ac:grpSpMk id="50" creationId="{2C85D7DC-559A-4AEC-ACCE-5C067B5D9024}"/>
          </ac:grpSpMkLst>
        </pc:grpChg>
      </pc:sldChg>
      <pc:sldChg chg="addSp delSp modSp new mod modClrScheme chgLayout">
        <pc:chgData name="varitsara monsiri" userId="d21832565e14aca8" providerId="LiveId" clId="{E9DC6723-9FC9-431B-87EA-16B4388A27EF}" dt="2023-06-30T11:58:37.600" v="7175" actId="164"/>
        <pc:sldMkLst>
          <pc:docMk/>
          <pc:sldMk cId="4074185660" sldId="273"/>
        </pc:sldMkLst>
        <pc:spChg chg="del">
          <ac:chgData name="varitsara monsiri" userId="d21832565e14aca8" providerId="LiveId" clId="{E9DC6723-9FC9-431B-87EA-16B4388A27EF}" dt="2023-06-30T06:43:56.885" v="3001" actId="700"/>
          <ac:spMkLst>
            <pc:docMk/>
            <pc:sldMk cId="4074185660" sldId="273"/>
            <ac:spMk id="2" creationId="{FD24DB67-4640-4651-A8B3-C12BC7ABFE1A}"/>
          </ac:spMkLst>
        </pc:spChg>
        <pc:spChg chg="del">
          <ac:chgData name="varitsara monsiri" userId="d21832565e14aca8" providerId="LiveId" clId="{E9DC6723-9FC9-431B-87EA-16B4388A27EF}" dt="2023-06-30T06:43:56.885" v="3001" actId="700"/>
          <ac:spMkLst>
            <pc:docMk/>
            <pc:sldMk cId="4074185660" sldId="273"/>
            <ac:spMk id="3" creationId="{2101232F-33DC-45E7-83B6-3CBEA3C3811D}"/>
          </ac:spMkLst>
        </pc:spChg>
        <pc:spChg chg="del mod topLvl">
          <ac:chgData name="varitsara monsiri" userId="d21832565e14aca8" providerId="LiveId" clId="{E9DC6723-9FC9-431B-87EA-16B4388A27EF}" dt="2023-06-30T11:58:10.822" v="7161"/>
          <ac:spMkLst>
            <pc:docMk/>
            <pc:sldMk cId="4074185660" sldId="273"/>
            <ac:spMk id="5" creationId="{5D1D7977-FFAB-4AD3-AD85-B4F0A22B7EDA}"/>
          </ac:spMkLst>
        </pc:spChg>
        <pc:spChg chg="del mod topLvl">
          <ac:chgData name="varitsara monsiri" userId="d21832565e14aca8" providerId="LiveId" clId="{E9DC6723-9FC9-431B-87EA-16B4388A27EF}" dt="2023-06-30T11:58:20.698" v="7167"/>
          <ac:spMkLst>
            <pc:docMk/>
            <pc:sldMk cId="4074185660" sldId="273"/>
            <ac:spMk id="6" creationId="{8173D46A-7D1D-4AD9-8BC9-135F2386B4B3}"/>
          </ac:spMkLst>
        </pc:spChg>
        <pc:spChg chg="del mod topLvl">
          <ac:chgData name="varitsara monsiri" userId="d21832565e14aca8" providerId="LiveId" clId="{E9DC6723-9FC9-431B-87EA-16B4388A27EF}" dt="2023-06-30T11:58:32.301" v="7173"/>
          <ac:spMkLst>
            <pc:docMk/>
            <pc:sldMk cId="4074185660" sldId="273"/>
            <ac:spMk id="7" creationId="{246B9308-7083-4D8E-A548-CF1B268228ED}"/>
          </ac:spMkLst>
        </pc:spChg>
        <pc:spChg chg="del mod topLvl">
          <ac:chgData name="varitsara monsiri" userId="d21832565e14aca8" providerId="LiveId" clId="{E9DC6723-9FC9-431B-87EA-16B4388A27EF}" dt="2023-06-30T11:58:34.910" v="7174" actId="478"/>
          <ac:spMkLst>
            <pc:docMk/>
            <pc:sldMk cId="4074185660" sldId="273"/>
            <ac:spMk id="8" creationId="{3F1163C6-45D6-45C6-A208-602783101AAB}"/>
          </ac:spMkLst>
        </pc:spChg>
        <pc:spChg chg="add del mod">
          <ac:chgData name="varitsara monsiri" userId="d21832565e14aca8" providerId="LiveId" clId="{E9DC6723-9FC9-431B-87EA-16B4388A27EF}" dt="2023-06-30T11:25:35.870" v="6416" actId="478"/>
          <ac:spMkLst>
            <pc:docMk/>
            <pc:sldMk cId="4074185660" sldId="273"/>
            <ac:spMk id="10" creationId="{11AFBE8E-6716-4ADD-89D9-E73B348761CF}"/>
          </ac:spMkLst>
        </pc:spChg>
        <pc:spChg chg="add mod">
          <ac:chgData name="varitsara monsiri" userId="d21832565e14aca8" providerId="LiveId" clId="{E9DC6723-9FC9-431B-87EA-16B4388A27EF}" dt="2023-06-30T11:25:29.754" v="6415" actId="1035"/>
          <ac:spMkLst>
            <pc:docMk/>
            <pc:sldMk cId="4074185660" sldId="273"/>
            <ac:spMk id="11" creationId="{CB0292FE-668A-4A2F-826A-6CC9D49DA48E}"/>
          </ac:spMkLst>
        </pc:spChg>
        <pc:spChg chg="add mod">
          <ac:chgData name="varitsara monsiri" userId="d21832565e14aca8" providerId="LiveId" clId="{E9DC6723-9FC9-431B-87EA-16B4388A27EF}" dt="2023-06-30T11:25:29.754" v="6415" actId="1035"/>
          <ac:spMkLst>
            <pc:docMk/>
            <pc:sldMk cId="4074185660" sldId="273"/>
            <ac:spMk id="12" creationId="{90BDE34F-7B04-4EE9-A988-79FD0CF3DE54}"/>
          </ac:spMkLst>
        </pc:spChg>
        <pc:spChg chg="add del mod">
          <ac:chgData name="varitsara monsiri" userId="d21832565e14aca8" providerId="LiveId" clId="{E9DC6723-9FC9-431B-87EA-16B4388A27EF}" dt="2023-06-30T11:58:10.822" v="7161"/>
          <ac:spMkLst>
            <pc:docMk/>
            <pc:sldMk cId="4074185660" sldId="273"/>
            <ac:spMk id="13" creationId="{D3E782D7-BA38-4104-A038-CE872998DE6D}"/>
          </ac:spMkLst>
        </pc:spChg>
        <pc:spChg chg="mod">
          <ac:chgData name="varitsara monsiri" userId="d21832565e14aca8" providerId="LiveId" clId="{E9DC6723-9FC9-431B-87EA-16B4388A27EF}" dt="2023-06-30T11:58:37.600" v="7175" actId="164"/>
          <ac:spMkLst>
            <pc:docMk/>
            <pc:sldMk cId="4074185660" sldId="273"/>
            <ac:spMk id="14" creationId="{0051B378-2322-41BE-9019-AC966227F133}"/>
          </ac:spMkLst>
        </pc:spChg>
        <pc:spChg chg="add del mod">
          <ac:chgData name="varitsara monsiri" userId="d21832565e14aca8" providerId="LiveId" clId="{E9DC6723-9FC9-431B-87EA-16B4388A27EF}" dt="2023-06-30T11:58:20.698" v="7167"/>
          <ac:spMkLst>
            <pc:docMk/>
            <pc:sldMk cId="4074185660" sldId="273"/>
            <ac:spMk id="15" creationId="{5B0612A8-DFAC-4B0E-ADA6-9C373BEA0033}"/>
          </ac:spMkLst>
        </pc:spChg>
        <pc:spChg chg="mod">
          <ac:chgData name="varitsara monsiri" userId="d21832565e14aca8" providerId="LiveId" clId="{E9DC6723-9FC9-431B-87EA-16B4388A27EF}" dt="2023-06-30T11:58:37.600" v="7175" actId="164"/>
          <ac:spMkLst>
            <pc:docMk/>
            <pc:sldMk cId="4074185660" sldId="273"/>
            <ac:spMk id="16" creationId="{A418C2DE-6199-4FC0-B953-FBB2D6C474E9}"/>
          </ac:spMkLst>
        </pc:spChg>
        <pc:spChg chg="add del mod">
          <ac:chgData name="varitsara monsiri" userId="d21832565e14aca8" providerId="LiveId" clId="{E9DC6723-9FC9-431B-87EA-16B4388A27EF}" dt="2023-06-30T11:58:32.301" v="7173"/>
          <ac:spMkLst>
            <pc:docMk/>
            <pc:sldMk cId="4074185660" sldId="273"/>
            <ac:spMk id="17" creationId="{2B866B10-9DEC-4336-BCB7-BFF704422DB5}"/>
          </ac:spMkLst>
        </pc:spChg>
        <pc:spChg chg="add mod">
          <ac:chgData name="varitsara monsiri" userId="d21832565e14aca8" providerId="LiveId" clId="{E9DC6723-9FC9-431B-87EA-16B4388A27EF}" dt="2023-06-30T11:58:27.589" v="7172" actId="571"/>
          <ac:spMkLst>
            <pc:docMk/>
            <pc:sldMk cId="4074185660" sldId="273"/>
            <ac:spMk id="18" creationId="{77D8F9FD-58FB-4491-964A-F7506C302468}"/>
          </ac:spMkLst>
        </pc:spChg>
        <pc:spChg chg="add mod">
          <ac:chgData name="varitsara monsiri" userId="d21832565e14aca8" providerId="LiveId" clId="{E9DC6723-9FC9-431B-87EA-16B4388A27EF}" dt="2023-06-30T11:58:27.589" v="7172" actId="571"/>
          <ac:spMkLst>
            <pc:docMk/>
            <pc:sldMk cId="4074185660" sldId="273"/>
            <ac:spMk id="19" creationId="{0B0D46DE-D5C2-491B-ADEE-0ECD1FA5958B}"/>
          </ac:spMkLst>
        </pc:spChg>
        <pc:spChg chg="mod">
          <ac:chgData name="varitsara monsiri" userId="d21832565e14aca8" providerId="LiveId" clId="{E9DC6723-9FC9-431B-87EA-16B4388A27EF}" dt="2023-06-30T11:58:37.600" v="7175" actId="164"/>
          <ac:spMkLst>
            <pc:docMk/>
            <pc:sldMk cId="4074185660" sldId="273"/>
            <ac:spMk id="20" creationId="{C1EC9AFE-130D-4942-BC7F-8BF917BD991A}"/>
          </ac:spMkLst>
        </pc:spChg>
        <pc:grpChg chg="add del mod">
          <ac:chgData name="varitsara monsiri" userId="d21832565e14aca8" providerId="LiveId" clId="{E9DC6723-9FC9-431B-87EA-16B4388A27EF}" dt="2023-06-30T11:57:49.147" v="7154" actId="165"/>
          <ac:grpSpMkLst>
            <pc:docMk/>
            <pc:sldMk cId="4074185660" sldId="273"/>
            <ac:grpSpMk id="4" creationId="{1E33C945-B5C0-4234-A0AF-8D4530D40E02}"/>
          </ac:grpSpMkLst>
        </pc:grpChg>
        <pc:grpChg chg="add mod">
          <ac:chgData name="varitsara monsiri" userId="d21832565e14aca8" providerId="LiveId" clId="{E9DC6723-9FC9-431B-87EA-16B4388A27EF}" dt="2023-06-30T11:58:37.600" v="7175" actId="164"/>
          <ac:grpSpMkLst>
            <pc:docMk/>
            <pc:sldMk cId="4074185660" sldId="273"/>
            <ac:grpSpMk id="21" creationId="{7F088ACB-E905-4F34-B7B7-A9583AC6D85E}"/>
          </ac:grpSpMkLst>
        </pc:grpChg>
        <pc:graphicFrameChg chg="add mod">
          <ac:chgData name="varitsara monsiri" userId="d21832565e14aca8" providerId="LiveId" clId="{E9DC6723-9FC9-431B-87EA-16B4388A27EF}" dt="2023-06-30T11:25:13.465" v="6395" actId="14100"/>
          <ac:graphicFrameMkLst>
            <pc:docMk/>
            <pc:sldMk cId="4074185660" sldId="273"/>
            <ac:graphicFrameMk id="9" creationId="{0EB9F53D-3B86-45C2-8F68-8F245ACA3E37}"/>
          </ac:graphicFrameMkLst>
        </pc:graphicFrameChg>
      </pc:sldChg>
      <pc:sldChg chg="addSp delSp modSp new mod modClrScheme chgLayout">
        <pc:chgData name="varitsara monsiri" userId="d21832565e14aca8" providerId="LiveId" clId="{E9DC6723-9FC9-431B-87EA-16B4388A27EF}" dt="2023-06-30T11:56:53.380" v="7145" actId="164"/>
        <pc:sldMkLst>
          <pc:docMk/>
          <pc:sldMk cId="1943114491" sldId="274"/>
        </pc:sldMkLst>
        <pc:spChg chg="del">
          <ac:chgData name="varitsara monsiri" userId="d21832565e14aca8" providerId="LiveId" clId="{E9DC6723-9FC9-431B-87EA-16B4388A27EF}" dt="2023-06-30T06:44:00.694" v="3002" actId="700"/>
          <ac:spMkLst>
            <pc:docMk/>
            <pc:sldMk cId="1943114491" sldId="274"/>
            <ac:spMk id="2" creationId="{01466357-F162-4B10-85FC-2058A0D6B67A}"/>
          </ac:spMkLst>
        </pc:spChg>
        <pc:spChg chg="del">
          <ac:chgData name="varitsara monsiri" userId="d21832565e14aca8" providerId="LiveId" clId="{E9DC6723-9FC9-431B-87EA-16B4388A27EF}" dt="2023-06-30T06:44:00.694" v="3002" actId="700"/>
          <ac:spMkLst>
            <pc:docMk/>
            <pc:sldMk cId="1943114491" sldId="274"/>
            <ac:spMk id="3" creationId="{254FDA62-CD26-4A6A-B0AC-D8F12208EFE3}"/>
          </ac:spMkLst>
        </pc:spChg>
        <pc:spChg chg="add mod">
          <ac:chgData name="varitsara monsiri" userId="d21832565e14aca8" providerId="LiveId" clId="{E9DC6723-9FC9-431B-87EA-16B4388A27EF}" dt="2023-06-30T11:29:44.433" v="6425" actId="20577"/>
          <ac:spMkLst>
            <pc:docMk/>
            <pc:sldMk cId="1943114491" sldId="274"/>
            <ac:spMk id="4" creationId="{156AC006-7A92-4027-8042-FAEA7E1FFB04}"/>
          </ac:spMkLst>
        </pc:spChg>
        <pc:spChg chg="add mod">
          <ac:chgData name="varitsara monsiri" userId="d21832565e14aca8" providerId="LiveId" clId="{E9DC6723-9FC9-431B-87EA-16B4388A27EF}" dt="2023-06-30T11:29:36.170" v="6423" actId="20577"/>
          <ac:spMkLst>
            <pc:docMk/>
            <pc:sldMk cId="1943114491" sldId="274"/>
            <ac:spMk id="5" creationId="{F6A4FF3E-1687-4D0C-A8D2-308B4BFDB6E4}"/>
          </ac:spMkLst>
        </pc:spChg>
        <pc:spChg chg="add mod">
          <ac:chgData name="varitsara monsiri" userId="d21832565e14aca8" providerId="LiveId" clId="{E9DC6723-9FC9-431B-87EA-16B4388A27EF}" dt="2023-06-30T11:30:11.763" v="6433" actId="20577"/>
          <ac:spMkLst>
            <pc:docMk/>
            <pc:sldMk cId="1943114491" sldId="274"/>
            <ac:spMk id="6" creationId="{28D308D2-5112-4D07-80A9-6F13F2F8232D}"/>
          </ac:spMkLst>
        </pc:spChg>
        <pc:spChg chg="add mod">
          <ac:chgData name="varitsara monsiri" userId="d21832565e14aca8" providerId="LiveId" clId="{E9DC6723-9FC9-431B-87EA-16B4388A27EF}" dt="2023-06-30T11:29:54.669" v="6427" actId="20577"/>
          <ac:spMkLst>
            <pc:docMk/>
            <pc:sldMk cId="1943114491" sldId="274"/>
            <ac:spMk id="7" creationId="{EDF5C6BC-BAFD-4A9E-ACC4-5039DED1D955}"/>
          </ac:spMkLst>
        </pc:spChg>
        <pc:spChg chg="add mod">
          <ac:chgData name="varitsara monsiri" userId="d21832565e14aca8" providerId="LiveId" clId="{E9DC6723-9FC9-431B-87EA-16B4388A27EF}" dt="2023-06-30T11:30:13.739" v="6435" actId="20577"/>
          <ac:spMkLst>
            <pc:docMk/>
            <pc:sldMk cId="1943114491" sldId="274"/>
            <ac:spMk id="8" creationId="{0719DB82-379C-4179-8A2B-2371EC61F834}"/>
          </ac:spMkLst>
        </pc:spChg>
        <pc:spChg chg="add mod">
          <ac:chgData name="varitsara monsiri" userId="d21832565e14aca8" providerId="LiveId" clId="{E9DC6723-9FC9-431B-87EA-16B4388A27EF}" dt="2023-06-30T11:29:56.849" v="6429" actId="20577"/>
          <ac:spMkLst>
            <pc:docMk/>
            <pc:sldMk cId="1943114491" sldId="274"/>
            <ac:spMk id="9" creationId="{F03A4F20-903C-4F26-ADE2-CB941EE4B480}"/>
          </ac:spMkLst>
        </pc:spChg>
        <pc:spChg chg="add mod">
          <ac:chgData name="varitsara monsiri" userId="d21832565e14aca8" providerId="LiveId" clId="{E9DC6723-9FC9-431B-87EA-16B4388A27EF}" dt="2023-06-30T11:30:15.826" v="6437" actId="20577"/>
          <ac:spMkLst>
            <pc:docMk/>
            <pc:sldMk cId="1943114491" sldId="274"/>
            <ac:spMk id="10" creationId="{D20E8B31-93E6-4FD9-8C3E-5B43BF99D040}"/>
          </ac:spMkLst>
        </pc:spChg>
        <pc:spChg chg="add mod">
          <ac:chgData name="varitsara monsiri" userId="d21832565e14aca8" providerId="LiveId" clId="{E9DC6723-9FC9-431B-87EA-16B4388A27EF}" dt="2023-06-30T11:29:58.957" v="6431" actId="20577"/>
          <ac:spMkLst>
            <pc:docMk/>
            <pc:sldMk cId="1943114491" sldId="274"/>
            <ac:spMk id="11" creationId="{5F6157F6-16E9-40FF-8ABB-51E54105DC1C}"/>
          </ac:spMkLst>
        </pc:spChg>
        <pc:spChg chg="mod">
          <ac:chgData name="varitsara monsiri" userId="d21832565e14aca8" providerId="LiveId" clId="{E9DC6723-9FC9-431B-87EA-16B4388A27EF}" dt="2023-06-30T11:33:39.375" v="6462" actId="692"/>
          <ac:spMkLst>
            <pc:docMk/>
            <pc:sldMk cId="1943114491" sldId="274"/>
            <ac:spMk id="16" creationId="{E8BD0A4F-5BB7-4031-B7B4-9F34250CC61C}"/>
          </ac:spMkLst>
        </pc:spChg>
        <pc:spChg chg="mod">
          <ac:chgData name="varitsara monsiri" userId="d21832565e14aca8" providerId="LiveId" clId="{E9DC6723-9FC9-431B-87EA-16B4388A27EF}" dt="2023-06-30T11:33:39.375" v="6462" actId="692"/>
          <ac:spMkLst>
            <pc:docMk/>
            <pc:sldMk cId="1943114491" sldId="274"/>
            <ac:spMk id="17" creationId="{9BB9C7AE-1DEC-45A5-94D7-770A4B3585A4}"/>
          </ac:spMkLst>
        </pc:spChg>
        <pc:spChg chg="mod">
          <ac:chgData name="varitsara monsiri" userId="d21832565e14aca8" providerId="LiveId" clId="{E9DC6723-9FC9-431B-87EA-16B4388A27EF}" dt="2023-06-30T11:33:39.375" v="6462" actId="692"/>
          <ac:spMkLst>
            <pc:docMk/>
            <pc:sldMk cId="1943114491" sldId="274"/>
            <ac:spMk id="18" creationId="{46603BAE-C80D-439A-919A-200719C321E2}"/>
          </ac:spMkLst>
        </pc:spChg>
        <pc:spChg chg="mod">
          <ac:chgData name="varitsara monsiri" userId="d21832565e14aca8" providerId="LiveId" clId="{E9DC6723-9FC9-431B-87EA-16B4388A27EF}" dt="2023-06-30T11:33:39.375" v="6462" actId="692"/>
          <ac:spMkLst>
            <pc:docMk/>
            <pc:sldMk cId="1943114491" sldId="274"/>
            <ac:spMk id="19" creationId="{2760DA4A-E7F4-494E-A652-D13A0C212742}"/>
          </ac:spMkLst>
        </pc:spChg>
        <pc:spChg chg="mod">
          <ac:chgData name="varitsara monsiri" userId="d21832565e14aca8" providerId="LiveId" clId="{E9DC6723-9FC9-431B-87EA-16B4388A27EF}" dt="2023-06-30T11:33:39.375" v="6462" actId="692"/>
          <ac:spMkLst>
            <pc:docMk/>
            <pc:sldMk cId="1943114491" sldId="274"/>
            <ac:spMk id="20" creationId="{DEDF00DB-5977-41FC-B693-533BF9BEE8A7}"/>
          </ac:spMkLst>
        </pc:spChg>
        <pc:spChg chg="mod">
          <ac:chgData name="varitsara monsiri" userId="d21832565e14aca8" providerId="LiveId" clId="{E9DC6723-9FC9-431B-87EA-16B4388A27EF}" dt="2023-06-30T11:33:39.375" v="6462" actId="692"/>
          <ac:spMkLst>
            <pc:docMk/>
            <pc:sldMk cId="1943114491" sldId="274"/>
            <ac:spMk id="21" creationId="{88FDCF85-B8B4-489B-9518-266C88DBBE7F}"/>
          </ac:spMkLst>
        </pc:spChg>
        <pc:spChg chg="mod">
          <ac:chgData name="varitsara monsiri" userId="d21832565e14aca8" providerId="LiveId" clId="{E9DC6723-9FC9-431B-87EA-16B4388A27EF}" dt="2023-06-30T11:33:39.375" v="6462" actId="692"/>
          <ac:spMkLst>
            <pc:docMk/>
            <pc:sldMk cId="1943114491" sldId="274"/>
            <ac:spMk id="22" creationId="{C4250C1F-A058-4891-A62C-1950827B0B9A}"/>
          </ac:spMkLst>
        </pc:spChg>
        <pc:spChg chg="mod">
          <ac:chgData name="varitsara monsiri" userId="d21832565e14aca8" providerId="LiveId" clId="{E9DC6723-9FC9-431B-87EA-16B4388A27EF}" dt="2023-06-30T11:33:39.375" v="6462" actId="692"/>
          <ac:spMkLst>
            <pc:docMk/>
            <pc:sldMk cId="1943114491" sldId="274"/>
            <ac:spMk id="23" creationId="{2C195DB1-5A31-4E72-B3F9-1E9FEE15ECE9}"/>
          </ac:spMkLst>
        </pc:spChg>
        <pc:spChg chg="mod">
          <ac:chgData name="varitsara monsiri" userId="d21832565e14aca8" providerId="LiveId" clId="{E9DC6723-9FC9-431B-87EA-16B4388A27EF}" dt="2023-06-30T11:33:39.375" v="6462" actId="692"/>
          <ac:spMkLst>
            <pc:docMk/>
            <pc:sldMk cId="1943114491" sldId="274"/>
            <ac:spMk id="25" creationId="{1896EE2A-5B25-4482-B14B-B8CBA623F987}"/>
          </ac:spMkLst>
        </pc:spChg>
        <pc:spChg chg="mod">
          <ac:chgData name="varitsara monsiri" userId="d21832565e14aca8" providerId="LiveId" clId="{E9DC6723-9FC9-431B-87EA-16B4388A27EF}" dt="2023-06-30T11:33:39.375" v="6462" actId="692"/>
          <ac:spMkLst>
            <pc:docMk/>
            <pc:sldMk cId="1943114491" sldId="274"/>
            <ac:spMk id="26" creationId="{E8B65443-EC86-48DB-A289-D719FEEDD7D6}"/>
          </ac:spMkLst>
        </pc:spChg>
        <pc:spChg chg="mod">
          <ac:chgData name="varitsara monsiri" userId="d21832565e14aca8" providerId="LiveId" clId="{E9DC6723-9FC9-431B-87EA-16B4388A27EF}" dt="2023-06-30T11:33:39.375" v="6462" actId="692"/>
          <ac:spMkLst>
            <pc:docMk/>
            <pc:sldMk cId="1943114491" sldId="274"/>
            <ac:spMk id="27" creationId="{E29C2539-FD29-4052-9DF9-BDB9405E3FE7}"/>
          </ac:spMkLst>
        </pc:spChg>
        <pc:spChg chg="mod">
          <ac:chgData name="varitsara monsiri" userId="d21832565e14aca8" providerId="LiveId" clId="{E9DC6723-9FC9-431B-87EA-16B4388A27EF}" dt="2023-06-30T11:33:39.375" v="6462" actId="692"/>
          <ac:spMkLst>
            <pc:docMk/>
            <pc:sldMk cId="1943114491" sldId="274"/>
            <ac:spMk id="28" creationId="{14BCFA45-2A10-4857-A4DB-ECF5DBEA7421}"/>
          </ac:spMkLst>
        </pc:spChg>
        <pc:spChg chg="mod">
          <ac:chgData name="varitsara monsiri" userId="d21832565e14aca8" providerId="LiveId" clId="{E9DC6723-9FC9-431B-87EA-16B4388A27EF}" dt="2023-06-30T11:33:39.375" v="6462" actId="692"/>
          <ac:spMkLst>
            <pc:docMk/>
            <pc:sldMk cId="1943114491" sldId="274"/>
            <ac:spMk id="29" creationId="{0FA93688-E552-4BCD-8E3C-49073B64CA2D}"/>
          </ac:spMkLst>
        </pc:spChg>
        <pc:spChg chg="mod">
          <ac:chgData name="varitsara monsiri" userId="d21832565e14aca8" providerId="LiveId" clId="{E9DC6723-9FC9-431B-87EA-16B4388A27EF}" dt="2023-06-30T11:33:39.375" v="6462" actId="692"/>
          <ac:spMkLst>
            <pc:docMk/>
            <pc:sldMk cId="1943114491" sldId="274"/>
            <ac:spMk id="30" creationId="{C9E9249B-915C-4D1A-8345-4218551FDA59}"/>
          </ac:spMkLst>
        </pc:spChg>
        <pc:spChg chg="mod">
          <ac:chgData name="varitsara monsiri" userId="d21832565e14aca8" providerId="LiveId" clId="{E9DC6723-9FC9-431B-87EA-16B4388A27EF}" dt="2023-06-30T11:33:39.375" v="6462" actId="692"/>
          <ac:spMkLst>
            <pc:docMk/>
            <pc:sldMk cId="1943114491" sldId="274"/>
            <ac:spMk id="31" creationId="{C57C7C5F-F0D6-468A-BE00-049A2500D5F7}"/>
          </ac:spMkLst>
        </pc:spChg>
        <pc:spChg chg="mod">
          <ac:chgData name="varitsara monsiri" userId="d21832565e14aca8" providerId="LiveId" clId="{E9DC6723-9FC9-431B-87EA-16B4388A27EF}" dt="2023-06-30T11:33:39.375" v="6462" actId="692"/>
          <ac:spMkLst>
            <pc:docMk/>
            <pc:sldMk cId="1943114491" sldId="274"/>
            <ac:spMk id="32" creationId="{5831F5D8-AFE1-4146-A40B-8E21217EBB64}"/>
          </ac:spMkLst>
        </pc:spChg>
        <pc:spChg chg="mod">
          <ac:chgData name="varitsara monsiri" userId="d21832565e14aca8" providerId="LiveId" clId="{E9DC6723-9FC9-431B-87EA-16B4388A27EF}" dt="2023-06-30T11:33:39.375" v="6462" actId="692"/>
          <ac:spMkLst>
            <pc:docMk/>
            <pc:sldMk cId="1943114491" sldId="274"/>
            <ac:spMk id="33" creationId="{726C03F9-6EB0-4D74-8008-1FD2DE85B321}"/>
          </ac:spMkLst>
        </pc:spChg>
        <pc:spChg chg="mod">
          <ac:chgData name="varitsara monsiri" userId="d21832565e14aca8" providerId="LiveId" clId="{E9DC6723-9FC9-431B-87EA-16B4388A27EF}" dt="2023-06-30T11:33:39.375" v="6462" actId="692"/>
          <ac:spMkLst>
            <pc:docMk/>
            <pc:sldMk cId="1943114491" sldId="274"/>
            <ac:spMk id="35" creationId="{6B903669-397A-498F-921C-900A7BD74999}"/>
          </ac:spMkLst>
        </pc:spChg>
        <pc:spChg chg="mod">
          <ac:chgData name="varitsara monsiri" userId="d21832565e14aca8" providerId="LiveId" clId="{E9DC6723-9FC9-431B-87EA-16B4388A27EF}" dt="2023-06-30T11:33:39.375" v="6462" actId="692"/>
          <ac:spMkLst>
            <pc:docMk/>
            <pc:sldMk cId="1943114491" sldId="274"/>
            <ac:spMk id="36" creationId="{D46A6626-3C8A-49C7-90BD-161D2C2D6202}"/>
          </ac:spMkLst>
        </pc:spChg>
        <pc:spChg chg="mod">
          <ac:chgData name="varitsara monsiri" userId="d21832565e14aca8" providerId="LiveId" clId="{E9DC6723-9FC9-431B-87EA-16B4388A27EF}" dt="2023-06-30T11:33:39.375" v="6462" actId="692"/>
          <ac:spMkLst>
            <pc:docMk/>
            <pc:sldMk cId="1943114491" sldId="274"/>
            <ac:spMk id="37" creationId="{90591195-09A7-4DD3-BCA5-24922DD0F832}"/>
          </ac:spMkLst>
        </pc:spChg>
        <pc:spChg chg="mod">
          <ac:chgData name="varitsara monsiri" userId="d21832565e14aca8" providerId="LiveId" clId="{E9DC6723-9FC9-431B-87EA-16B4388A27EF}" dt="2023-06-30T11:33:39.375" v="6462" actId="692"/>
          <ac:spMkLst>
            <pc:docMk/>
            <pc:sldMk cId="1943114491" sldId="274"/>
            <ac:spMk id="38" creationId="{92716B92-6F1A-4574-9CAE-2F12DB50108D}"/>
          </ac:spMkLst>
        </pc:spChg>
        <pc:spChg chg="del mod topLvl">
          <ac:chgData name="varitsara monsiri" userId="d21832565e14aca8" providerId="LiveId" clId="{E9DC6723-9FC9-431B-87EA-16B4388A27EF}" dt="2023-06-30T11:54:41.192" v="7099"/>
          <ac:spMkLst>
            <pc:docMk/>
            <pc:sldMk cId="1943114491" sldId="274"/>
            <ac:spMk id="40" creationId="{B54119D0-237A-4E2F-B931-1B1F1E15AD3E}"/>
          </ac:spMkLst>
        </pc:spChg>
        <pc:spChg chg="del mod topLvl">
          <ac:chgData name="varitsara monsiri" userId="d21832565e14aca8" providerId="LiveId" clId="{E9DC6723-9FC9-431B-87EA-16B4388A27EF}" dt="2023-06-30T11:54:54.426" v="7105"/>
          <ac:spMkLst>
            <pc:docMk/>
            <pc:sldMk cId="1943114491" sldId="274"/>
            <ac:spMk id="41" creationId="{F6421102-4B89-433E-83E9-7A58028FBD07}"/>
          </ac:spMkLst>
        </pc:spChg>
        <pc:spChg chg="del mod topLvl">
          <ac:chgData name="varitsara monsiri" userId="d21832565e14aca8" providerId="LiveId" clId="{E9DC6723-9FC9-431B-87EA-16B4388A27EF}" dt="2023-06-30T11:54:58.098" v="7106" actId="478"/>
          <ac:spMkLst>
            <pc:docMk/>
            <pc:sldMk cId="1943114491" sldId="274"/>
            <ac:spMk id="42" creationId="{5665C2A1-19A6-43AF-837B-012C6EC23CA8}"/>
          </ac:spMkLst>
        </pc:spChg>
        <pc:spChg chg="del mod topLvl">
          <ac:chgData name="varitsara monsiri" userId="d21832565e14aca8" providerId="LiveId" clId="{E9DC6723-9FC9-431B-87EA-16B4388A27EF}" dt="2023-06-30T11:54:58.098" v="7106" actId="478"/>
          <ac:spMkLst>
            <pc:docMk/>
            <pc:sldMk cId="1943114491" sldId="274"/>
            <ac:spMk id="43" creationId="{1AD6A75D-E6BE-4CE8-9367-78F3459A6B9D}"/>
          </ac:spMkLst>
        </pc:spChg>
        <pc:spChg chg="del mod topLvl">
          <ac:chgData name="varitsara monsiri" userId="d21832565e14aca8" providerId="LiveId" clId="{E9DC6723-9FC9-431B-87EA-16B4388A27EF}" dt="2023-06-30T11:56:21.345" v="7133"/>
          <ac:spMkLst>
            <pc:docMk/>
            <pc:sldMk cId="1943114491" sldId="274"/>
            <ac:spMk id="45" creationId="{872123CB-9AC0-4C8C-B708-0E5DB2BB7AEA}"/>
          </ac:spMkLst>
        </pc:spChg>
        <pc:spChg chg="del mod topLvl">
          <ac:chgData name="varitsara monsiri" userId="d21832565e14aca8" providerId="LiveId" clId="{E9DC6723-9FC9-431B-87EA-16B4388A27EF}" dt="2023-06-30T11:56:37.603" v="7137"/>
          <ac:spMkLst>
            <pc:docMk/>
            <pc:sldMk cId="1943114491" sldId="274"/>
            <ac:spMk id="46" creationId="{D1D5F5A8-E8B7-4F40-8E8B-5A7235AEC3B4}"/>
          </ac:spMkLst>
        </pc:spChg>
        <pc:spChg chg="del mod topLvl">
          <ac:chgData name="varitsara monsiri" userId="d21832565e14aca8" providerId="LiveId" clId="{E9DC6723-9FC9-431B-87EA-16B4388A27EF}" dt="2023-06-30T11:56:49.471" v="7143"/>
          <ac:spMkLst>
            <pc:docMk/>
            <pc:sldMk cId="1943114491" sldId="274"/>
            <ac:spMk id="47" creationId="{99186FD9-BA36-4614-9A62-BF5E693AE8AC}"/>
          </ac:spMkLst>
        </pc:spChg>
        <pc:spChg chg="del mod topLvl">
          <ac:chgData name="varitsara monsiri" userId="d21832565e14aca8" providerId="LiveId" clId="{E9DC6723-9FC9-431B-87EA-16B4388A27EF}" dt="2023-06-30T11:56:51.092" v="7144" actId="478"/>
          <ac:spMkLst>
            <pc:docMk/>
            <pc:sldMk cId="1943114491" sldId="274"/>
            <ac:spMk id="48" creationId="{04A5ACA4-6FE9-4644-AA5F-D1A4EEBD7549}"/>
          </ac:spMkLst>
        </pc:spChg>
        <pc:spChg chg="add del">
          <ac:chgData name="varitsara monsiri" userId="d21832565e14aca8" providerId="LiveId" clId="{E9DC6723-9FC9-431B-87EA-16B4388A27EF}" dt="2023-06-30T11:54:27.664" v="7094"/>
          <ac:spMkLst>
            <pc:docMk/>
            <pc:sldMk cId="1943114491" sldId="274"/>
            <ac:spMk id="49" creationId="{221D2A66-B546-458B-BE49-713597609288}"/>
          </ac:spMkLst>
        </pc:spChg>
        <pc:spChg chg="add del mod">
          <ac:chgData name="varitsara monsiri" userId="d21832565e14aca8" providerId="LiveId" clId="{E9DC6723-9FC9-431B-87EA-16B4388A27EF}" dt="2023-06-30T11:54:27.664" v="7094"/>
          <ac:spMkLst>
            <pc:docMk/>
            <pc:sldMk cId="1943114491" sldId="274"/>
            <ac:spMk id="50" creationId="{E1169FEE-7CA3-409E-B0CF-F857EFB761AA}"/>
          </ac:spMkLst>
        </pc:spChg>
        <pc:spChg chg="del mod">
          <ac:chgData name="varitsara monsiri" userId="d21832565e14aca8" providerId="LiveId" clId="{E9DC6723-9FC9-431B-87EA-16B4388A27EF}" dt="2023-06-30T11:54:41.192" v="7099"/>
          <ac:spMkLst>
            <pc:docMk/>
            <pc:sldMk cId="1943114491" sldId="274"/>
            <ac:spMk id="51" creationId="{8C37E5B4-E7BA-45DD-9B9A-907DB3F7CC59}"/>
          </ac:spMkLst>
        </pc:spChg>
        <pc:spChg chg="add mod">
          <ac:chgData name="varitsara monsiri" userId="d21832565e14aca8" providerId="LiveId" clId="{E9DC6723-9FC9-431B-87EA-16B4388A27EF}" dt="2023-06-30T11:54:36.389" v="7098" actId="571"/>
          <ac:spMkLst>
            <pc:docMk/>
            <pc:sldMk cId="1943114491" sldId="274"/>
            <ac:spMk id="52" creationId="{CC2445AB-AE8B-429E-A23F-1D86ED4F3240}"/>
          </ac:spMkLst>
        </pc:spChg>
        <pc:spChg chg="add mod">
          <ac:chgData name="varitsara monsiri" userId="d21832565e14aca8" providerId="LiveId" clId="{E9DC6723-9FC9-431B-87EA-16B4388A27EF}" dt="2023-06-30T11:54:36.389" v="7098" actId="571"/>
          <ac:spMkLst>
            <pc:docMk/>
            <pc:sldMk cId="1943114491" sldId="274"/>
            <ac:spMk id="53" creationId="{D522FE56-9E54-4063-8DAA-77E577226374}"/>
          </ac:spMkLst>
        </pc:spChg>
        <pc:spChg chg="mod">
          <ac:chgData name="varitsara monsiri" userId="d21832565e14aca8" providerId="LiveId" clId="{E9DC6723-9FC9-431B-87EA-16B4388A27EF}" dt="2023-06-30T11:55:02.612" v="7107" actId="164"/>
          <ac:spMkLst>
            <pc:docMk/>
            <pc:sldMk cId="1943114491" sldId="274"/>
            <ac:spMk id="54" creationId="{89D626B6-950E-4C67-B5B9-DC268D9B46A9}"/>
          </ac:spMkLst>
        </pc:spChg>
        <pc:spChg chg="add del mod">
          <ac:chgData name="varitsara monsiri" userId="d21832565e14aca8" providerId="LiveId" clId="{E9DC6723-9FC9-431B-87EA-16B4388A27EF}" dt="2023-06-30T11:54:54.426" v="7105"/>
          <ac:spMkLst>
            <pc:docMk/>
            <pc:sldMk cId="1943114491" sldId="274"/>
            <ac:spMk id="55" creationId="{EB1BE77E-78F8-4C2D-BDA7-C391AF58A7DC}"/>
          </ac:spMkLst>
        </pc:spChg>
        <pc:spChg chg="add mod">
          <ac:chgData name="varitsara monsiri" userId="d21832565e14aca8" providerId="LiveId" clId="{E9DC6723-9FC9-431B-87EA-16B4388A27EF}" dt="2023-06-30T11:54:50.132" v="7104" actId="571"/>
          <ac:spMkLst>
            <pc:docMk/>
            <pc:sldMk cId="1943114491" sldId="274"/>
            <ac:spMk id="56" creationId="{2366771D-65D4-41B9-AEF3-F806EFE5DB4D}"/>
          </ac:spMkLst>
        </pc:spChg>
        <pc:spChg chg="add mod">
          <ac:chgData name="varitsara monsiri" userId="d21832565e14aca8" providerId="LiveId" clId="{E9DC6723-9FC9-431B-87EA-16B4388A27EF}" dt="2023-06-30T11:54:50.132" v="7104" actId="571"/>
          <ac:spMkLst>
            <pc:docMk/>
            <pc:sldMk cId="1943114491" sldId="274"/>
            <ac:spMk id="57" creationId="{EA73382C-186E-4D5D-8C37-21647E5B7086}"/>
          </ac:spMkLst>
        </pc:spChg>
        <pc:spChg chg="mod">
          <ac:chgData name="varitsara monsiri" userId="d21832565e14aca8" providerId="LiveId" clId="{E9DC6723-9FC9-431B-87EA-16B4388A27EF}" dt="2023-06-30T11:55:02.612" v="7107" actId="164"/>
          <ac:spMkLst>
            <pc:docMk/>
            <pc:sldMk cId="1943114491" sldId="274"/>
            <ac:spMk id="58" creationId="{08CC9FB9-9786-4D62-BC47-94B710EA7E15}"/>
          </ac:spMkLst>
        </pc:spChg>
        <pc:spChg chg="add del mod">
          <ac:chgData name="varitsara monsiri" userId="d21832565e14aca8" providerId="LiveId" clId="{E9DC6723-9FC9-431B-87EA-16B4388A27EF}" dt="2023-06-30T11:56:21.345" v="7133"/>
          <ac:spMkLst>
            <pc:docMk/>
            <pc:sldMk cId="1943114491" sldId="274"/>
            <ac:spMk id="60" creationId="{52AD23E2-BD33-41FE-A4FC-72B4F5FD8E48}"/>
          </ac:spMkLst>
        </pc:spChg>
        <pc:spChg chg="mod">
          <ac:chgData name="varitsara monsiri" userId="d21832565e14aca8" providerId="LiveId" clId="{E9DC6723-9FC9-431B-87EA-16B4388A27EF}" dt="2023-06-30T11:56:53.380" v="7145" actId="164"/>
          <ac:spMkLst>
            <pc:docMk/>
            <pc:sldMk cId="1943114491" sldId="274"/>
            <ac:spMk id="61" creationId="{9FB01FA0-9C74-4428-A91A-CB4F714B1D0A}"/>
          </ac:spMkLst>
        </pc:spChg>
        <pc:spChg chg="add del mod">
          <ac:chgData name="varitsara monsiri" userId="d21832565e14aca8" providerId="LiveId" clId="{E9DC6723-9FC9-431B-87EA-16B4388A27EF}" dt="2023-06-30T11:56:37.603" v="7137"/>
          <ac:spMkLst>
            <pc:docMk/>
            <pc:sldMk cId="1943114491" sldId="274"/>
            <ac:spMk id="62" creationId="{C43F5FB7-0BBE-42E4-A2B4-BDFE78F42DBE}"/>
          </ac:spMkLst>
        </pc:spChg>
        <pc:spChg chg="mod">
          <ac:chgData name="varitsara monsiri" userId="d21832565e14aca8" providerId="LiveId" clId="{E9DC6723-9FC9-431B-87EA-16B4388A27EF}" dt="2023-06-30T11:56:53.380" v="7145" actId="164"/>
          <ac:spMkLst>
            <pc:docMk/>
            <pc:sldMk cId="1943114491" sldId="274"/>
            <ac:spMk id="63" creationId="{E5589C44-6BE3-43FD-A77A-BA40A786C3A0}"/>
          </ac:spMkLst>
        </pc:spChg>
        <pc:spChg chg="add del mod">
          <ac:chgData name="varitsara monsiri" userId="d21832565e14aca8" providerId="LiveId" clId="{E9DC6723-9FC9-431B-87EA-16B4388A27EF}" dt="2023-06-30T11:56:49.471" v="7143"/>
          <ac:spMkLst>
            <pc:docMk/>
            <pc:sldMk cId="1943114491" sldId="274"/>
            <ac:spMk id="64" creationId="{E5A9AA7A-C411-49D2-833C-CE53DF7F35F5}"/>
          </ac:spMkLst>
        </pc:spChg>
        <pc:spChg chg="mod">
          <ac:chgData name="varitsara monsiri" userId="d21832565e14aca8" providerId="LiveId" clId="{E9DC6723-9FC9-431B-87EA-16B4388A27EF}" dt="2023-06-30T11:56:53.380" v="7145" actId="164"/>
          <ac:spMkLst>
            <pc:docMk/>
            <pc:sldMk cId="1943114491" sldId="274"/>
            <ac:spMk id="65" creationId="{517ACA28-2958-4A6F-8F87-BF8200C2281B}"/>
          </ac:spMkLst>
        </pc:spChg>
        <pc:grpChg chg="add mod">
          <ac:chgData name="varitsara monsiri" userId="d21832565e14aca8" providerId="LiveId" clId="{E9DC6723-9FC9-431B-87EA-16B4388A27EF}" dt="2023-06-30T11:33:36.762" v="6461" actId="207"/>
          <ac:grpSpMkLst>
            <pc:docMk/>
            <pc:sldMk cId="1943114491" sldId="274"/>
            <ac:grpSpMk id="15" creationId="{9487657C-5A7F-4643-BA5D-71AFDA1AC5BF}"/>
          </ac:grpSpMkLst>
        </pc:grpChg>
        <pc:grpChg chg="add mod">
          <ac:chgData name="varitsara monsiri" userId="d21832565e14aca8" providerId="LiveId" clId="{E9DC6723-9FC9-431B-87EA-16B4388A27EF}" dt="2023-06-30T11:33:36.762" v="6461" actId="207"/>
          <ac:grpSpMkLst>
            <pc:docMk/>
            <pc:sldMk cId="1943114491" sldId="274"/>
            <ac:grpSpMk id="24" creationId="{5BBF9BA8-DF80-46C9-9D59-7EA54136E973}"/>
          </ac:grpSpMkLst>
        </pc:grpChg>
        <pc:grpChg chg="add mod">
          <ac:chgData name="varitsara monsiri" userId="d21832565e14aca8" providerId="LiveId" clId="{E9DC6723-9FC9-431B-87EA-16B4388A27EF}" dt="2023-06-30T11:33:36.762" v="6461" actId="207"/>
          <ac:grpSpMkLst>
            <pc:docMk/>
            <pc:sldMk cId="1943114491" sldId="274"/>
            <ac:grpSpMk id="34" creationId="{F43512CD-EBC7-41B3-B281-487E6A378691}"/>
          </ac:grpSpMkLst>
        </pc:grpChg>
        <pc:grpChg chg="add del mod">
          <ac:chgData name="varitsara monsiri" userId="d21832565e14aca8" providerId="LiveId" clId="{E9DC6723-9FC9-431B-87EA-16B4388A27EF}" dt="2023-06-30T11:54:09.348" v="7090" actId="165"/>
          <ac:grpSpMkLst>
            <pc:docMk/>
            <pc:sldMk cId="1943114491" sldId="274"/>
            <ac:grpSpMk id="39" creationId="{79FB1E7A-5E2A-4D81-835F-CE5370BF22D1}"/>
          </ac:grpSpMkLst>
        </pc:grpChg>
        <pc:grpChg chg="add del mod">
          <ac:chgData name="varitsara monsiri" userId="d21832565e14aca8" providerId="LiveId" clId="{E9DC6723-9FC9-431B-87EA-16B4388A27EF}" dt="2023-06-30T11:55:59.124" v="7130" actId="165"/>
          <ac:grpSpMkLst>
            <pc:docMk/>
            <pc:sldMk cId="1943114491" sldId="274"/>
            <ac:grpSpMk id="44" creationId="{1F315AB6-2CD2-4315-A0D1-5443F8613AFC}"/>
          </ac:grpSpMkLst>
        </pc:grpChg>
        <pc:grpChg chg="add mod">
          <ac:chgData name="varitsara monsiri" userId="d21832565e14aca8" providerId="LiveId" clId="{E9DC6723-9FC9-431B-87EA-16B4388A27EF}" dt="2023-06-30T11:55:02.612" v="7107" actId="164"/>
          <ac:grpSpMkLst>
            <pc:docMk/>
            <pc:sldMk cId="1943114491" sldId="274"/>
            <ac:grpSpMk id="59" creationId="{8CD3B059-35AE-4964-A20A-D28B92BE3BA6}"/>
          </ac:grpSpMkLst>
        </pc:grpChg>
        <pc:grpChg chg="add mod">
          <ac:chgData name="varitsara monsiri" userId="d21832565e14aca8" providerId="LiveId" clId="{E9DC6723-9FC9-431B-87EA-16B4388A27EF}" dt="2023-06-30T11:56:53.380" v="7145" actId="164"/>
          <ac:grpSpMkLst>
            <pc:docMk/>
            <pc:sldMk cId="1943114491" sldId="274"/>
            <ac:grpSpMk id="66" creationId="{B341F48A-C6BC-4D19-A421-9EC665ECEF10}"/>
          </ac:grpSpMkLst>
        </pc:grpChg>
        <pc:graphicFrameChg chg="add mod">
          <ac:chgData name="varitsara monsiri" userId="d21832565e14aca8" providerId="LiveId" clId="{E9DC6723-9FC9-431B-87EA-16B4388A27EF}" dt="2023-06-30T11:31:47.419" v="6450" actId="1036"/>
          <ac:graphicFrameMkLst>
            <pc:docMk/>
            <pc:sldMk cId="1943114491" sldId="274"/>
            <ac:graphicFrameMk id="12" creationId="{17678D74-2267-47E8-9E22-3C2BB12A2EB2}"/>
          </ac:graphicFrameMkLst>
        </pc:graphicFrameChg>
        <pc:graphicFrameChg chg="add mod">
          <ac:chgData name="varitsara monsiri" userId="d21832565e14aca8" providerId="LiveId" clId="{E9DC6723-9FC9-431B-87EA-16B4388A27EF}" dt="2023-06-30T11:31:47.419" v="6450" actId="1036"/>
          <ac:graphicFrameMkLst>
            <pc:docMk/>
            <pc:sldMk cId="1943114491" sldId="274"/>
            <ac:graphicFrameMk id="13" creationId="{0F158D6C-8CA0-402A-8379-AC309BBE2250}"/>
          </ac:graphicFrameMkLst>
        </pc:graphicFrameChg>
        <pc:graphicFrameChg chg="add mod">
          <ac:chgData name="varitsara monsiri" userId="d21832565e14aca8" providerId="LiveId" clId="{E9DC6723-9FC9-431B-87EA-16B4388A27EF}" dt="2023-06-30T11:31:47.419" v="6450" actId="1036"/>
          <ac:graphicFrameMkLst>
            <pc:docMk/>
            <pc:sldMk cId="1943114491" sldId="274"/>
            <ac:graphicFrameMk id="14" creationId="{886FCF3B-8C85-436A-A27C-639BA82B6D6E}"/>
          </ac:graphicFrameMkLst>
        </pc:graphicFrameChg>
      </pc:sldChg>
      <pc:sldChg chg="addSp delSp modSp new mod modClrScheme chgLayout">
        <pc:chgData name="varitsara monsiri" userId="d21832565e14aca8" providerId="LiveId" clId="{E9DC6723-9FC9-431B-87EA-16B4388A27EF}" dt="2023-06-30T12:29:16.022" v="7889" actId="22"/>
        <pc:sldMkLst>
          <pc:docMk/>
          <pc:sldMk cId="4112897238" sldId="275"/>
        </pc:sldMkLst>
        <pc:spChg chg="del">
          <ac:chgData name="varitsara monsiri" userId="d21832565e14aca8" providerId="LiveId" clId="{E9DC6723-9FC9-431B-87EA-16B4388A27EF}" dt="2023-06-30T06:44:07.074" v="3003" actId="700"/>
          <ac:spMkLst>
            <pc:docMk/>
            <pc:sldMk cId="4112897238" sldId="275"/>
            <ac:spMk id="2" creationId="{DC35F1E5-B4C8-4DC7-8EFF-C35A8347BF7C}"/>
          </ac:spMkLst>
        </pc:spChg>
        <pc:spChg chg="del">
          <ac:chgData name="varitsara monsiri" userId="d21832565e14aca8" providerId="LiveId" clId="{E9DC6723-9FC9-431B-87EA-16B4388A27EF}" dt="2023-06-30T06:44:07.074" v="3003" actId="700"/>
          <ac:spMkLst>
            <pc:docMk/>
            <pc:sldMk cId="4112897238" sldId="275"/>
            <ac:spMk id="3" creationId="{20C4DAED-911E-4AB5-9513-9B258431A1D2}"/>
          </ac:spMkLst>
        </pc:spChg>
        <pc:spChg chg="add mod">
          <ac:chgData name="varitsara monsiri" userId="d21832565e14aca8" providerId="LiveId" clId="{E9DC6723-9FC9-431B-87EA-16B4388A27EF}" dt="2023-06-30T07:03:08.419" v="3209" actId="20577"/>
          <ac:spMkLst>
            <pc:docMk/>
            <pc:sldMk cId="4112897238" sldId="275"/>
            <ac:spMk id="4" creationId="{03DCFF68-F085-4FE1-BF00-99C54CBE7CF2}"/>
          </ac:spMkLst>
        </pc:spChg>
        <pc:spChg chg="add del mod">
          <ac:chgData name="varitsara monsiri" userId="d21832565e14aca8" providerId="LiveId" clId="{E9DC6723-9FC9-431B-87EA-16B4388A27EF}" dt="2023-06-30T12:29:16.022" v="7889" actId="22"/>
          <ac:spMkLst>
            <pc:docMk/>
            <pc:sldMk cId="4112897238" sldId="275"/>
            <ac:spMk id="5" creationId="{DA7698EC-2D7E-49B3-89A7-4DDA8277008E}"/>
          </ac:spMkLst>
        </pc:spChg>
        <pc:spChg chg="add mod">
          <ac:chgData name="varitsara monsiri" userId="d21832565e14aca8" providerId="LiveId" clId="{E9DC6723-9FC9-431B-87EA-16B4388A27EF}" dt="2023-06-30T07:02:58.402" v="3205" actId="20577"/>
          <ac:spMkLst>
            <pc:docMk/>
            <pc:sldMk cId="4112897238" sldId="275"/>
            <ac:spMk id="6" creationId="{8F8A1963-39BD-4AE6-90B2-4E88A845F458}"/>
          </ac:spMkLst>
        </pc:spChg>
        <pc:spChg chg="add mod">
          <ac:chgData name="varitsara monsiri" userId="d21832565e14aca8" providerId="LiveId" clId="{E9DC6723-9FC9-431B-87EA-16B4388A27EF}" dt="2023-06-30T07:03:10.234" v="3211" actId="20577"/>
          <ac:spMkLst>
            <pc:docMk/>
            <pc:sldMk cId="4112897238" sldId="275"/>
            <ac:spMk id="7" creationId="{1D4E8341-B5DF-4454-B97E-A8B0C42B6657}"/>
          </ac:spMkLst>
        </pc:spChg>
        <pc:spChg chg="add mod">
          <ac:chgData name="varitsara monsiri" userId="d21832565e14aca8" providerId="LiveId" clId="{E9DC6723-9FC9-431B-87EA-16B4388A27EF}" dt="2023-06-30T07:03:00.350" v="3207" actId="20577"/>
          <ac:spMkLst>
            <pc:docMk/>
            <pc:sldMk cId="4112897238" sldId="275"/>
            <ac:spMk id="8" creationId="{E92009B2-7403-4ADC-B867-5E98D241E376}"/>
          </ac:spMkLst>
        </pc:spChg>
        <pc:spChg chg="add mod">
          <ac:chgData name="varitsara monsiri" userId="d21832565e14aca8" providerId="LiveId" clId="{E9DC6723-9FC9-431B-87EA-16B4388A27EF}" dt="2023-06-30T07:02:40.308" v="3194" actId="1036"/>
          <ac:spMkLst>
            <pc:docMk/>
            <pc:sldMk cId="4112897238" sldId="275"/>
            <ac:spMk id="9" creationId="{ED29723C-D228-4257-8176-F847B5C78EBD}"/>
          </ac:spMkLst>
        </pc:spChg>
        <pc:spChg chg="add mod">
          <ac:chgData name="varitsara monsiri" userId="d21832565e14aca8" providerId="LiveId" clId="{E9DC6723-9FC9-431B-87EA-16B4388A27EF}" dt="2023-06-30T07:04:44.039" v="3225" actId="20577"/>
          <ac:spMkLst>
            <pc:docMk/>
            <pc:sldMk cId="4112897238" sldId="275"/>
            <ac:spMk id="10" creationId="{D98CEFA1-8B5B-474A-B0DD-73734D2C4AB7}"/>
          </ac:spMkLst>
        </pc:spChg>
        <pc:spChg chg="del mod topLvl">
          <ac:chgData name="varitsara monsiri" userId="d21832565e14aca8" providerId="LiveId" clId="{E9DC6723-9FC9-431B-87EA-16B4388A27EF}" dt="2023-06-30T11:53:02.558" v="7079"/>
          <ac:spMkLst>
            <pc:docMk/>
            <pc:sldMk cId="4112897238" sldId="275"/>
            <ac:spMk id="13" creationId="{EE133F0F-23D3-4E56-BB1B-FE558FAFE963}"/>
          </ac:spMkLst>
        </pc:spChg>
        <pc:spChg chg="del mod topLvl">
          <ac:chgData name="varitsara monsiri" userId="d21832565e14aca8" providerId="LiveId" clId="{E9DC6723-9FC9-431B-87EA-16B4388A27EF}" dt="2023-06-30T11:53:11.066" v="7081"/>
          <ac:spMkLst>
            <pc:docMk/>
            <pc:sldMk cId="4112897238" sldId="275"/>
            <ac:spMk id="14" creationId="{2AF27FD8-3A84-449A-987E-C715D0B53CD5}"/>
          </ac:spMkLst>
        </pc:spChg>
        <pc:spChg chg="del mod topLvl">
          <ac:chgData name="varitsara monsiri" userId="d21832565e14aca8" providerId="LiveId" clId="{E9DC6723-9FC9-431B-87EA-16B4388A27EF}" dt="2023-06-30T11:53:18.895" v="7083"/>
          <ac:spMkLst>
            <pc:docMk/>
            <pc:sldMk cId="4112897238" sldId="275"/>
            <ac:spMk id="15" creationId="{275CABA1-4753-4AAA-80B4-624EF4352D11}"/>
          </ac:spMkLst>
        </pc:spChg>
        <pc:spChg chg="del mod topLvl">
          <ac:chgData name="varitsara monsiri" userId="d21832565e14aca8" providerId="LiveId" clId="{E9DC6723-9FC9-431B-87EA-16B4388A27EF}" dt="2023-06-30T11:53:27.466" v="7085"/>
          <ac:spMkLst>
            <pc:docMk/>
            <pc:sldMk cId="4112897238" sldId="275"/>
            <ac:spMk id="16" creationId="{BAF29E7D-EFCF-497F-9D4D-597533A83219}"/>
          </ac:spMkLst>
        </pc:spChg>
        <pc:spChg chg="add mod">
          <ac:chgData name="varitsara monsiri" userId="d21832565e14aca8" providerId="LiveId" clId="{E9DC6723-9FC9-431B-87EA-16B4388A27EF}" dt="2023-06-30T07:21:33.164" v="3523" actId="164"/>
          <ac:spMkLst>
            <pc:docMk/>
            <pc:sldMk cId="4112897238" sldId="275"/>
            <ac:spMk id="17" creationId="{980A1814-FFA6-4DA5-ACAE-BF54EC239C83}"/>
          </ac:spMkLst>
        </pc:spChg>
        <pc:spChg chg="add mod">
          <ac:chgData name="varitsara monsiri" userId="d21832565e14aca8" providerId="LiveId" clId="{E9DC6723-9FC9-431B-87EA-16B4388A27EF}" dt="2023-06-30T07:21:36.432" v="3524" actId="164"/>
          <ac:spMkLst>
            <pc:docMk/>
            <pc:sldMk cId="4112897238" sldId="275"/>
            <ac:spMk id="18" creationId="{609BC41B-E1DA-49B3-8B96-04D775732EED}"/>
          </ac:spMkLst>
        </pc:spChg>
        <pc:spChg chg="mod">
          <ac:chgData name="varitsara monsiri" userId="d21832565e14aca8" providerId="LiveId" clId="{E9DC6723-9FC9-431B-87EA-16B4388A27EF}" dt="2023-06-30T07:21:29.680" v="3522" actId="207"/>
          <ac:spMkLst>
            <pc:docMk/>
            <pc:sldMk cId="4112897238" sldId="275"/>
            <ac:spMk id="20" creationId="{28A20627-4A08-4221-B4C9-08D25045A006}"/>
          </ac:spMkLst>
        </pc:spChg>
        <pc:spChg chg="mod">
          <ac:chgData name="varitsara monsiri" userId="d21832565e14aca8" providerId="LiveId" clId="{E9DC6723-9FC9-431B-87EA-16B4388A27EF}" dt="2023-06-30T07:21:29.680" v="3522" actId="207"/>
          <ac:spMkLst>
            <pc:docMk/>
            <pc:sldMk cId="4112897238" sldId="275"/>
            <ac:spMk id="21" creationId="{9F142693-F2D2-4329-B02A-881A0779A50F}"/>
          </ac:spMkLst>
        </pc:spChg>
        <pc:spChg chg="mod">
          <ac:chgData name="varitsara monsiri" userId="d21832565e14aca8" providerId="LiveId" clId="{E9DC6723-9FC9-431B-87EA-16B4388A27EF}" dt="2023-06-30T07:21:29.680" v="3522" actId="207"/>
          <ac:spMkLst>
            <pc:docMk/>
            <pc:sldMk cId="4112897238" sldId="275"/>
            <ac:spMk id="22" creationId="{A4B128B9-C1C0-4134-B045-AE8E85D3392E}"/>
          </ac:spMkLst>
        </pc:spChg>
        <pc:spChg chg="mod">
          <ac:chgData name="varitsara monsiri" userId="d21832565e14aca8" providerId="LiveId" clId="{E9DC6723-9FC9-431B-87EA-16B4388A27EF}" dt="2023-06-30T07:21:29.680" v="3522" actId="207"/>
          <ac:spMkLst>
            <pc:docMk/>
            <pc:sldMk cId="4112897238" sldId="275"/>
            <ac:spMk id="23" creationId="{7312D369-9FEF-42D2-BD05-7CAE171F307B}"/>
          </ac:spMkLst>
        </pc:spChg>
        <pc:spChg chg="mod">
          <ac:chgData name="varitsara monsiri" userId="d21832565e14aca8" providerId="LiveId" clId="{E9DC6723-9FC9-431B-87EA-16B4388A27EF}" dt="2023-06-30T07:21:29.680" v="3522" actId="207"/>
          <ac:spMkLst>
            <pc:docMk/>
            <pc:sldMk cId="4112897238" sldId="275"/>
            <ac:spMk id="25" creationId="{5A94C0CF-1252-4218-8451-75B9597F77B7}"/>
          </ac:spMkLst>
        </pc:spChg>
        <pc:spChg chg="mod">
          <ac:chgData name="varitsara monsiri" userId="d21832565e14aca8" providerId="LiveId" clId="{E9DC6723-9FC9-431B-87EA-16B4388A27EF}" dt="2023-06-30T07:21:29.680" v="3522" actId="207"/>
          <ac:spMkLst>
            <pc:docMk/>
            <pc:sldMk cId="4112897238" sldId="275"/>
            <ac:spMk id="26" creationId="{2490A576-2947-47A6-A38B-0DB75620B4AE}"/>
          </ac:spMkLst>
        </pc:spChg>
        <pc:spChg chg="add del mod">
          <ac:chgData name="varitsara monsiri" userId="d21832565e14aca8" providerId="LiveId" clId="{E9DC6723-9FC9-431B-87EA-16B4388A27EF}" dt="2023-06-30T11:53:02.558" v="7079"/>
          <ac:spMkLst>
            <pc:docMk/>
            <pc:sldMk cId="4112897238" sldId="275"/>
            <ac:spMk id="29" creationId="{97CBB082-F90F-4BF8-930A-32968A0A1678}"/>
          </ac:spMkLst>
        </pc:spChg>
        <pc:spChg chg="add del mod">
          <ac:chgData name="varitsara monsiri" userId="d21832565e14aca8" providerId="LiveId" clId="{E9DC6723-9FC9-431B-87EA-16B4388A27EF}" dt="2023-06-30T11:52:35.061" v="7076" actId="478"/>
          <ac:spMkLst>
            <pc:docMk/>
            <pc:sldMk cId="4112897238" sldId="275"/>
            <ac:spMk id="30" creationId="{2B2AE008-36FF-4AEF-BA8E-D5286E986098}"/>
          </ac:spMkLst>
        </pc:spChg>
        <pc:spChg chg="mod">
          <ac:chgData name="varitsara monsiri" userId="d21832565e14aca8" providerId="LiveId" clId="{E9DC6723-9FC9-431B-87EA-16B4388A27EF}" dt="2023-06-30T11:53:33.578" v="7086" actId="164"/>
          <ac:spMkLst>
            <pc:docMk/>
            <pc:sldMk cId="4112897238" sldId="275"/>
            <ac:spMk id="31" creationId="{AE3936BD-4599-46AF-8219-21F949993F54}"/>
          </ac:spMkLst>
        </pc:spChg>
        <pc:spChg chg="add del mod">
          <ac:chgData name="varitsara monsiri" userId="d21832565e14aca8" providerId="LiveId" clId="{E9DC6723-9FC9-431B-87EA-16B4388A27EF}" dt="2023-06-30T11:53:11.066" v="7081"/>
          <ac:spMkLst>
            <pc:docMk/>
            <pc:sldMk cId="4112897238" sldId="275"/>
            <ac:spMk id="32" creationId="{FF860347-189B-4BE9-A446-3F2F0AF589C5}"/>
          </ac:spMkLst>
        </pc:spChg>
        <pc:spChg chg="mod">
          <ac:chgData name="varitsara monsiri" userId="d21832565e14aca8" providerId="LiveId" clId="{E9DC6723-9FC9-431B-87EA-16B4388A27EF}" dt="2023-06-30T11:53:33.578" v="7086" actId="164"/>
          <ac:spMkLst>
            <pc:docMk/>
            <pc:sldMk cId="4112897238" sldId="275"/>
            <ac:spMk id="33" creationId="{EE15B383-0B32-4650-9248-C3429956452F}"/>
          </ac:spMkLst>
        </pc:spChg>
        <pc:spChg chg="add del mod">
          <ac:chgData name="varitsara monsiri" userId="d21832565e14aca8" providerId="LiveId" clId="{E9DC6723-9FC9-431B-87EA-16B4388A27EF}" dt="2023-06-30T11:53:18.895" v="7083"/>
          <ac:spMkLst>
            <pc:docMk/>
            <pc:sldMk cId="4112897238" sldId="275"/>
            <ac:spMk id="34" creationId="{654BA58C-AE70-4D42-9C26-7D55567592E5}"/>
          </ac:spMkLst>
        </pc:spChg>
        <pc:spChg chg="mod">
          <ac:chgData name="varitsara monsiri" userId="d21832565e14aca8" providerId="LiveId" clId="{E9DC6723-9FC9-431B-87EA-16B4388A27EF}" dt="2023-06-30T11:53:33.578" v="7086" actId="164"/>
          <ac:spMkLst>
            <pc:docMk/>
            <pc:sldMk cId="4112897238" sldId="275"/>
            <ac:spMk id="35" creationId="{B4804090-5219-48CF-943A-19857F1E1DAD}"/>
          </ac:spMkLst>
        </pc:spChg>
        <pc:spChg chg="add del mod">
          <ac:chgData name="varitsara monsiri" userId="d21832565e14aca8" providerId="LiveId" clId="{E9DC6723-9FC9-431B-87EA-16B4388A27EF}" dt="2023-06-30T11:53:27.466" v="7085"/>
          <ac:spMkLst>
            <pc:docMk/>
            <pc:sldMk cId="4112897238" sldId="275"/>
            <ac:spMk id="36" creationId="{8080E8BF-4341-4570-8AC1-85F1DD055E66}"/>
          </ac:spMkLst>
        </pc:spChg>
        <pc:spChg chg="mod">
          <ac:chgData name="varitsara monsiri" userId="d21832565e14aca8" providerId="LiveId" clId="{E9DC6723-9FC9-431B-87EA-16B4388A27EF}" dt="2023-06-30T11:53:33.578" v="7086" actId="164"/>
          <ac:spMkLst>
            <pc:docMk/>
            <pc:sldMk cId="4112897238" sldId="275"/>
            <ac:spMk id="37" creationId="{F6850FBF-98A9-45DB-A81C-E83F8B82E0AA}"/>
          </ac:spMkLst>
        </pc:spChg>
        <pc:grpChg chg="add del mod ord">
          <ac:chgData name="varitsara monsiri" userId="d21832565e14aca8" providerId="LiveId" clId="{E9DC6723-9FC9-431B-87EA-16B4388A27EF}" dt="2023-06-30T11:52:49.555" v="7078" actId="165"/>
          <ac:grpSpMkLst>
            <pc:docMk/>
            <pc:sldMk cId="4112897238" sldId="275"/>
            <ac:grpSpMk id="12" creationId="{6057DFA0-8409-46D8-AF6A-9452E228CD6D}"/>
          </ac:grpSpMkLst>
        </pc:grpChg>
        <pc:grpChg chg="add mod">
          <ac:chgData name="varitsara monsiri" userId="d21832565e14aca8" providerId="LiveId" clId="{E9DC6723-9FC9-431B-87EA-16B4388A27EF}" dt="2023-06-30T07:21:36.432" v="3524" actId="164"/>
          <ac:grpSpMkLst>
            <pc:docMk/>
            <pc:sldMk cId="4112897238" sldId="275"/>
            <ac:grpSpMk id="19" creationId="{4F5C2C2D-F299-4596-A544-3C178DEF7986}"/>
          </ac:grpSpMkLst>
        </pc:grpChg>
        <pc:grpChg chg="add mod">
          <ac:chgData name="varitsara monsiri" userId="d21832565e14aca8" providerId="LiveId" clId="{E9DC6723-9FC9-431B-87EA-16B4388A27EF}" dt="2023-06-30T07:21:33.164" v="3523" actId="164"/>
          <ac:grpSpMkLst>
            <pc:docMk/>
            <pc:sldMk cId="4112897238" sldId="275"/>
            <ac:grpSpMk id="24" creationId="{3A306330-B276-44C2-AB27-6A3E9695F33F}"/>
          </ac:grpSpMkLst>
        </pc:grpChg>
        <pc:grpChg chg="add mod">
          <ac:chgData name="varitsara monsiri" userId="d21832565e14aca8" providerId="LiveId" clId="{E9DC6723-9FC9-431B-87EA-16B4388A27EF}" dt="2023-06-30T07:21:33.164" v="3523" actId="164"/>
          <ac:grpSpMkLst>
            <pc:docMk/>
            <pc:sldMk cId="4112897238" sldId="275"/>
            <ac:grpSpMk id="27" creationId="{EAC9F935-9FEA-4E38-9DC7-66D03AD9FE76}"/>
          </ac:grpSpMkLst>
        </pc:grpChg>
        <pc:grpChg chg="add mod">
          <ac:chgData name="varitsara monsiri" userId="d21832565e14aca8" providerId="LiveId" clId="{E9DC6723-9FC9-431B-87EA-16B4388A27EF}" dt="2023-06-30T07:21:36.432" v="3524" actId="164"/>
          <ac:grpSpMkLst>
            <pc:docMk/>
            <pc:sldMk cId="4112897238" sldId="275"/>
            <ac:grpSpMk id="28" creationId="{332D8739-F219-42AE-BDDE-EEA63BABE0BF}"/>
          </ac:grpSpMkLst>
        </pc:grpChg>
        <pc:grpChg chg="add mod">
          <ac:chgData name="varitsara monsiri" userId="d21832565e14aca8" providerId="LiveId" clId="{E9DC6723-9FC9-431B-87EA-16B4388A27EF}" dt="2023-06-30T11:53:33.578" v="7086" actId="164"/>
          <ac:grpSpMkLst>
            <pc:docMk/>
            <pc:sldMk cId="4112897238" sldId="275"/>
            <ac:grpSpMk id="38" creationId="{6A66C3B1-1FC8-450D-B758-19D224FFFE53}"/>
          </ac:grpSpMkLst>
        </pc:grpChg>
        <pc:picChg chg="add mod ord">
          <ac:chgData name="varitsara monsiri" userId="d21832565e14aca8" providerId="LiveId" clId="{E9DC6723-9FC9-431B-87EA-16B4388A27EF}" dt="2023-06-30T07:04:25.820" v="3223" actId="1035"/>
          <ac:picMkLst>
            <pc:docMk/>
            <pc:sldMk cId="4112897238" sldId="275"/>
            <ac:picMk id="11" creationId="{EF566F84-7FED-4E36-8F5E-EEE2487E10CC}"/>
          </ac:picMkLst>
        </pc:picChg>
        <pc:picChg chg="add mod ord modCrop">
          <ac:chgData name="varitsara monsiri" userId="d21832565e14aca8" providerId="LiveId" clId="{E9DC6723-9FC9-431B-87EA-16B4388A27EF}" dt="2023-06-30T12:29:16.022" v="7889" actId="22"/>
          <ac:picMkLst>
            <pc:docMk/>
            <pc:sldMk cId="4112897238" sldId="275"/>
            <ac:picMk id="40" creationId="{5286E3AE-43A7-4BBF-A6E2-5B48199D894E}"/>
          </ac:picMkLst>
        </pc:picChg>
      </pc:sldChg>
      <pc:sldChg chg="addSp delSp modSp new mod modClrScheme chgLayout">
        <pc:chgData name="varitsara monsiri" userId="d21832565e14aca8" providerId="LiveId" clId="{E9DC6723-9FC9-431B-87EA-16B4388A27EF}" dt="2023-06-30T12:28:55.281" v="7888" actId="170"/>
        <pc:sldMkLst>
          <pc:docMk/>
          <pc:sldMk cId="1909476340" sldId="276"/>
        </pc:sldMkLst>
        <pc:spChg chg="del">
          <ac:chgData name="varitsara monsiri" userId="d21832565e14aca8" providerId="LiveId" clId="{E9DC6723-9FC9-431B-87EA-16B4388A27EF}" dt="2023-06-30T06:44:27.437" v="3004" actId="700"/>
          <ac:spMkLst>
            <pc:docMk/>
            <pc:sldMk cId="1909476340" sldId="276"/>
            <ac:spMk id="2" creationId="{658138E7-4193-4282-A787-B58F846343B2}"/>
          </ac:spMkLst>
        </pc:spChg>
        <pc:spChg chg="del">
          <ac:chgData name="varitsara monsiri" userId="d21832565e14aca8" providerId="LiveId" clId="{E9DC6723-9FC9-431B-87EA-16B4388A27EF}" dt="2023-06-30T06:44:27.437" v="3004" actId="700"/>
          <ac:spMkLst>
            <pc:docMk/>
            <pc:sldMk cId="1909476340" sldId="276"/>
            <ac:spMk id="3" creationId="{45D15969-178D-4DD8-9C78-F003D3450E4C}"/>
          </ac:spMkLst>
        </pc:spChg>
        <pc:spChg chg="mod">
          <ac:chgData name="varitsara monsiri" userId="d21832565e14aca8" providerId="LiveId" clId="{E9DC6723-9FC9-431B-87EA-16B4388A27EF}" dt="2023-06-30T07:22:12.296" v="3525"/>
          <ac:spMkLst>
            <pc:docMk/>
            <pc:sldMk cId="1909476340" sldId="276"/>
            <ac:spMk id="5" creationId="{831E4C15-4A9E-4780-BE8D-C6067DF73825}"/>
          </ac:spMkLst>
        </pc:spChg>
        <pc:spChg chg="mod">
          <ac:chgData name="varitsara monsiri" userId="d21832565e14aca8" providerId="LiveId" clId="{E9DC6723-9FC9-431B-87EA-16B4388A27EF}" dt="2023-06-30T07:22:12.296" v="3525"/>
          <ac:spMkLst>
            <pc:docMk/>
            <pc:sldMk cId="1909476340" sldId="276"/>
            <ac:spMk id="6" creationId="{35E9DFEC-3260-49C2-B280-B1D0D039D5E4}"/>
          </ac:spMkLst>
        </pc:spChg>
        <pc:spChg chg="mod">
          <ac:chgData name="varitsara monsiri" userId="d21832565e14aca8" providerId="LiveId" clId="{E9DC6723-9FC9-431B-87EA-16B4388A27EF}" dt="2023-06-30T07:22:12.296" v="3525"/>
          <ac:spMkLst>
            <pc:docMk/>
            <pc:sldMk cId="1909476340" sldId="276"/>
            <ac:spMk id="7" creationId="{FCFFB9A4-9FF8-4CB3-9D4B-30CD4A9115D3}"/>
          </ac:spMkLst>
        </pc:spChg>
        <pc:spChg chg="mod">
          <ac:chgData name="varitsara monsiri" userId="d21832565e14aca8" providerId="LiveId" clId="{E9DC6723-9FC9-431B-87EA-16B4388A27EF}" dt="2023-06-30T07:22:12.296" v="3525"/>
          <ac:spMkLst>
            <pc:docMk/>
            <pc:sldMk cId="1909476340" sldId="276"/>
            <ac:spMk id="8" creationId="{886023B2-4FE5-47E2-93B9-070B0BD8542D}"/>
          </ac:spMkLst>
        </pc:spChg>
        <pc:spChg chg="add del mod ord">
          <ac:chgData name="varitsara monsiri" userId="d21832565e14aca8" providerId="LiveId" clId="{E9DC6723-9FC9-431B-87EA-16B4388A27EF}" dt="2023-06-30T12:26:36.165" v="7864" actId="22"/>
          <ac:spMkLst>
            <pc:docMk/>
            <pc:sldMk cId="1909476340" sldId="276"/>
            <ac:spMk id="9" creationId="{1015CEF6-A12B-457D-993F-2CEB5ABB0937}"/>
          </ac:spMkLst>
        </pc:spChg>
        <pc:spChg chg="add del mod">
          <ac:chgData name="varitsara monsiri" userId="d21832565e14aca8" providerId="LiveId" clId="{E9DC6723-9FC9-431B-87EA-16B4388A27EF}" dt="2023-06-30T12:27:14.819" v="7873" actId="22"/>
          <ac:spMkLst>
            <pc:docMk/>
            <pc:sldMk cId="1909476340" sldId="276"/>
            <ac:spMk id="10" creationId="{3D9C6CA9-BFB8-4313-8212-8F248F09A663}"/>
          </ac:spMkLst>
        </pc:spChg>
        <pc:spChg chg="add mod">
          <ac:chgData name="varitsara monsiri" userId="d21832565e14aca8" providerId="LiveId" clId="{E9DC6723-9FC9-431B-87EA-16B4388A27EF}" dt="2023-06-30T07:26:35.671" v="3668" actId="20577"/>
          <ac:spMkLst>
            <pc:docMk/>
            <pc:sldMk cId="1909476340" sldId="276"/>
            <ac:spMk id="11" creationId="{2FAA69BC-3CD7-4E59-88BA-F7D70C8C1BB5}"/>
          </ac:spMkLst>
        </pc:spChg>
        <pc:spChg chg="add mod">
          <ac:chgData name="varitsara monsiri" userId="d21832565e14aca8" providerId="LiveId" clId="{E9DC6723-9FC9-431B-87EA-16B4388A27EF}" dt="2023-06-30T07:26:21.813" v="3664" actId="20577"/>
          <ac:spMkLst>
            <pc:docMk/>
            <pc:sldMk cId="1909476340" sldId="276"/>
            <ac:spMk id="12" creationId="{E52A02C6-6476-4898-AA12-D9E971A8FD8A}"/>
          </ac:spMkLst>
        </pc:spChg>
        <pc:spChg chg="add mod">
          <ac:chgData name="varitsara monsiri" userId="d21832565e14aca8" providerId="LiveId" clId="{E9DC6723-9FC9-431B-87EA-16B4388A27EF}" dt="2023-06-30T07:26:07.335" v="3655" actId="20577"/>
          <ac:spMkLst>
            <pc:docMk/>
            <pc:sldMk cId="1909476340" sldId="276"/>
            <ac:spMk id="13" creationId="{AD700133-0C96-491F-9C6D-605F1367D5BF}"/>
          </ac:spMkLst>
        </pc:spChg>
        <pc:spChg chg="add mod">
          <ac:chgData name="varitsara monsiri" userId="d21832565e14aca8" providerId="LiveId" clId="{E9DC6723-9FC9-431B-87EA-16B4388A27EF}" dt="2023-06-30T07:26:19.555" v="3661" actId="20577"/>
          <ac:spMkLst>
            <pc:docMk/>
            <pc:sldMk cId="1909476340" sldId="276"/>
            <ac:spMk id="14" creationId="{8B07C6ED-01CC-4841-8C5A-BC57C3FA640F}"/>
          </ac:spMkLst>
        </pc:spChg>
        <pc:spChg chg="mod">
          <ac:chgData name="varitsara monsiri" userId="d21832565e14aca8" providerId="LiveId" clId="{E9DC6723-9FC9-431B-87EA-16B4388A27EF}" dt="2023-06-30T07:59:27.722" v="3687"/>
          <ac:spMkLst>
            <pc:docMk/>
            <pc:sldMk cId="1909476340" sldId="276"/>
            <ac:spMk id="18" creationId="{B03B619C-9D08-44C2-BAA5-44DD083B596B}"/>
          </ac:spMkLst>
        </pc:spChg>
        <pc:spChg chg="mod">
          <ac:chgData name="varitsara monsiri" userId="d21832565e14aca8" providerId="LiveId" clId="{E9DC6723-9FC9-431B-87EA-16B4388A27EF}" dt="2023-06-30T07:59:27.722" v="3687"/>
          <ac:spMkLst>
            <pc:docMk/>
            <pc:sldMk cId="1909476340" sldId="276"/>
            <ac:spMk id="19" creationId="{05DEC980-3A1A-4947-A727-C8597F711D33}"/>
          </ac:spMkLst>
        </pc:spChg>
        <pc:spChg chg="mod">
          <ac:chgData name="varitsara monsiri" userId="d21832565e14aca8" providerId="LiveId" clId="{E9DC6723-9FC9-431B-87EA-16B4388A27EF}" dt="2023-06-30T07:59:27.722" v="3687"/>
          <ac:spMkLst>
            <pc:docMk/>
            <pc:sldMk cId="1909476340" sldId="276"/>
            <ac:spMk id="20" creationId="{297FFA90-4C2C-45DD-A89C-19610F1ECF1A}"/>
          </ac:spMkLst>
        </pc:spChg>
        <pc:spChg chg="mod">
          <ac:chgData name="varitsara monsiri" userId="d21832565e14aca8" providerId="LiveId" clId="{E9DC6723-9FC9-431B-87EA-16B4388A27EF}" dt="2023-06-30T07:59:27.722" v="3687"/>
          <ac:spMkLst>
            <pc:docMk/>
            <pc:sldMk cId="1909476340" sldId="276"/>
            <ac:spMk id="21" creationId="{ECC7B966-8CB9-42DE-9832-1A11D00ACE1C}"/>
          </ac:spMkLst>
        </pc:spChg>
        <pc:spChg chg="del mod topLvl">
          <ac:chgData name="varitsara monsiri" userId="d21832565e14aca8" providerId="LiveId" clId="{E9DC6723-9FC9-431B-87EA-16B4388A27EF}" dt="2023-06-30T11:51:13.098" v="7057"/>
          <ac:spMkLst>
            <pc:docMk/>
            <pc:sldMk cId="1909476340" sldId="276"/>
            <ac:spMk id="23" creationId="{A9B40F19-38A2-44E3-B28F-9B687531980A}"/>
          </ac:spMkLst>
        </pc:spChg>
        <pc:spChg chg="del mod topLvl">
          <ac:chgData name="varitsara monsiri" userId="d21832565e14aca8" providerId="LiveId" clId="{E9DC6723-9FC9-431B-87EA-16B4388A27EF}" dt="2023-06-30T11:51:28.311" v="7060"/>
          <ac:spMkLst>
            <pc:docMk/>
            <pc:sldMk cId="1909476340" sldId="276"/>
            <ac:spMk id="24" creationId="{2E0F5B27-E2AA-4E12-BA2A-3AF1CCC49F84}"/>
          </ac:spMkLst>
        </pc:spChg>
        <pc:spChg chg="del mod topLvl">
          <ac:chgData name="varitsara monsiri" userId="d21832565e14aca8" providerId="LiveId" clId="{E9DC6723-9FC9-431B-87EA-16B4388A27EF}" dt="2023-06-30T11:51:40.034" v="7063"/>
          <ac:spMkLst>
            <pc:docMk/>
            <pc:sldMk cId="1909476340" sldId="276"/>
            <ac:spMk id="25" creationId="{8FC8638F-99F6-4B09-91A8-4C2D4CC12693}"/>
          </ac:spMkLst>
        </pc:spChg>
        <pc:spChg chg="del mod topLvl">
          <ac:chgData name="varitsara monsiri" userId="d21832565e14aca8" providerId="LiveId" clId="{E9DC6723-9FC9-431B-87EA-16B4388A27EF}" dt="2023-06-30T11:51:52.362" v="7066"/>
          <ac:spMkLst>
            <pc:docMk/>
            <pc:sldMk cId="1909476340" sldId="276"/>
            <ac:spMk id="26" creationId="{EB89B38A-11A1-4EFB-BE87-34D31F59531F}"/>
          </ac:spMkLst>
        </pc:spChg>
        <pc:spChg chg="add del mod">
          <ac:chgData name="varitsara monsiri" userId="d21832565e14aca8" providerId="LiveId" clId="{E9DC6723-9FC9-431B-87EA-16B4388A27EF}" dt="2023-06-30T11:52:17.320" v="7071"/>
          <ac:spMkLst>
            <pc:docMk/>
            <pc:sldMk cId="1909476340" sldId="276"/>
            <ac:spMk id="27" creationId="{674BDFA3-F3E7-4A8C-989B-7FE964B1C088}"/>
          </ac:spMkLst>
        </pc:spChg>
        <pc:spChg chg="add del">
          <ac:chgData name="varitsara monsiri" userId="d21832565e14aca8" providerId="LiveId" clId="{E9DC6723-9FC9-431B-87EA-16B4388A27EF}" dt="2023-06-30T11:51:13.098" v="7057"/>
          <ac:spMkLst>
            <pc:docMk/>
            <pc:sldMk cId="1909476340" sldId="276"/>
            <ac:spMk id="28" creationId="{0BA3B016-3119-47BD-A821-E7D96E8BA671}"/>
          </ac:spMkLst>
        </pc:spChg>
        <pc:spChg chg="mod">
          <ac:chgData name="varitsara monsiri" userId="d21832565e14aca8" providerId="LiveId" clId="{E9DC6723-9FC9-431B-87EA-16B4388A27EF}" dt="2023-06-30T11:51:59.492" v="7067" actId="164"/>
          <ac:spMkLst>
            <pc:docMk/>
            <pc:sldMk cId="1909476340" sldId="276"/>
            <ac:spMk id="29" creationId="{1524B8C4-8A03-4A49-8AD8-4489C8FEAB4D}"/>
          </ac:spMkLst>
        </pc:spChg>
        <pc:spChg chg="add del mod">
          <ac:chgData name="varitsara monsiri" userId="d21832565e14aca8" providerId="LiveId" clId="{E9DC6723-9FC9-431B-87EA-16B4388A27EF}" dt="2023-06-30T11:51:28.311" v="7060"/>
          <ac:spMkLst>
            <pc:docMk/>
            <pc:sldMk cId="1909476340" sldId="276"/>
            <ac:spMk id="30" creationId="{CC2C78F6-4271-4B7D-90A6-2CFD90A3EC81}"/>
          </ac:spMkLst>
        </pc:spChg>
        <pc:spChg chg="add del mod">
          <ac:chgData name="varitsara monsiri" userId="d21832565e14aca8" providerId="LiveId" clId="{E9DC6723-9FC9-431B-87EA-16B4388A27EF}" dt="2023-06-30T11:51:19.276" v="7059" actId="478"/>
          <ac:spMkLst>
            <pc:docMk/>
            <pc:sldMk cId="1909476340" sldId="276"/>
            <ac:spMk id="31" creationId="{6EA9211A-FA5C-4949-8D2D-C62B4548CFCD}"/>
          </ac:spMkLst>
        </pc:spChg>
        <pc:spChg chg="mod">
          <ac:chgData name="varitsara monsiri" userId="d21832565e14aca8" providerId="LiveId" clId="{E9DC6723-9FC9-431B-87EA-16B4388A27EF}" dt="2023-06-30T11:51:59.492" v="7067" actId="164"/>
          <ac:spMkLst>
            <pc:docMk/>
            <pc:sldMk cId="1909476340" sldId="276"/>
            <ac:spMk id="32" creationId="{68AB174C-6BB7-47BB-8B48-7A959E645A24}"/>
          </ac:spMkLst>
        </pc:spChg>
        <pc:spChg chg="add del mod">
          <ac:chgData name="varitsara monsiri" userId="d21832565e14aca8" providerId="LiveId" clId="{E9DC6723-9FC9-431B-87EA-16B4388A27EF}" dt="2023-06-30T11:51:40.034" v="7063"/>
          <ac:spMkLst>
            <pc:docMk/>
            <pc:sldMk cId="1909476340" sldId="276"/>
            <ac:spMk id="33" creationId="{F1CCA7AF-CCD7-4E4F-BC74-95FDCE0BA87D}"/>
          </ac:spMkLst>
        </pc:spChg>
        <pc:spChg chg="add del mod">
          <ac:chgData name="varitsara monsiri" userId="d21832565e14aca8" providerId="LiveId" clId="{E9DC6723-9FC9-431B-87EA-16B4388A27EF}" dt="2023-06-30T11:51:32.359" v="7062" actId="478"/>
          <ac:spMkLst>
            <pc:docMk/>
            <pc:sldMk cId="1909476340" sldId="276"/>
            <ac:spMk id="34" creationId="{E6957A79-FD39-4FD2-A6F4-6542DF6E39F3}"/>
          </ac:spMkLst>
        </pc:spChg>
        <pc:spChg chg="mod">
          <ac:chgData name="varitsara monsiri" userId="d21832565e14aca8" providerId="LiveId" clId="{E9DC6723-9FC9-431B-87EA-16B4388A27EF}" dt="2023-06-30T11:51:59.492" v="7067" actId="164"/>
          <ac:spMkLst>
            <pc:docMk/>
            <pc:sldMk cId="1909476340" sldId="276"/>
            <ac:spMk id="35" creationId="{B0C222DB-6EB9-4863-AB42-9A3CA4F7153F}"/>
          </ac:spMkLst>
        </pc:spChg>
        <pc:spChg chg="add del mod">
          <ac:chgData name="varitsara monsiri" userId="d21832565e14aca8" providerId="LiveId" clId="{E9DC6723-9FC9-431B-87EA-16B4388A27EF}" dt="2023-06-30T11:51:52.362" v="7066"/>
          <ac:spMkLst>
            <pc:docMk/>
            <pc:sldMk cId="1909476340" sldId="276"/>
            <ac:spMk id="36" creationId="{EEAB632A-33B0-4D3C-8A92-4A7CDA43C5E1}"/>
          </ac:spMkLst>
        </pc:spChg>
        <pc:spChg chg="add del mod">
          <ac:chgData name="varitsara monsiri" userId="d21832565e14aca8" providerId="LiveId" clId="{E9DC6723-9FC9-431B-87EA-16B4388A27EF}" dt="2023-06-30T11:51:44.391" v="7065" actId="478"/>
          <ac:spMkLst>
            <pc:docMk/>
            <pc:sldMk cId="1909476340" sldId="276"/>
            <ac:spMk id="37" creationId="{F6C66518-71B4-48EF-9F29-E881E484B85F}"/>
          </ac:spMkLst>
        </pc:spChg>
        <pc:spChg chg="mod">
          <ac:chgData name="varitsara monsiri" userId="d21832565e14aca8" providerId="LiveId" clId="{E9DC6723-9FC9-431B-87EA-16B4388A27EF}" dt="2023-06-30T11:51:59.492" v="7067" actId="164"/>
          <ac:spMkLst>
            <pc:docMk/>
            <pc:sldMk cId="1909476340" sldId="276"/>
            <ac:spMk id="38" creationId="{D4E8CA8E-520C-49BF-B48D-FB9410F640F0}"/>
          </ac:spMkLst>
        </pc:spChg>
        <pc:spChg chg="add del mod">
          <ac:chgData name="varitsara monsiri" userId="d21832565e14aca8" providerId="LiveId" clId="{E9DC6723-9FC9-431B-87EA-16B4388A27EF}" dt="2023-06-30T11:52:17.320" v="7071"/>
          <ac:spMkLst>
            <pc:docMk/>
            <pc:sldMk cId="1909476340" sldId="276"/>
            <ac:spMk id="40" creationId="{AFBEAA50-91F7-4697-8894-E7DD080F99B9}"/>
          </ac:spMkLst>
        </pc:spChg>
        <pc:spChg chg="add del mod">
          <ac:chgData name="varitsara monsiri" userId="d21832565e14aca8" providerId="LiveId" clId="{E9DC6723-9FC9-431B-87EA-16B4388A27EF}" dt="2023-06-30T11:52:08.287" v="7069" actId="478"/>
          <ac:spMkLst>
            <pc:docMk/>
            <pc:sldMk cId="1909476340" sldId="276"/>
            <ac:spMk id="41" creationId="{C642E522-BDB3-45C5-AB29-329F5090D306}"/>
          </ac:spMkLst>
        </pc:spChg>
        <pc:spChg chg="del mod">
          <ac:chgData name="varitsara monsiri" userId="d21832565e14aca8" providerId="LiveId" clId="{E9DC6723-9FC9-431B-87EA-16B4388A27EF}" dt="2023-06-30T11:52:20.377" v="7072" actId="478"/>
          <ac:spMkLst>
            <pc:docMk/>
            <pc:sldMk cId="1909476340" sldId="276"/>
            <ac:spMk id="42" creationId="{1F09C297-E302-4E9C-B406-C7010E31E064}"/>
          </ac:spMkLst>
        </pc:spChg>
        <pc:spChg chg="mod">
          <ac:chgData name="varitsara monsiri" userId="d21832565e14aca8" providerId="LiveId" clId="{E9DC6723-9FC9-431B-87EA-16B4388A27EF}" dt="2023-06-30T11:52:25.274" v="7074" actId="207"/>
          <ac:spMkLst>
            <pc:docMk/>
            <pc:sldMk cId="1909476340" sldId="276"/>
            <ac:spMk id="43" creationId="{54E607BC-6AFB-45A1-BEB1-591A898231FC}"/>
          </ac:spMkLst>
        </pc:spChg>
        <pc:spChg chg="del mod">
          <ac:chgData name="varitsara monsiri" userId="d21832565e14aca8" providerId="LiveId" clId="{E9DC6723-9FC9-431B-87EA-16B4388A27EF}" dt="2023-06-30T11:52:20.377" v="7072" actId="478"/>
          <ac:spMkLst>
            <pc:docMk/>
            <pc:sldMk cId="1909476340" sldId="276"/>
            <ac:spMk id="44" creationId="{95F86939-7A52-4AE2-B561-8BE38AF0D4B2}"/>
          </ac:spMkLst>
        </pc:spChg>
        <pc:spChg chg="add del mod">
          <ac:chgData name="varitsara monsiri" userId="d21832565e14aca8" providerId="LiveId" clId="{E9DC6723-9FC9-431B-87EA-16B4388A27EF}" dt="2023-06-30T12:28:34.182" v="7884" actId="22"/>
          <ac:spMkLst>
            <pc:docMk/>
            <pc:sldMk cId="1909476340" sldId="276"/>
            <ac:spMk id="50" creationId="{15CFAD04-0E5D-4B0C-B829-F2CBFA15377C}"/>
          </ac:spMkLst>
        </pc:spChg>
        <pc:grpChg chg="add del mod">
          <ac:chgData name="varitsara monsiri" userId="d21832565e14aca8" providerId="LiveId" clId="{E9DC6723-9FC9-431B-87EA-16B4388A27EF}" dt="2023-06-30T07:22:31.526" v="3529" actId="478"/>
          <ac:grpSpMkLst>
            <pc:docMk/>
            <pc:sldMk cId="1909476340" sldId="276"/>
            <ac:grpSpMk id="4" creationId="{054371F4-8E02-46BA-8B60-816C44EBE89F}"/>
          </ac:grpSpMkLst>
        </pc:grpChg>
        <pc:grpChg chg="add del mod ord">
          <ac:chgData name="varitsara monsiri" userId="d21832565e14aca8" providerId="LiveId" clId="{E9DC6723-9FC9-431B-87EA-16B4388A27EF}" dt="2023-06-30T08:00:21.513" v="3697" actId="478"/>
          <ac:grpSpMkLst>
            <pc:docMk/>
            <pc:sldMk cId="1909476340" sldId="276"/>
            <ac:grpSpMk id="17" creationId="{5A540802-9B7D-470C-A27B-FD06F489A52F}"/>
          </ac:grpSpMkLst>
        </pc:grpChg>
        <pc:grpChg chg="add del mod ord">
          <ac:chgData name="varitsara monsiri" userId="d21832565e14aca8" providerId="LiveId" clId="{E9DC6723-9FC9-431B-87EA-16B4388A27EF}" dt="2023-06-30T11:50:49.787" v="7056" actId="165"/>
          <ac:grpSpMkLst>
            <pc:docMk/>
            <pc:sldMk cId="1909476340" sldId="276"/>
            <ac:grpSpMk id="22" creationId="{3D294ED2-588B-4AE3-89C6-3C9EBD987D00}"/>
          </ac:grpSpMkLst>
        </pc:grpChg>
        <pc:grpChg chg="add mod">
          <ac:chgData name="varitsara monsiri" userId="d21832565e14aca8" providerId="LiveId" clId="{E9DC6723-9FC9-431B-87EA-16B4388A27EF}" dt="2023-06-30T11:51:59.492" v="7067" actId="164"/>
          <ac:grpSpMkLst>
            <pc:docMk/>
            <pc:sldMk cId="1909476340" sldId="276"/>
            <ac:grpSpMk id="39" creationId="{54441413-542A-48C4-A0A9-050F79B89482}"/>
          </ac:grpSpMkLst>
        </pc:grpChg>
        <pc:picChg chg="add mod ord">
          <ac:chgData name="varitsara monsiri" userId="d21832565e14aca8" providerId="LiveId" clId="{E9DC6723-9FC9-431B-87EA-16B4388A27EF}" dt="2023-06-30T12:26:46.652" v="7866" actId="170"/>
          <ac:picMkLst>
            <pc:docMk/>
            <pc:sldMk cId="1909476340" sldId="276"/>
            <ac:picMk id="15" creationId="{2507181E-00B8-4006-8CD6-CC035F329C71}"/>
          </ac:picMkLst>
        </pc:picChg>
        <pc:picChg chg="add mod ord">
          <ac:chgData name="varitsara monsiri" userId="d21832565e14aca8" providerId="LiveId" clId="{E9DC6723-9FC9-431B-87EA-16B4388A27EF}" dt="2023-06-30T12:28:55.281" v="7888" actId="170"/>
          <ac:picMkLst>
            <pc:docMk/>
            <pc:sldMk cId="1909476340" sldId="276"/>
            <ac:picMk id="16" creationId="{54B81609-A912-465A-ACAF-E4FBB8C68D39}"/>
          </ac:picMkLst>
        </pc:picChg>
        <pc:picChg chg="add mod ord modCrop">
          <ac:chgData name="varitsara monsiri" userId="d21832565e14aca8" providerId="LiveId" clId="{E9DC6723-9FC9-431B-87EA-16B4388A27EF}" dt="2023-06-30T12:26:42.134" v="7865" actId="18131"/>
          <ac:picMkLst>
            <pc:docMk/>
            <pc:sldMk cId="1909476340" sldId="276"/>
            <ac:picMk id="46" creationId="{6C758082-0546-4E74-B783-BBA1F38B07D0}"/>
          </ac:picMkLst>
        </pc:picChg>
        <pc:picChg chg="add del mod ord modCrop">
          <ac:chgData name="varitsara monsiri" userId="d21832565e14aca8" providerId="LiveId" clId="{E9DC6723-9FC9-431B-87EA-16B4388A27EF}" dt="2023-06-30T12:27:51.085" v="7883" actId="478"/>
          <ac:picMkLst>
            <pc:docMk/>
            <pc:sldMk cId="1909476340" sldId="276"/>
            <ac:picMk id="48" creationId="{D54B2E7F-9286-4F94-AFEC-A96CE35A50A1}"/>
          </ac:picMkLst>
        </pc:picChg>
        <pc:picChg chg="add mod ord modCrop">
          <ac:chgData name="varitsara monsiri" userId="d21832565e14aca8" providerId="LiveId" clId="{E9DC6723-9FC9-431B-87EA-16B4388A27EF}" dt="2023-06-30T12:28:50.809" v="7887" actId="18131"/>
          <ac:picMkLst>
            <pc:docMk/>
            <pc:sldMk cId="1909476340" sldId="276"/>
            <ac:picMk id="52" creationId="{D58BD6FE-45D2-4906-84B4-86A6FB7B5624}"/>
          </ac:picMkLst>
        </pc:picChg>
      </pc:sldChg>
      <pc:sldChg chg="addSp delSp modSp new del mod modClrScheme chgLayout">
        <pc:chgData name="varitsara monsiri" userId="d21832565e14aca8" providerId="LiveId" clId="{E9DC6723-9FC9-431B-87EA-16B4388A27EF}" dt="2023-06-30T08:27:42.811" v="4195" actId="47"/>
        <pc:sldMkLst>
          <pc:docMk/>
          <pc:sldMk cId="3582955583" sldId="277"/>
        </pc:sldMkLst>
        <pc:spChg chg="del">
          <ac:chgData name="varitsara monsiri" userId="d21832565e14aca8" providerId="LiveId" clId="{E9DC6723-9FC9-431B-87EA-16B4388A27EF}" dt="2023-06-30T06:44:31.235" v="3005" actId="700"/>
          <ac:spMkLst>
            <pc:docMk/>
            <pc:sldMk cId="3582955583" sldId="277"/>
            <ac:spMk id="2" creationId="{9A75B86C-FD96-4F5B-A44B-5B252E1AEC46}"/>
          </ac:spMkLst>
        </pc:spChg>
        <pc:spChg chg="del">
          <ac:chgData name="varitsara monsiri" userId="d21832565e14aca8" providerId="LiveId" clId="{E9DC6723-9FC9-431B-87EA-16B4388A27EF}" dt="2023-06-30T06:44:31.235" v="3005" actId="700"/>
          <ac:spMkLst>
            <pc:docMk/>
            <pc:sldMk cId="3582955583" sldId="277"/>
            <ac:spMk id="3" creationId="{9A5BEBBA-ABAE-4463-870B-C9B595AFE446}"/>
          </ac:spMkLst>
        </pc:spChg>
        <pc:spChg chg="add mod">
          <ac:chgData name="varitsara monsiri" userId="d21832565e14aca8" providerId="LiveId" clId="{E9DC6723-9FC9-431B-87EA-16B4388A27EF}" dt="2023-06-30T08:15:54.322" v="4039" actId="1035"/>
          <ac:spMkLst>
            <pc:docMk/>
            <pc:sldMk cId="3582955583" sldId="277"/>
            <ac:spMk id="4" creationId="{708D3823-9A0B-4AB9-A55C-5B7A61AF1C28}"/>
          </ac:spMkLst>
        </pc:spChg>
        <pc:spChg chg="mod">
          <ac:chgData name="varitsara monsiri" userId="d21832565e14aca8" providerId="LiveId" clId="{E9DC6723-9FC9-431B-87EA-16B4388A27EF}" dt="2023-06-30T08:11:15.555" v="3957" actId="165"/>
          <ac:spMkLst>
            <pc:docMk/>
            <pc:sldMk cId="3582955583" sldId="277"/>
            <ac:spMk id="10" creationId="{468AE5EC-F79E-4669-A410-DC3C264F44C4}"/>
          </ac:spMkLst>
        </pc:spChg>
        <pc:spChg chg="mod">
          <ac:chgData name="varitsara monsiri" userId="d21832565e14aca8" providerId="LiveId" clId="{E9DC6723-9FC9-431B-87EA-16B4388A27EF}" dt="2023-06-30T08:11:15.555" v="3957" actId="165"/>
          <ac:spMkLst>
            <pc:docMk/>
            <pc:sldMk cId="3582955583" sldId="277"/>
            <ac:spMk id="11" creationId="{E3F3CD18-16B7-469C-A36C-46CDE31B397E}"/>
          </ac:spMkLst>
        </pc:spChg>
        <pc:spChg chg="mod">
          <ac:chgData name="varitsara monsiri" userId="d21832565e14aca8" providerId="LiveId" clId="{E9DC6723-9FC9-431B-87EA-16B4388A27EF}" dt="2023-06-30T08:11:15.555" v="3957" actId="165"/>
          <ac:spMkLst>
            <pc:docMk/>
            <pc:sldMk cId="3582955583" sldId="277"/>
            <ac:spMk id="12" creationId="{39AEC257-09B8-4FB3-9B12-CB65089F8A03}"/>
          </ac:spMkLst>
        </pc:spChg>
        <pc:spChg chg="mod">
          <ac:chgData name="varitsara monsiri" userId="d21832565e14aca8" providerId="LiveId" clId="{E9DC6723-9FC9-431B-87EA-16B4388A27EF}" dt="2023-06-30T08:11:15.555" v="3957" actId="165"/>
          <ac:spMkLst>
            <pc:docMk/>
            <pc:sldMk cId="3582955583" sldId="277"/>
            <ac:spMk id="13" creationId="{AA2193F0-74A3-4BFA-881B-04A371A52FB6}"/>
          </ac:spMkLst>
        </pc:spChg>
        <pc:spChg chg="mod">
          <ac:chgData name="varitsara monsiri" userId="d21832565e14aca8" providerId="LiveId" clId="{E9DC6723-9FC9-431B-87EA-16B4388A27EF}" dt="2023-06-30T08:11:15.555" v="3957" actId="165"/>
          <ac:spMkLst>
            <pc:docMk/>
            <pc:sldMk cId="3582955583" sldId="277"/>
            <ac:spMk id="14" creationId="{9AAB4983-46B0-4B88-81E6-1DF2B719FA88}"/>
          </ac:spMkLst>
        </pc:spChg>
        <pc:spChg chg="mod">
          <ac:chgData name="varitsara monsiri" userId="d21832565e14aca8" providerId="LiveId" clId="{E9DC6723-9FC9-431B-87EA-16B4388A27EF}" dt="2023-06-30T08:11:15.555" v="3957" actId="165"/>
          <ac:spMkLst>
            <pc:docMk/>
            <pc:sldMk cId="3582955583" sldId="277"/>
            <ac:spMk id="16" creationId="{F987843B-E3BB-459C-90A6-8904A7D74074}"/>
          </ac:spMkLst>
        </pc:spChg>
        <pc:spChg chg="mod">
          <ac:chgData name="varitsara monsiri" userId="d21832565e14aca8" providerId="LiveId" clId="{E9DC6723-9FC9-431B-87EA-16B4388A27EF}" dt="2023-06-30T08:11:15.555" v="3957" actId="165"/>
          <ac:spMkLst>
            <pc:docMk/>
            <pc:sldMk cId="3582955583" sldId="277"/>
            <ac:spMk id="17" creationId="{F30104E3-3136-4756-B955-AEAD3CC0D7FD}"/>
          </ac:spMkLst>
        </pc:spChg>
        <pc:spChg chg="mod">
          <ac:chgData name="varitsara monsiri" userId="d21832565e14aca8" providerId="LiveId" clId="{E9DC6723-9FC9-431B-87EA-16B4388A27EF}" dt="2023-06-30T08:11:15.555" v="3957" actId="165"/>
          <ac:spMkLst>
            <pc:docMk/>
            <pc:sldMk cId="3582955583" sldId="277"/>
            <ac:spMk id="18" creationId="{A0F7ECC0-B65C-4181-B05F-0DCCF9DB6430}"/>
          </ac:spMkLst>
        </pc:spChg>
        <pc:spChg chg="mod">
          <ac:chgData name="varitsara monsiri" userId="d21832565e14aca8" providerId="LiveId" clId="{E9DC6723-9FC9-431B-87EA-16B4388A27EF}" dt="2023-06-30T08:11:15.555" v="3957" actId="165"/>
          <ac:spMkLst>
            <pc:docMk/>
            <pc:sldMk cId="3582955583" sldId="277"/>
            <ac:spMk id="19" creationId="{A1D35FA0-960E-4347-87FD-5E1A8CEEB1B8}"/>
          </ac:spMkLst>
        </pc:spChg>
        <pc:spChg chg="mod">
          <ac:chgData name="varitsara monsiri" userId="d21832565e14aca8" providerId="LiveId" clId="{E9DC6723-9FC9-431B-87EA-16B4388A27EF}" dt="2023-06-30T08:11:15.555" v="3957" actId="165"/>
          <ac:spMkLst>
            <pc:docMk/>
            <pc:sldMk cId="3582955583" sldId="277"/>
            <ac:spMk id="20" creationId="{105E5CA7-2D6D-4FEE-9B69-CF0C040BC092}"/>
          </ac:spMkLst>
        </pc:spChg>
        <pc:spChg chg="mod">
          <ac:chgData name="varitsara monsiri" userId="d21832565e14aca8" providerId="LiveId" clId="{E9DC6723-9FC9-431B-87EA-16B4388A27EF}" dt="2023-06-30T08:11:15.555" v="3957" actId="165"/>
          <ac:spMkLst>
            <pc:docMk/>
            <pc:sldMk cId="3582955583" sldId="277"/>
            <ac:spMk id="21" creationId="{36907A58-0777-4A91-BAA2-3FE8EE272A3D}"/>
          </ac:spMkLst>
        </pc:spChg>
        <pc:spChg chg="mod">
          <ac:chgData name="varitsara monsiri" userId="d21832565e14aca8" providerId="LiveId" clId="{E9DC6723-9FC9-431B-87EA-16B4388A27EF}" dt="2023-06-30T08:11:15.555" v="3957" actId="165"/>
          <ac:spMkLst>
            <pc:docMk/>
            <pc:sldMk cId="3582955583" sldId="277"/>
            <ac:spMk id="22" creationId="{64DA5159-79A6-4C4E-9289-014EEEA8A6C4}"/>
          </ac:spMkLst>
        </pc:spChg>
        <pc:spChg chg="mod">
          <ac:chgData name="varitsara monsiri" userId="d21832565e14aca8" providerId="LiveId" clId="{E9DC6723-9FC9-431B-87EA-16B4388A27EF}" dt="2023-06-30T08:11:15.555" v="3957" actId="165"/>
          <ac:spMkLst>
            <pc:docMk/>
            <pc:sldMk cId="3582955583" sldId="277"/>
            <ac:spMk id="23" creationId="{D4E1D30A-6A7D-4858-A34B-863606B49F3B}"/>
          </ac:spMkLst>
        </pc:spChg>
        <pc:spChg chg="mod">
          <ac:chgData name="varitsara monsiri" userId="d21832565e14aca8" providerId="LiveId" clId="{E9DC6723-9FC9-431B-87EA-16B4388A27EF}" dt="2023-06-30T08:11:15.555" v="3957" actId="165"/>
          <ac:spMkLst>
            <pc:docMk/>
            <pc:sldMk cId="3582955583" sldId="277"/>
            <ac:spMk id="24" creationId="{50A84C02-69CC-4129-AE48-D3720C1E201B}"/>
          </ac:spMkLst>
        </pc:spChg>
        <pc:spChg chg="mod">
          <ac:chgData name="varitsara monsiri" userId="d21832565e14aca8" providerId="LiveId" clId="{E9DC6723-9FC9-431B-87EA-16B4388A27EF}" dt="2023-06-30T08:11:15.555" v="3957" actId="165"/>
          <ac:spMkLst>
            <pc:docMk/>
            <pc:sldMk cId="3582955583" sldId="277"/>
            <ac:spMk id="25" creationId="{07AA3D04-52A4-4D85-A731-F2F9F31A543C}"/>
          </ac:spMkLst>
        </pc:spChg>
        <pc:spChg chg="mod">
          <ac:chgData name="varitsara monsiri" userId="d21832565e14aca8" providerId="LiveId" clId="{E9DC6723-9FC9-431B-87EA-16B4388A27EF}" dt="2023-06-30T08:11:15.555" v="3957" actId="165"/>
          <ac:spMkLst>
            <pc:docMk/>
            <pc:sldMk cId="3582955583" sldId="277"/>
            <ac:spMk id="26" creationId="{B7C3288C-C27F-4F75-BB45-3EC38AD66881}"/>
          </ac:spMkLst>
        </pc:spChg>
        <pc:spChg chg="mod">
          <ac:chgData name="varitsara monsiri" userId="d21832565e14aca8" providerId="LiveId" clId="{E9DC6723-9FC9-431B-87EA-16B4388A27EF}" dt="2023-06-30T08:11:15.555" v="3957" actId="165"/>
          <ac:spMkLst>
            <pc:docMk/>
            <pc:sldMk cId="3582955583" sldId="277"/>
            <ac:spMk id="27" creationId="{CB51F2F5-EB4E-4856-8828-DD242A135149}"/>
          </ac:spMkLst>
        </pc:spChg>
        <pc:spChg chg="mod">
          <ac:chgData name="varitsara monsiri" userId="d21832565e14aca8" providerId="LiveId" clId="{E9DC6723-9FC9-431B-87EA-16B4388A27EF}" dt="2023-06-30T08:11:15.555" v="3957" actId="165"/>
          <ac:spMkLst>
            <pc:docMk/>
            <pc:sldMk cId="3582955583" sldId="277"/>
            <ac:spMk id="28" creationId="{2F244D0D-174A-43C3-B3CF-C8D632CCF64E}"/>
          </ac:spMkLst>
        </pc:spChg>
        <pc:spChg chg="mod">
          <ac:chgData name="varitsara monsiri" userId="d21832565e14aca8" providerId="LiveId" clId="{E9DC6723-9FC9-431B-87EA-16B4388A27EF}" dt="2023-06-30T08:11:15.555" v="3957" actId="165"/>
          <ac:spMkLst>
            <pc:docMk/>
            <pc:sldMk cId="3582955583" sldId="277"/>
            <ac:spMk id="29" creationId="{E5F7EAB8-C162-45CB-9C9E-3D617CFB63ED}"/>
          </ac:spMkLst>
        </pc:spChg>
        <pc:spChg chg="mod">
          <ac:chgData name="varitsara monsiri" userId="d21832565e14aca8" providerId="LiveId" clId="{E9DC6723-9FC9-431B-87EA-16B4388A27EF}" dt="2023-06-30T08:11:15.555" v="3957" actId="165"/>
          <ac:spMkLst>
            <pc:docMk/>
            <pc:sldMk cId="3582955583" sldId="277"/>
            <ac:spMk id="30" creationId="{B6A4F585-C215-4176-BC0D-9372C96EDEDA}"/>
          </ac:spMkLst>
        </pc:spChg>
        <pc:spChg chg="mod">
          <ac:chgData name="varitsara monsiri" userId="d21832565e14aca8" providerId="LiveId" clId="{E9DC6723-9FC9-431B-87EA-16B4388A27EF}" dt="2023-06-30T08:11:15.555" v="3957" actId="165"/>
          <ac:spMkLst>
            <pc:docMk/>
            <pc:sldMk cId="3582955583" sldId="277"/>
            <ac:spMk id="32" creationId="{5F062F16-AF17-455B-BC81-66F45B7FC656}"/>
          </ac:spMkLst>
        </pc:spChg>
        <pc:spChg chg="mod">
          <ac:chgData name="varitsara monsiri" userId="d21832565e14aca8" providerId="LiveId" clId="{E9DC6723-9FC9-431B-87EA-16B4388A27EF}" dt="2023-06-30T08:11:15.555" v="3957" actId="165"/>
          <ac:spMkLst>
            <pc:docMk/>
            <pc:sldMk cId="3582955583" sldId="277"/>
            <ac:spMk id="33" creationId="{099C8DDE-D935-4DB0-A5DB-8B7EC1186A4A}"/>
          </ac:spMkLst>
        </pc:spChg>
        <pc:spChg chg="mod">
          <ac:chgData name="varitsara monsiri" userId="d21832565e14aca8" providerId="LiveId" clId="{E9DC6723-9FC9-431B-87EA-16B4388A27EF}" dt="2023-06-30T08:11:15.555" v="3957" actId="165"/>
          <ac:spMkLst>
            <pc:docMk/>
            <pc:sldMk cId="3582955583" sldId="277"/>
            <ac:spMk id="34" creationId="{2771F92E-37F5-48DE-943B-BA62E3117225}"/>
          </ac:spMkLst>
        </pc:spChg>
        <pc:spChg chg="mod">
          <ac:chgData name="varitsara monsiri" userId="d21832565e14aca8" providerId="LiveId" clId="{E9DC6723-9FC9-431B-87EA-16B4388A27EF}" dt="2023-06-30T08:11:15.555" v="3957" actId="165"/>
          <ac:spMkLst>
            <pc:docMk/>
            <pc:sldMk cId="3582955583" sldId="277"/>
            <ac:spMk id="35" creationId="{65D33D0A-E984-4F31-B00D-7EF7DB88BFB2}"/>
          </ac:spMkLst>
        </pc:spChg>
        <pc:spChg chg="mod">
          <ac:chgData name="varitsara monsiri" userId="d21832565e14aca8" providerId="LiveId" clId="{E9DC6723-9FC9-431B-87EA-16B4388A27EF}" dt="2023-06-30T08:11:15.555" v="3957" actId="165"/>
          <ac:spMkLst>
            <pc:docMk/>
            <pc:sldMk cId="3582955583" sldId="277"/>
            <ac:spMk id="36" creationId="{4B201595-01C1-4D61-AE20-C02C39E6682C}"/>
          </ac:spMkLst>
        </pc:spChg>
        <pc:spChg chg="mod">
          <ac:chgData name="varitsara monsiri" userId="d21832565e14aca8" providerId="LiveId" clId="{E9DC6723-9FC9-431B-87EA-16B4388A27EF}" dt="2023-06-30T08:11:15.555" v="3957" actId="165"/>
          <ac:spMkLst>
            <pc:docMk/>
            <pc:sldMk cId="3582955583" sldId="277"/>
            <ac:spMk id="37" creationId="{F3424342-7009-4E05-9DF8-16BA8D395BD4}"/>
          </ac:spMkLst>
        </pc:spChg>
        <pc:spChg chg="mod">
          <ac:chgData name="varitsara monsiri" userId="d21832565e14aca8" providerId="LiveId" clId="{E9DC6723-9FC9-431B-87EA-16B4388A27EF}" dt="2023-06-30T08:11:15.555" v="3957" actId="165"/>
          <ac:spMkLst>
            <pc:docMk/>
            <pc:sldMk cId="3582955583" sldId="277"/>
            <ac:spMk id="38" creationId="{68D124F1-DC88-4774-A6CB-A70B6BB78723}"/>
          </ac:spMkLst>
        </pc:spChg>
        <pc:spChg chg="mod">
          <ac:chgData name="varitsara monsiri" userId="d21832565e14aca8" providerId="LiveId" clId="{E9DC6723-9FC9-431B-87EA-16B4388A27EF}" dt="2023-06-30T08:11:15.555" v="3957" actId="165"/>
          <ac:spMkLst>
            <pc:docMk/>
            <pc:sldMk cId="3582955583" sldId="277"/>
            <ac:spMk id="39" creationId="{48C6EA1E-B976-4999-90E2-74566F21ABD7}"/>
          </ac:spMkLst>
        </pc:spChg>
        <pc:spChg chg="mod">
          <ac:chgData name="varitsara monsiri" userId="d21832565e14aca8" providerId="LiveId" clId="{E9DC6723-9FC9-431B-87EA-16B4388A27EF}" dt="2023-06-30T08:11:15.555" v="3957" actId="165"/>
          <ac:spMkLst>
            <pc:docMk/>
            <pc:sldMk cId="3582955583" sldId="277"/>
            <ac:spMk id="40" creationId="{6483CEA9-1E52-4334-AADC-7D612EAD59DE}"/>
          </ac:spMkLst>
        </pc:spChg>
        <pc:spChg chg="mod">
          <ac:chgData name="varitsara monsiri" userId="d21832565e14aca8" providerId="LiveId" clId="{E9DC6723-9FC9-431B-87EA-16B4388A27EF}" dt="2023-06-30T08:11:15.555" v="3957" actId="165"/>
          <ac:spMkLst>
            <pc:docMk/>
            <pc:sldMk cId="3582955583" sldId="277"/>
            <ac:spMk id="41" creationId="{3591BC89-EA3E-4224-8D59-AE58B70BEA3F}"/>
          </ac:spMkLst>
        </pc:spChg>
        <pc:spChg chg="mod">
          <ac:chgData name="varitsara monsiri" userId="d21832565e14aca8" providerId="LiveId" clId="{E9DC6723-9FC9-431B-87EA-16B4388A27EF}" dt="2023-06-30T08:11:15.555" v="3957" actId="165"/>
          <ac:spMkLst>
            <pc:docMk/>
            <pc:sldMk cId="3582955583" sldId="277"/>
            <ac:spMk id="42" creationId="{AAED6823-995C-410C-982E-137A68E1D483}"/>
          </ac:spMkLst>
        </pc:spChg>
        <pc:spChg chg="mod">
          <ac:chgData name="varitsara monsiri" userId="d21832565e14aca8" providerId="LiveId" clId="{E9DC6723-9FC9-431B-87EA-16B4388A27EF}" dt="2023-06-30T08:11:15.555" v="3957" actId="165"/>
          <ac:spMkLst>
            <pc:docMk/>
            <pc:sldMk cId="3582955583" sldId="277"/>
            <ac:spMk id="43" creationId="{0583BAD3-09E9-4D0E-9CEF-6653B2524622}"/>
          </ac:spMkLst>
        </pc:spChg>
        <pc:spChg chg="mod">
          <ac:chgData name="varitsara monsiri" userId="d21832565e14aca8" providerId="LiveId" clId="{E9DC6723-9FC9-431B-87EA-16B4388A27EF}" dt="2023-06-30T08:11:15.555" v="3957" actId="165"/>
          <ac:spMkLst>
            <pc:docMk/>
            <pc:sldMk cId="3582955583" sldId="277"/>
            <ac:spMk id="44" creationId="{1138C2DA-6787-4480-B1B3-C32E81662341}"/>
          </ac:spMkLst>
        </pc:spChg>
        <pc:spChg chg="mod">
          <ac:chgData name="varitsara monsiri" userId="d21832565e14aca8" providerId="LiveId" clId="{E9DC6723-9FC9-431B-87EA-16B4388A27EF}" dt="2023-06-30T08:11:15.555" v="3957" actId="165"/>
          <ac:spMkLst>
            <pc:docMk/>
            <pc:sldMk cId="3582955583" sldId="277"/>
            <ac:spMk id="45" creationId="{4E02013D-4BED-4F15-857F-2E78B6240AEA}"/>
          </ac:spMkLst>
        </pc:spChg>
        <pc:spChg chg="mod">
          <ac:chgData name="varitsara monsiri" userId="d21832565e14aca8" providerId="LiveId" clId="{E9DC6723-9FC9-431B-87EA-16B4388A27EF}" dt="2023-06-30T08:11:15.555" v="3957" actId="165"/>
          <ac:spMkLst>
            <pc:docMk/>
            <pc:sldMk cId="3582955583" sldId="277"/>
            <ac:spMk id="46" creationId="{02BC9414-B9D5-4657-9547-328C3DC14DC5}"/>
          </ac:spMkLst>
        </pc:spChg>
        <pc:spChg chg="mod">
          <ac:chgData name="varitsara monsiri" userId="d21832565e14aca8" providerId="LiveId" clId="{E9DC6723-9FC9-431B-87EA-16B4388A27EF}" dt="2023-06-30T08:11:15.555" v="3957" actId="165"/>
          <ac:spMkLst>
            <pc:docMk/>
            <pc:sldMk cId="3582955583" sldId="277"/>
            <ac:spMk id="48" creationId="{4C2C5782-5611-4DF4-8413-5423CCEDA83D}"/>
          </ac:spMkLst>
        </pc:spChg>
        <pc:spChg chg="mod">
          <ac:chgData name="varitsara monsiri" userId="d21832565e14aca8" providerId="LiveId" clId="{E9DC6723-9FC9-431B-87EA-16B4388A27EF}" dt="2023-06-30T08:11:15.555" v="3957" actId="165"/>
          <ac:spMkLst>
            <pc:docMk/>
            <pc:sldMk cId="3582955583" sldId="277"/>
            <ac:spMk id="49" creationId="{3FD93B5D-A674-41C8-A59F-50C0F1DFE02D}"/>
          </ac:spMkLst>
        </pc:spChg>
        <pc:spChg chg="mod">
          <ac:chgData name="varitsara monsiri" userId="d21832565e14aca8" providerId="LiveId" clId="{E9DC6723-9FC9-431B-87EA-16B4388A27EF}" dt="2023-06-30T08:11:15.555" v="3957" actId="165"/>
          <ac:spMkLst>
            <pc:docMk/>
            <pc:sldMk cId="3582955583" sldId="277"/>
            <ac:spMk id="50" creationId="{6A54D262-A121-409D-8B86-8C80A5C52E0D}"/>
          </ac:spMkLst>
        </pc:spChg>
        <pc:spChg chg="mod">
          <ac:chgData name="varitsara monsiri" userId="d21832565e14aca8" providerId="LiveId" clId="{E9DC6723-9FC9-431B-87EA-16B4388A27EF}" dt="2023-06-30T08:11:15.555" v="3957" actId="165"/>
          <ac:spMkLst>
            <pc:docMk/>
            <pc:sldMk cId="3582955583" sldId="277"/>
            <ac:spMk id="51" creationId="{F6467578-C51B-40BA-BAAA-161C73CE1798}"/>
          </ac:spMkLst>
        </pc:spChg>
        <pc:spChg chg="mod">
          <ac:chgData name="varitsara monsiri" userId="d21832565e14aca8" providerId="LiveId" clId="{E9DC6723-9FC9-431B-87EA-16B4388A27EF}" dt="2023-06-30T08:11:15.555" v="3957" actId="165"/>
          <ac:spMkLst>
            <pc:docMk/>
            <pc:sldMk cId="3582955583" sldId="277"/>
            <ac:spMk id="52" creationId="{446DAF61-C742-464C-9AFB-35395A584640}"/>
          </ac:spMkLst>
        </pc:spChg>
        <pc:spChg chg="mod">
          <ac:chgData name="varitsara monsiri" userId="d21832565e14aca8" providerId="LiveId" clId="{E9DC6723-9FC9-431B-87EA-16B4388A27EF}" dt="2023-06-30T08:11:15.555" v="3957" actId="165"/>
          <ac:spMkLst>
            <pc:docMk/>
            <pc:sldMk cId="3582955583" sldId="277"/>
            <ac:spMk id="53" creationId="{19F6D968-0910-4991-B6A1-C19DE51AA4DC}"/>
          </ac:spMkLst>
        </pc:spChg>
        <pc:spChg chg="mod">
          <ac:chgData name="varitsara monsiri" userId="d21832565e14aca8" providerId="LiveId" clId="{E9DC6723-9FC9-431B-87EA-16B4388A27EF}" dt="2023-06-30T08:11:15.555" v="3957" actId="165"/>
          <ac:spMkLst>
            <pc:docMk/>
            <pc:sldMk cId="3582955583" sldId="277"/>
            <ac:spMk id="54" creationId="{2B043677-C518-4920-B942-921442A50A3F}"/>
          </ac:spMkLst>
        </pc:spChg>
        <pc:spChg chg="mod">
          <ac:chgData name="varitsara monsiri" userId="d21832565e14aca8" providerId="LiveId" clId="{E9DC6723-9FC9-431B-87EA-16B4388A27EF}" dt="2023-06-30T08:11:15.555" v="3957" actId="165"/>
          <ac:spMkLst>
            <pc:docMk/>
            <pc:sldMk cId="3582955583" sldId="277"/>
            <ac:spMk id="55" creationId="{D0F7CD3E-6DC4-4340-A0B5-6A429DD3528D}"/>
          </ac:spMkLst>
        </pc:spChg>
        <pc:spChg chg="mod">
          <ac:chgData name="varitsara monsiri" userId="d21832565e14aca8" providerId="LiveId" clId="{E9DC6723-9FC9-431B-87EA-16B4388A27EF}" dt="2023-06-30T08:11:15.555" v="3957" actId="165"/>
          <ac:spMkLst>
            <pc:docMk/>
            <pc:sldMk cId="3582955583" sldId="277"/>
            <ac:spMk id="56" creationId="{CDB612F8-3C5F-4DF9-86F1-FCD809CB2304}"/>
          </ac:spMkLst>
        </pc:spChg>
        <pc:spChg chg="mod">
          <ac:chgData name="varitsara monsiri" userId="d21832565e14aca8" providerId="LiveId" clId="{E9DC6723-9FC9-431B-87EA-16B4388A27EF}" dt="2023-06-30T08:11:15.555" v="3957" actId="165"/>
          <ac:spMkLst>
            <pc:docMk/>
            <pc:sldMk cId="3582955583" sldId="277"/>
            <ac:spMk id="57" creationId="{E265D899-29F0-4F4D-B842-1E83FABFA784}"/>
          </ac:spMkLst>
        </pc:spChg>
        <pc:spChg chg="mod topLvl">
          <ac:chgData name="varitsara monsiri" userId="d21832565e14aca8" providerId="LiveId" clId="{E9DC6723-9FC9-431B-87EA-16B4388A27EF}" dt="2023-06-30T08:15:42.194" v="4029" actId="164"/>
          <ac:spMkLst>
            <pc:docMk/>
            <pc:sldMk cId="3582955583" sldId="277"/>
            <ac:spMk id="58" creationId="{8791FB9D-79A8-4AD3-90F7-81B0BF33A0FD}"/>
          </ac:spMkLst>
        </pc:spChg>
        <pc:spChg chg="mod topLvl">
          <ac:chgData name="varitsara monsiri" userId="d21832565e14aca8" providerId="LiveId" clId="{E9DC6723-9FC9-431B-87EA-16B4388A27EF}" dt="2023-06-30T08:15:42.194" v="4029" actId="164"/>
          <ac:spMkLst>
            <pc:docMk/>
            <pc:sldMk cId="3582955583" sldId="277"/>
            <ac:spMk id="59" creationId="{7AE6318F-7590-4785-8AFC-316166B9E20D}"/>
          </ac:spMkLst>
        </pc:spChg>
        <pc:spChg chg="mod topLvl">
          <ac:chgData name="varitsara monsiri" userId="d21832565e14aca8" providerId="LiveId" clId="{E9DC6723-9FC9-431B-87EA-16B4388A27EF}" dt="2023-06-30T08:15:42.194" v="4029" actId="164"/>
          <ac:spMkLst>
            <pc:docMk/>
            <pc:sldMk cId="3582955583" sldId="277"/>
            <ac:spMk id="60" creationId="{F44106D7-0750-4883-A15C-8F199FE85B00}"/>
          </ac:spMkLst>
        </pc:spChg>
        <pc:spChg chg="mod topLvl">
          <ac:chgData name="varitsara monsiri" userId="d21832565e14aca8" providerId="LiveId" clId="{E9DC6723-9FC9-431B-87EA-16B4388A27EF}" dt="2023-06-30T08:15:42.194" v="4029" actId="164"/>
          <ac:spMkLst>
            <pc:docMk/>
            <pc:sldMk cId="3582955583" sldId="277"/>
            <ac:spMk id="61" creationId="{3718DE1F-9227-4E6D-AA88-6E464151AFA9}"/>
          </ac:spMkLst>
        </pc:spChg>
        <pc:spChg chg="mod topLvl">
          <ac:chgData name="varitsara monsiri" userId="d21832565e14aca8" providerId="LiveId" clId="{E9DC6723-9FC9-431B-87EA-16B4388A27EF}" dt="2023-06-30T08:15:42.194" v="4029" actId="164"/>
          <ac:spMkLst>
            <pc:docMk/>
            <pc:sldMk cId="3582955583" sldId="277"/>
            <ac:spMk id="62" creationId="{BC802C96-A1F1-4C5F-BAA5-59381DA75427}"/>
          </ac:spMkLst>
        </pc:spChg>
        <pc:spChg chg="mod topLvl">
          <ac:chgData name="varitsara monsiri" userId="d21832565e14aca8" providerId="LiveId" clId="{E9DC6723-9FC9-431B-87EA-16B4388A27EF}" dt="2023-06-30T08:15:42.194" v="4029" actId="164"/>
          <ac:spMkLst>
            <pc:docMk/>
            <pc:sldMk cId="3582955583" sldId="277"/>
            <ac:spMk id="63" creationId="{595517B2-5155-40F8-B364-7456AE862949}"/>
          </ac:spMkLst>
        </pc:spChg>
        <pc:spChg chg="mod">
          <ac:chgData name="varitsara monsiri" userId="d21832565e14aca8" providerId="LiveId" clId="{E9DC6723-9FC9-431B-87EA-16B4388A27EF}" dt="2023-06-30T08:13:29.234" v="4028" actId="1036"/>
          <ac:spMkLst>
            <pc:docMk/>
            <pc:sldMk cId="3582955583" sldId="277"/>
            <ac:spMk id="67" creationId="{159408B9-E5F0-4223-819C-6AB27DA53DAC}"/>
          </ac:spMkLst>
        </pc:spChg>
        <pc:spChg chg="mod">
          <ac:chgData name="varitsara monsiri" userId="d21832565e14aca8" providerId="LiveId" clId="{E9DC6723-9FC9-431B-87EA-16B4388A27EF}" dt="2023-06-30T08:13:29.234" v="4028" actId="1036"/>
          <ac:spMkLst>
            <pc:docMk/>
            <pc:sldMk cId="3582955583" sldId="277"/>
            <ac:spMk id="68" creationId="{5E83E837-2F9F-440A-8557-1D3BC31354E4}"/>
          </ac:spMkLst>
        </pc:spChg>
        <pc:spChg chg="mod">
          <ac:chgData name="varitsara monsiri" userId="d21832565e14aca8" providerId="LiveId" clId="{E9DC6723-9FC9-431B-87EA-16B4388A27EF}" dt="2023-06-30T08:13:23.825" v="4018" actId="1036"/>
          <ac:spMkLst>
            <pc:docMk/>
            <pc:sldMk cId="3582955583" sldId="277"/>
            <ac:spMk id="69" creationId="{836AE2D0-D2FB-420D-9946-726AFC525B39}"/>
          </ac:spMkLst>
        </pc:spChg>
        <pc:spChg chg="mod">
          <ac:chgData name="varitsara monsiri" userId="d21832565e14aca8" providerId="LiveId" clId="{E9DC6723-9FC9-431B-87EA-16B4388A27EF}" dt="2023-06-30T08:13:23.825" v="4018" actId="1036"/>
          <ac:spMkLst>
            <pc:docMk/>
            <pc:sldMk cId="3582955583" sldId="277"/>
            <ac:spMk id="70" creationId="{FA08E215-F989-4555-8B14-D9DF0FB8876E}"/>
          </ac:spMkLst>
        </pc:spChg>
        <pc:spChg chg="mod">
          <ac:chgData name="varitsara monsiri" userId="d21832565e14aca8" providerId="LiveId" clId="{E9DC6723-9FC9-431B-87EA-16B4388A27EF}" dt="2023-06-30T08:13:19.740" v="4008" actId="1035"/>
          <ac:spMkLst>
            <pc:docMk/>
            <pc:sldMk cId="3582955583" sldId="277"/>
            <ac:spMk id="71" creationId="{488F59BD-548C-42E3-B842-9F573DE3D0BD}"/>
          </ac:spMkLst>
        </pc:spChg>
        <pc:spChg chg="mod">
          <ac:chgData name="varitsara monsiri" userId="d21832565e14aca8" providerId="LiveId" clId="{E9DC6723-9FC9-431B-87EA-16B4388A27EF}" dt="2023-06-30T08:13:19.740" v="4008" actId="1035"/>
          <ac:spMkLst>
            <pc:docMk/>
            <pc:sldMk cId="3582955583" sldId="277"/>
            <ac:spMk id="72" creationId="{4631679F-EC95-460A-A4CD-2D7C75855297}"/>
          </ac:spMkLst>
        </pc:spChg>
        <pc:spChg chg="mod">
          <ac:chgData name="varitsara monsiri" userId="d21832565e14aca8" providerId="LiveId" clId="{E9DC6723-9FC9-431B-87EA-16B4388A27EF}" dt="2023-06-30T08:16:58.147" v="4073"/>
          <ac:spMkLst>
            <pc:docMk/>
            <pc:sldMk cId="3582955583" sldId="277"/>
            <ac:spMk id="76" creationId="{7BDED54E-595E-465C-8E3F-98A021E842DA}"/>
          </ac:spMkLst>
        </pc:spChg>
        <pc:spChg chg="mod">
          <ac:chgData name="varitsara monsiri" userId="d21832565e14aca8" providerId="LiveId" clId="{E9DC6723-9FC9-431B-87EA-16B4388A27EF}" dt="2023-06-30T08:16:58.147" v="4073"/>
          <ac:spMkLst>
            <pc:docMk/>
            <pc:sldMk cId="3582955583" sldId="277"/>
            <ac:spMk id="77" creationId="{C5972715-EE8A-44F5-92FA-59BBA45EBAEB}"/>
          </ac:spMkLst>
        </pc:spChg>
        <pc:spChg chg="mod">
          <ac:chgData name="varitsara monsiri" userId="d21832565e14aca8" providerId="LiveId" clId="{E9DC6723-9FC9-431B-87EA-16B4388A27EF}" dt="2023-06-30T08:16:58.147" v="4073"/>
          <ac:spMkLst>
            <pc:docMk/>
            <pc:sldMk cId="3582955583" sldId="277"/>
            <ac:spMk id="78" creationId="{5A33B0F8-AB36-4A83-A02D-2809A8129D31}"/>
          </ac:spMkLst>
        </pc:spChg>
        <pc:spChg chg="mod">
          <ac:chgData name="varitsara monsiri" userId="d21832565e14aca8" providerId="LiveId" clId="{E9DC6723-9FC9-431B-87EA-16B4388A27EF}" dt="2023-06-30T08:16:58.147" v="4073"/>
          <ac:spMkLst>
            <pc:docMk/>
            <pc:sldMk cId="3582955583" sldId="277"/>
            <ac:spMk id="79" creationId="{65D8F43E-0639-47C1-B9F4-4F018659BE24}"/>
          </ac:spMkLst>
        </pc:spChg>
        <pc:spChg chg="add mod">
          <ac:chgData name="varitsara monsiri" userId="d21832565e14aca8" providerId="LiveId" clId="{E9DC6723-9FC9-431B-87EA-16B4388A27EF}" dt="2023-06-30T08:19:20.677" v="4103" actId="1035"/>
          <ac:spMkLst>
            <pc:docMk/>
            <pc:sldMk cId="3582955583" sldId="277"/>
            <ac:spMk id="80" creationId="{392214A0-485C-4CDB-B0D7-84C3F51B38A9}"/>
          </ac:spMkLst>
        </pc:spChg>
        <pc:spChg chg="mod">
          <ac:chgData name="varitsara monsiri" userId="d21832565e14aca8" providerId="LiveId" clId="{E9DC6723-9FC9-431B-87EA-16B4388A27EF}" dt="2023-06-30T08:19:30.498" v="4104"/>
          <ac:spMkLst>
            <pc:docMk/>
            <pc:sldMk cId="3582955583" sldId="277"/>
            <ac:spMk id="82" creationId="{240D74E4-AD39-4A6E-B29E-DE4DD38EAB02}"/>
          </ac:spMkLst>
        </pc:spChg>
        <pc:spChg chg="mod">
          <ac:chgData name="varitsara monsiri" userId="d21832565e14aca8" providerId="LiveId" clId="{E9DC6723-9FC9-431B-87EA-16B4388A27EF}" dt="2023-06-30T08:19:30.498" v="4104"/>
          <ac:spMkLst>
            <pc:docMk/>
            <pc:sldMk cId="3582955583" sldId="277"/>
            <ac:spMk id="83" creationId="{CC96EE8A-CBEA-4F19-835F-E1BE871FD37B}"/>
          </ac:spMkLst>
        </pc:spChg>
        <pc:spChg chg="mod">
          <ac:chgData name="varitsara monsiri" userId="d21832565e14aca8" providerId="LiveId" clId="{E9DC6723-9FC9-431B-87EA-16B4388A27EF}" dt="2023-06-30T08:19:30.498" v="4104"/>
          <ac:spMkLst>
            <pc:docMk/>
            <pc:sldMk cId="3582955583" sldId="277"/>
            <ac:spMk id="84" creationId="{422BD3AC-E82F-42F7-ABB2-A8A3DCBB0D34}"/>
          </ac:spMkLst>
        </pc:spChg>
        <pc:spChg chg="mod">
          <ac:chgData name="varitsara monsiri" userId="d21832565e14aca8" providerId="LiveId" clId="{E9DC6723-9FC9-431B-87EA-16B4388A27EF}" dt="2023-06-30T08:19:30.498" v="4104"/>
          <ac:spMkLst>
            <pc:docMk/>
            <pc:sldMk cId="3582955583" sldId="277"/>
            <ac:spMk id="85" creationId="{7E51EF4C-7EA5-4ECA-A4AD-2C05460F002D}"/>
          </ac:spMkLst>
        </pc:spChg>
        <pc:grpChg chg="add del mod">
          <ac:chgData name="varitsara monsiri" userId="d21832565e14aca8" providerId="LiveId" clId="{E9DC6723-9FC9-431B-87EA-16B4388A27EF}" dt="2023-06-30T08:11:15.555" v="3957" actId="165"/>
          <ac:grpSpMkLst>
            <pc:docMk/>
            <pc:sldMk cId="3582955583" sldId="277"/>
            <ac:grpSpMk id="5" creationId="{B3082E64-6D32-423A-988B-D1933A27A31E}"/>
          </ac:grpSpMkLst>
        </pc:grpChg>
        <pc:grpChg chg="del mod topLvl">
          <ac:chgData name="varitsara monsiri" userId="d21832565e14aca8" providerId="LiveId" clId="{E9DC6723-9FC9-431B-87EA-16B4388A27EF}" dt="2023-06-30T08:12:45.932" v="3967" actId="165"/>
          <ac:grpSpMkLst>
            <pc:docMk/>
            <pc:sldMk cId="3582955583" sldId="277"/>
            <ac:grpSpMk id="6" creationId="{8650F139-89B7-4555-BC97-9CB9E502D5BB}"/>
          </ac:grpSpMkLst>
        </pc:grpChg>
        <pc:grpChg chg="del mod topLvl">
          <ac:chgData name="varitsara monsiri" userId="d21832565e14aca8" providerId="LiveId" clId="{E9DC6723-9FC9-431B-87EA-16B4388A27EF}" dt="2023-06-30T08:11:18.595" v="3958" actId="478"/>
          <ac:grpSpMkLst>
            <pc:docMk/>
            <pc:sldMk cId="3582955583" sldId="277"/>
            <ac:grpSpMk id="7" creationId="{76CF3D8D-9D38-469E-AF5C-790BA9438936}"/>
          </ac:grpSpMkLst>
        </pc:grpChg>
        <pc:grpChg chg="del mod topLvl">
          <ac:chgData name="varitsara monsiri" userId="d21832565e14aca8" providerId="LiveId" clId="{E9DC6723-9FC9-431B-87EA-16B4388A27EF}" dt="2023-06-30T08:11:18.595" v="3958" actId="478"/>
          <ac:grpSpMkLst>
            <pc:docMk/>
            <pc:sldMk cId="3582955583" sldId="277"/>
            <ac:grpSpMk id="8" creationId="{E42A80DF-89F5-49AF-8E1A-00B298E263BD}"/>
          </ac:grpSpMkLst>
        </pc:grpChg>
        <pc:grpChg chg="del mod topLvl">
          <ac:chgData name="varitsara monsiri" userId="d21832565e14aca8" providerId="LiveId" clId="{E9DC6723-9FC9-431B-87EA-16B4388A27EF}" dt="2023-06-30T08:11:18.595" v="3958" actId="478"/>
          <ac:grpSpMkLst>
            <pc:docMk/>
            <pc:sldMk cId="3582955583" sldId="277"/>
            <ac:grpSpMk id="9" creationId="{360C7BF9-294A-4618-BD33-FDC31F609013}"/>
          </ac:grpSpMkLst>
        </pc:grpChg>
        <pc:grpChg chg="mod">
          <ac:chgData name="varitsara monsiri" userId="d21832565e14aca8" providerId="LiveId" clId="{E9DC6723-9FC9-431B-87EA-16B4388A27EF}" dt="2023-06-30T08:11:15.555" v="3957" actId="165"/>
          <ac:grpSpMkLst>
            <pc:docMk/>
            <pc:sldMk cId="3582955583" sldId="277"/>
            <ac:grpSpMk id="15" creationId="{23BDEDFF-E7BF-4E4B-BA4F-8DE71BE3C8FC}"/>
          </ac:grpSpMkLst>
        </pc:grpChg>
        <pc:grpChg chg="mod">
          <ac:chgData name="varitsara monsiri" userId="d21832565e14aca8" providerId="LiveId" clId="{E9DC6723-9FC9-431B-87EA-16B4388A27EF}" dt="2023-06-30T08:11:15.555" v="3957" actId="165"/>
          <ac:grpSpMkLst>
            <pc:docMk/>
            <pc:sldMk cId="3582955583" sldId="277"/>
            <ac:grpSpMk id="31" creationId="{599AA5EE-2B20-45A6-AEDF-68AF2F8D93F0}"/>
          </ac:grpSpMkLst>
        </pc:grpChg>
        <pc:grpChg chg="mod">
          <ac:chgData name="varitsara monsiri" userId="d21832565e14aca8" providerId="LiveId" clId="{E9DC6723-9FC9-431B-87EA-16B4388A27EF}" dt="2023-06-30T08:11:15.555" v="3957" actId="165"/>
          <ac:grpSpMkLst>
            <pc:docMk/>
            <pc:sldMk cId="3582955583" sldId="277"/>
            <ac:grpSpMk id="47" creationId="{62FF005E-BD85-476B-A217-6E19ADC875FB}"/>
          </ac:grpSpMkLst>
        </pc:grpChg>
        <pc:grpChg chg="mod topLvl">
          <ac:chgData name="varitsara monsiri" userId="d21832565e14aca8" providerId="LiveId" clId="{E9DC6723-9FC9-431B-87EA-16B4388A27EF}" dt="2023-06-30T08:15:42.194" v="4029" actId="164"/>
          <ac:grpSpMkLst>
            <pc:docMk/>
            <pc:sldMk cId="3582955583" sldId="277"/>
            <ac:grpSpMk id="64" creationId="{8F535E71-8BB4-41E3-B7E6-580446D995D8}"/>
          </ac:grpSpMkLst>
        </pc:grpChg>
        <pc:grpChg chg="mod topLvl">
          <ac:chgData name="varitsara monsiri" userId="d21832565e14aca8" providerId="LiveId" clId="{E9DC6723-9FC9-431B-87EA-16B4388A27EF}" dt="2023-06-30T08:15:42.194" v="4029" actId="164"/>
          <ac:grpSpMkLst>
            <pc:docMk/>
            <pc:sldMk cId="3582955583" sldId="277"/>
            <ac:grpSpMk id="65" creationId="{FF122760-3DE5-48B8-9E03-8D0F9712DD67}"/>
          </ac:grpSpMkLst>
        </pc:grpChg>
        <pc:grpChg chg="mod topLvl">
          <ac:chgData name="varitsara monsiri" userId="d21832565e14aca8" providerId="LiveId" clId="{E9DC6723-9FC9-431B-87EA-16B4388A27EF}" dt="2023-06-30T08:15:42.194" v="4029" actId="164"/>
          <ac:grpSpMkLst>
            <pc:docMk/>
            <pc:sldMk cId="3582955583" sldId="277"/>
            <ac:grpSpMk id="66" creationId="{3DBE237A-EFBF-43E1-A7A3-42A9FBB5391F}"/>
          </ac:grpSpMkLst>
        </pc:grpChg>
        <pc:grpChg chg="add mod">
          <ac:chgData name="varitsara monsiri" userId="d21832565e14aca8" providerId="LiveId" clId="{E9DC6723-9FC9-431B-87EA-16B4388A27EF}" dt="2023-06-30T08:15:42.194" v="4029" actId="164"/>
          <ac:grpSpMkLst>
            <pc:docMk/>
            <pc:sldMk cId="3582955583" sldId="277"/>
            <ac:grpSpMk id="73" creationId="{1408CE57-E864-4671-AB24-392BF16994CB}"/>
          </ac:grpSpMkLst>
        </pc:grpChg>
        <pc:grpChg chg="add mod ord">
          <ac:chgData name="varitsara monsiri" userId="d21832565e14aca8" providerId="LiveId" clId="{E9DC6723-9FC9-431B-87EA-16B4388A27EF}" dt="2023-06-30T08:18:40.302" v="4076" actId="167"/>
          <ac:grpSpMkLst>
            <pc:docMk/>
            <pc:sldMk cId="3582955583" sldId="277"/>
            <ac:grpSpMk id="75" creationId="{6A8E5109-1CDB-45CD-AB38-BC32413757C8}"/>
          </ac:grpSpMkLst>
        </pc:grpChg>
        <pc:grpChg chg="add mod ord">
          <ac:chgData name="varitsara monsiri" userId="d21832565e14aca8" providerId="LiveId" clId="{E9DC6723-9FC9-431B-87EA-16B4388A27EF}" dt="2023-06-30T08:23:47.518" v="4162" actId="1037"/>
          <ac:grpSpMkLst>
            <pc:docMk/>
            <pc:sldMk cId="3582955583" sldId="277"/>
            <ac:grpSpMk id="81" creationId="{7E4B123F-F60D-427C-9E67-0A0366152875}"/>
          </ac:grpSpMkLst>
        </pc:grpChg>
        <pc:picChg chg="add mod">
          <ac:chgData name="varitsara monsiri" userId="d21832565e14aca8" providerId="LiveId" clId="{E9DC6723-9FC9-431B-87EA-16B4388A27EF}" dt="2023-06-30T08:16:40.441" v="4072" actId="1038"/>
          <ac:picMkLst>
            <pc:docMk/>
            <pc:sldMk cId="3582955583" sldId="277"/>
            <ac:picMk id="74" creationId="{27BAFC36-7D4F-4CCA-A520-FE5E5732B55B}"/>
          </ac:picMkLst>
        </pc:picChg>
      </pc:sldChg>
      <pc:sldChg chg="addSp delSp modSp new mod modClrScheme chgLayout">
        <pc:chgData name="varitsara monsiri" userId="d21832565e14aca8" providerId="LiveId" clId="{E9DC6723-9FC9-431B-87EA-16B4388A27EF}" dt="2023-06-30T11:42:38.275" v="6914"/>
        <pc:sldMkLst>
          <pc:docMk/>
          <pc:sldMk cId="931058035" sldId="278"/>
        </pc:sldMkLst>
        <pc:spChg chg="del">
          <ac:chgData name="varitsara monsiri" userId="d21832565e14aca8" providerId="LiveId" clId="{E9DC6723-9FC9-431B-87EA-16B4388A27EF}" dt="2023-06-30T06:44:34.468" v="3006" actId="700"/>
          <ac:spMkLst>
            <pc:docMk/>
            <pc:sldMk cId="931058035" sldId="278"/>
            <ac:spMk id="2" creationId="{BBEAA814-7F1A-4352-840D-88446EB1824D}"/>
          </ac:spMkLst>
        </pc:spChg>
        <pc:spChg chg="del">
          <ac:chgData name="varitsara monsiri" userId="d21832565e14aca8" providerId="LiveId" clId="{E9DC6723-9FC9-431B-87EA-16B4388A27EF}" dt="2023-06-30T06:44:34.468" v="3006" actId="700"/>
          <ac:spMkLst>
            <pc:docMk/>
            <pc:sldMk cId="931058035" sldId="278"/>
            <ac:spMk id="3" creationId="{BFF52866-54E5-45A4-9AD8-CD62A6FBC5E2}"/>
          </ac:spMkLst>
        </pc:spChg>
        <pc:spChg chg="mod">
          <ac:chgData name="varitsara monsiri" userId="d21832565e14aca8" providerId="LiveId" clId="{E9DC6723-9FC9-431B-87EA-16B4388A27EF}" dt="2023-06-30T11:36:29.211" v="6486"/>
          <ac:spMkLst>
            <pc:docMk/>
            <pc:sldMk cId="931058035" sldId="278"/>
            <ac:spMk id="5" creationId="{F1A062FA-2426-445B-8325-C89D98CA91D9}"/>
          </ac:spMkLst>
        </pc:spChg>
        <pc:spChg chg="mod">
          <ac:chgData name="varitsara monsiri" userId="d21832565e14aca8" providerId="LiveId" clId="{E9DC6723-9FC9-431B-87EA-16B4388A27EF}" dt="2023-06-30T11:36:29.211" v="6486"/>
          <ac:spMkLst>
            <pc:docMk/>
            <pc:sldMk cId="931058035" sldId="278"/>
            <ac:spMk id="6" creationId="{63EC583D-BB10-43EB-8140-3AA92DCD75CC}"/>
          </ac:spMkLst>
        </pc:spChg>
        <pc:spChg chg="mod">
          <ac:chgData name="varitsara monsiri" userId="d21832565e14aca8" providerId="LiveId" clId="{E9DC6723-9FC9-431B-87EA-16B4388A27EF}" dt="2023-06-30T11:36:29.211" v="6486"/>
          <ac:spMkLst>
            <pc:docMk/>
            <pc:sldMk cId="931058035" sldId="278"/>
            <ac:spMk id="7" creationId="{52F517E2-3E9C-4C9A-AA9C-50702AEA8C40}"/>
          </ac:spMkLst>
        </pc:spChg>
        <pc:spChg chg="mod">
          <ac:chgData name="varitsara monsiri" userId="d21832565e14aca8" providerId="LiveId" clId="{E9DC6723-9FC9-431B-87EA-16B4388A27EF}" dt="2023-06-30T11:36:29.211" v="6486"/>
          <ac:spMkLst>
            <pc:docMk/>
            <pc:sldMk cId="931058035" sldId="278"/>
            <ac:spMk id="8" creationId="{CC561257-F898-4664-8AF0-362B12B029B3}"/>
          </ac:spMkLst>
        </pc:spChg>
        <pc:spChg chg="add del mod ord">
          <ac:chgData name="varitsara monsiri" userId="d21832565e14aca8" providerId="LiveId" clId="{E9DC6723-9FC9-431B-87EA-16B4388A27EF}" dt="2023-06-30T11:37:36.505" v="6756" actId="21"/>
          <ac:spMkLst>
            <pc:docMk/>
            <pc:sldMk cId="931058035" sldId="278"/>
            <ac:spMk id="9" creationId="{7479133E-8B0D-41E0-B3FB-EFBCABD9C809}"/>
          </ac:spMkLst>
        </pc:spChg>
        <pc:spChg chg="add mod">
          <ac:chgData name="varitsara monsiri" userId="d21832565e14aca8" providerId="LiveId" clId="{E9DC6723-9FC9-431B-87EA-16B4388A27EF}" dt="2023-06-30T11:38:36.997" v="6845" actId="20577"/>
          <ac:spMkLst>
            <pc:docMk/>
            <pc:sldMk cId="931058035" sldId="278"/>
            <ac:spMk id="10" creationId="{0B48B0CF-ECBF-48E5-9D76-89F0AEA00038}"/>
          </ac:spMkLst>
        </pc:spChg>
        <pc:spChg chg="add mod">
          <ac:chgData name="varitsara monsiri" userId="d21832565e14aca8" providerId="LiveId" clId="{E9DC6723-9FC9-431B-87EA-16B4388A27EF}" dt="2023-06-30T11:38:45.568" v="6848" actId="20577"/>
          <ac:spMkLst>
            <pc:docMk/>
            <pc:sldMk cId="931058035" sldId="278"/>
            <ac:spMk id="11" creationId="{22312240-2FA1-4FEE-B8A7-1635BEA13DE5}"/>
          </ac:spMkLst>
        </pc:spChg>
        <pc:spChg chg="mod">
          <ac:chgData name="varitsara monsiri" userId="d21832565e14aca8" providerId="LiveId" clId="{E9DC6723-9FC9-431B-87EA-16B4388A27EF}" dt="2023-06-30T11:42:38.275" v="6914"/>
          <ac:spMkLst>
            <pc:docMk/>
            <pc:sldMk cId="931058035" sldId="278"/>
            <ac:spMk id="13" creationId="{099C142B-549A-469E-8FA8-EBE796C91EB6}"/>
          </ac:spMkLst>
        </pc:spChg>
        <pc:spChg chg="mod">
          <ac:chgData name="varitsara monsiri" userId="d21832565e14aca8" providerId="LiveId" clId="{E9DC6723-9FC9-431B-87EA-16B4388A27EF}" dt="2023-06-30T11:42:38.275" v="6914"/>
          <ac:spMkLst>
            <pc:docMk/>
            <pc:sldMk cId="931058035" sldId="278"/>
            <ac:spMk id="14" creationId="{15D45CA3-7497-4491-AF45-4424E9BE5F48}"/>
          </ac:spMkLst>
        </pc:spChg>
        <pc:spChg chg="mod">
          <ac:chgData name="varitsara monsiri" userId="d21832565e14aca8" providerId="LiveId" clId="{E9DC6723-9FC9-431B-87EA-16B4388A27EF}" dt="2023-06-30T11:42:38.275" v="6914"/>
          <ac:spMkLst>
            <pc:docMk/>
            <pc:sldMk cId="931058035" sldId="278"/>
            <ac:spMk id="15" creationId="{8B2CA35E-8967-4529-9A15-D7CC3F508A04}"/>
          </ac:spMkLst>
        </pc:spChg>
        <pc:spChg chg="mod">
          <ac:chgData name="varitsara monsiri" userId="d21832565e14aca8" providerId="LiveId" clId="{E9DC6723-9FC9-431B-87EA-16B4388A27EF}" dt="2023-06-30T11:42:38.275" v="6914"/>
          <ac:spMkLst>
            <pc:docMk/>
            <pc:sldMk cId="931058035" sldId="278"/>
            <ac:spMk id="16" creationId="{367D17D5-AE24-4B17-B222-7CFD512299F2}"/>
          </ac:spMkLst>
        </pc:spChg>
        <pc:spChg chg="add mod">
          <ac:chgData name="varitsara monsiri" userId="d21832565e14aca8" providerId="LiveId" clId="{E9DC6723-9FC9-431B-87EA-16B4388A27EF}" dt="2023-06-30T11:42:38.275" v="6914"/>
          <ac:spMkLst>
            <pc:docMk/>
            <pc:sldMk cId="931058035" sldId="278"/>
            <ac:spMk id="17" creationId="{FF891A7A-B9B5-4583-BE6E-D07A6E7ED2A6}"/>
          </ac:spMkLst>
        </pc:spChg>
        <pc:grpChg chg="add del mod">
          <ac:chgData name="varitsara monsiri" userId="d21832565e14aca8" providerId="LiveId" clId="{E9DC6723-9FC9-431B-87EA-16B4388A27EF}" dt="2023-06-30T11:37:36.505" v="6756" actId="21"/>
          <ac:grpSpMkLst>
            <pc:docMk/>
            <pc:sldMk cId="931058035" sldId="278"/>
            <ac:grpSpMk id="4" creationId="{8A7E8C4F-AE98-48A2-925E-5AE2B702F68C}"/>
          </ac:grpSpMkLst>
        </pc:grpChg>
        <pc:grpChg chg="add mod">
          <ac:chgData name="varitsara monsiri" userId="d21832565e14aca8" providerId="LiveId" clId="{E9DC6723-9FC9-431B-87EA-16B4388A27EF}" dt="2023-06-30T11:42:38.275" v="6914"/>
          <ac:grpSpMkLst>
            <pc:docMk/>
            <pc:sldMk cId="931058035" sldId="278"/>
            <ac:grpSpMk id="12" creationId="{048748B9-1054-476E-9C06-CE57209AAFCA}"/>
          </ac:grpSpMkLst>
        </pc:grpChg>
      </pc:sldChg>
      <pc:sldChg chg="addSp delSp modSp new mod modClrScheme chgLayout">
        <pc:chgData name="varitsara monsiri" userId="d21832565e14aca8" providerId="LiveId" clId="{E9DC6723-9FC9-431B-87EA-16B4388A27EF}" dt="2023-06-30T11:44:54.299" v="6944" actId="554"/>
        <pc:sldMkLst>
          <pc:docMk/>
          <pc:sldMk cId="3582954124" sldId="279"/>
        </pc:sldMkLst>
        <pc:spChg chg="del">
          <ac:chgData name="varitsara monsiri" userId="d21832565e14aca8" providerId="LiveId" clId="{E9DC6723-9FC9-431B-87EA-16B4388A27EF}" dt="2023-06-30T06:44:37.365" v="3007" actId="700"/>
          <ac:spMkLst>
            <pc:docMk/>
            <pc:sldMk cId="3582954124" sldId="279"/>
            <ac:spMk id="2" creationId="{D989B4E7-6B14-483C-A7F5-AAF0F2832708}"/>
          </ac:spMkLst>
        </pc:spChg>
        <pc:spChg chg="del">
          <ac:chgData name="varitsara monsiri" userId="d21832565e14aca8" providerId="LiveId" clId="{E9DC6723-9FC9-431B-87EA-16B4388A27EF}" dt="2023-06-30T06:44:37.365" v="3007" actId="700"/>
          <ac:spMkLst>
            <pc:docMk/>
            <pc:sldMk cId="3582954124" sldId="279"/>
            <ac:spMk id="3" creationId="{514DEA76-FF0F-44D4-9DA2-3CE66DA90154}"/>
          </ac:spMkLst>
        </pc:spChg>
        <pc:spChg chg="add mod">
          <ac:chgData name="varitsara monsiri" userId="d21832565e14aca8" providerId="LiveId" clId="{E9DC6723-9FC9-431B-87EA-16B4388A27EF}" dt="2023-06-30T06:52:59.739" v="3012" actId="2085"/>
          <ac:spMkLst>
            <pc:docMk/>
            <pc:sldMk cId="3582954124" sldId="279"/>
            <ac:spMk id="4" creationId="{9C388873-1713-4DCB-B9D4-3B3B58655A12}"/>
          </ac:spMkLst>
        </pc:spChg>
        <pc:spChg chg="add mod">
          <ac:chgData name="varitsara monsiri" userId="d21832565e14aca8" providerId="LiveId" clId="{E9DC6723-9FC9-431B-87EA-16B4388A27EF}" dt="2023-06-30T06:52:44.390" v="3009"/>
          <ac:spMkLst>
            <pc:docMk/>
            <pc:sldMk cId="3582954124" sldId="279"/>
            <ac:spMk id="5" creationId="{FEFE6753-DD9F-4A6F-AF8D-A85199E88695}"/>
          </ac:spMkLst>
        </pc:spChg>
        <pc:spChg chg="add mod">
          <ac:chgData name="varitsara monsiri" userId="d21832565e14aca8" providerId="LiveId" clId="{E9DC6723-9FC9-431B-87EA-16B4388A27EF}" dt="2023-06-30T06:52:44.390" v="3009"/>
          <ac:spMkLst>
            <pc:docMk/>
            <pc:sldMk cId="3582954124" sldId="279"/>
            <ac:spMk id="6" creationId="{3AB1CCD5-D926-4758-8F23-C9E455CD5FE6}"/>
          </ac:spMkLst>
        </pc:spChg>
        <pc:spChg chg="add del mod topLvl">
          <ac:chgData name="varitsara monsiri" userId="d21832565e14aca8" providerId="LiveId" clId="{E9DC6723-9FC9-431B-87EA-16B4388A27EF}" dt="2023-06-30T11:43:29.228" v="6922"/>
          <ac:spMkLst>
            <pc:docMk/>
            <pc:sldMk cId="3582954124" sldId="279"/>
            <ac:spMk id="8" creationId="{A4B221A9-EE1D-46F0-8E1A-321977035DDA}"/>
          </ac:spMkLst>
        </pc:spChg>
        <pc:spChg chg="del mod topLvl">
          <ac:chgData name="varitsara monsiri" userId="d21832565e14aca8" providerId="LiveId" clId="{E9DC6723-9FC9-431B-87EA-16B4388A27EF}" dt="2023-06-30T11:44:23.939" v="6934"/>
          <ac:spMkLst>
            <pc:docMk/>
            <pc:sldMk cId="3582954124" sldId="279"/>
            <ac:spMk id="9" creationId="{B1B9CB2B-55D1-4B36-8F22-420C011CED7A}"/>
          </ac:spMkLst>
        </pc:spChg>
        <pc:spChg chg="del mod topLvl">
          <ac:chgData name="varitsara monsiri" userId="d21832565e14aca8" providerId="LiveId" clId="{E9DC6723-9FC9-431B-87EA-16B4388A27EF}" dt="2023-06-30T11:44:02.274" v="6929"/>
          <ac:spMkLst>
            <pc:docMk/>
            <pc:sldMk cId="3582954124" sldId="279"/>
            <ac:spMk id="10" creationId="{B7883859-1264-4964-A881-8D3C1C7B6DF4}"/>
          </ac:spMkLst>
        </pc:spChg>
        <pc:spChg chg="del mod">
          <ac:chgData name="varitsara monsiri" userId="d21832565e14aca8" providerId="LiveId" clId="{E9DC6723-9FC9-431B-87EA-16B4388A27EF}" dt="2023-06-30T11:42:58.698" v="6917" actId="478"/>
          <ac:spMkLst>
            <pc:docMk/>
            <pc:sldMk cId="3582954124" sldId="279"/>
            <ac:spMk id="11" creationId="{CA62C4C5-DB35-494F-81BA-E4A3D6C54C73}"/>
          </ac:spMkLst>
        </pc:spChg>
        <pc:spChg chg="mod">
          <ac:chgData name="varitsara monsiri" userId="d21832565e14aca8" providerId="LiveId" clId="{E9DC6723-9FC9-431B-87EA-16B4388A27EF}" dt="2023-06-30T06:54:38.833" v="3130"/>
          <ac:spMkLst>
            <pc:docMk/>
            <pc:sldMk cId="3582954124" sldId="279"/>
            <ac:spMk id="13" creationId="{56A6F3DD-CDDA-40CA-B3DB-48535D6BA0D7}"/>
          </ac:spMkLst>
        </pc:spChg>
        <pc:spChg chg="mod">
          <ac:chgData name="varitsara monsiri" userId="d21832565e14aca8" providerId="LiveId" clId="{E9DC6723-9FC9-431B-87EA-16B4388A27EF}" dt="2023-06-30T06:54:38.833" v="3130"/>
          <ac:spMkLst>
            <pc:docMk/>
            <pc:sldMk cId="3582954124" sldId="279"/>
            <ac:spMk id="14" creationId="{B401BCA3-3F9F-48F5-8A99-68B1CCA6B45C}"/>
          </ac:spMkLst>
        </pc:spChg>
        <pc:spChg chg="mod">
          <ac:chgData name="varitsara monsiri" userId="d21832565e14aca8" providerId="LiveId" clId="{E9DC6723-9FC9-431B-87EA-16B4388A27EF}" dt="2023-06-30T06:54:38.833" v="3130"/>
          <ac:spMkLst>
            <pc:docMk/>
            <pc:sldMk cId="3582954124" sldId="279"/>
            <ac:spMk id="15" creationId="{AA23FF2C-EF39-4AA9-85DC-55B558407A01}"/>
          </ac:spMkLst>
        </pc:spChg>
        <pc:spChg chg="mod">
          <ac:chgData name="varitsara monsiri" userId="d21832565e14aca8" providerId="LiveId" clId="{E9DC6723-9FC9-431B-87EA-16B4388A27EF}" dt="2023-06-30T06:54:38.833" v="3130"/>
          <ac:spMkLst>
            <pc:docMk/>
            <pc:sldMk cId="3582954124" sldId="279"/>
            <ac:spMk id="16" creationId="{A9A1E995-A618-4828-A9E0-4E4B208CB13C}"/>
          </ac:spMkLst>
        </pc:spChg>
        <pc:spChg chg="mod">
          <ac:chgData name="varitsara monsiri" userId="d21832565e14aca8" providerId="LiveId" clId="{E9DC6723-9FC9-431B-87EA-16B4388A27EF}" dt="2023-06-30T11:42:49.681" v="6915"/>
          <ac:spMkLst>
            <pc:docMk/>
            <pc:sldMk cId="3582954124" sldId="279"/>
            <ac:spMk id="18" creationId="{D5816D50-6031-4D13-A9A8-09B5EC3DBE3E}"/>
          </ac:spMkLst>
        </pc:spChg>
        <pc:spChg chg="mod">
          <ac:chgData name="varitsara monsiri" userId="d21832565e14aca8" providerId="LiveId" clId="{E9DC6723-9FC9-431B-87EA-16B4388A27EF}" dt="2023-06-30T11:42:49.681" v="6915"/>
          <ac:spMkLst>
            <pc:docMk/>
            <pc:sldMk cId="3582954124" sldId="279"/>
            <ac:spMk id="19" creationId="{DE96B11C-D6E2-48E4-B9F8-7308C8AE3850}"/>
          </ac:spMkLst>
        </pc:spChg>
        <pc:spChg chg="mod">
          <ac:chgData name="varitsara monsiri" userId="d21832565e14aca8" providerId="LiveId" clId="{E9DC6723-9FC9-431B-87EA-16B4388A27EF}" dt="2023-06-30T11:42:49.681" v="6915"/>
          <ac:spMkLst>
            <pc:docMk/>
            <pc:sldMk cId="3582954124" sldId="279"/>
            <ac:spMk id="20" creationId="{A29042B1-AA28-440E-B3DC-C129A5317043}"/>
          </ac:spMkLst>
        </pc:spChg>
        <pc:spChg chg="mod">
          <ac:chgData name="varitsara monsiri" userId="d21832565e14aca8" providerId="LiveId" clId="{E9DC6723-9FC9-431B-87EA-16B4388A27EF}" dt="2023-06-30T11:42:49.681" v="6915"/>
          <ac:spMkLst>
            <pc:docMk/>
            <pc:sldMk cId="3582954124" sldId="279"/>
            <ac:spMk id="21" creationId="{C88F7DE0-D277-4BDC-AF94-0E02C497E1CF}"/>
          </ac:spMkLst>
        </pc:spChg>
        <pc:spChg chg="add del mod">
          <ac:chgData name="varitsara monsiri" userId="d21832565e14aca8" providerId="LiveId" clId="{E9DC6723-9FC9-431B-87EA-16B4388A27EF}" dt="2023-06-30T11:42:50.714" v="6916" actId="478"/>
          <ac:spMkLst>
            <pc:docMk/>
            <pc:sldMk cId="3582954124" sldId="279"/>
            <ac:spMk id="22" creationId="{C3533938-30FB-4BC2-9CB1-95541080F7FB}"/>
          </ac:spMkLst>
        </pc:spChg>
        <pc:spChg chg="add del">
          <ac:chgData name="varitsara monsiri" userId="d21832565e14aca8" providerId="LiveId" clId="{E9DC6723-9FC9-431B-87EA-16B4388A27EF}" dt="2023-06-30T11:43:29.228" v="6922"/>
          <ac:spMkLst>
            <pc:docMk/>
            <pc:sldMk cId="3582954124" sldId="279"/>
            <ac:spMk id="23" creationId="{03F81B4A-A291-45B2-A26A-11954C3CD35C}"/>
          </ac:spMkLst>
        </pc:spChg>
        <pc:spChg chg="mod">
          <ac:chgData name="varitsara monsiri" userId="d21832565e14aca8" providerId="LiveId" clId="{E9DC6723-9FC9-431B-87EA-16B4388A27EF}" dt="2023-06-30T11:43:20.176" v="6921"/>
          <ac:spMkLst>
            <pc:docMk/>
            <pc:sldMk cId="3582954124" sldId="279"/>
            <ac:spMk id="24" creationId="{CE8D5EB8-046C-45E2-B014-948744149B51}"/>
          </ac:spMkLst>
        </pc:spChg>
        <pc:spChg chg="mod">
          <ac:chgData name="varitsara monsiri" userId="d21832565e14aca8" providerId="LiveId" clId="{E9DC6723-9FC9-431B-87EA-16B4388A27EF}" dt="2023-06-30T11:43:20.176" v="6921"/>
          <ac:spMkLst>
            <pc:docMk/>
            <pc:sldMk cId="3582954124" sldId="279"/>
            <ac:spMk id="25" creationId="{BB74FFCC-0092-4F75-B527-B81AE2FB71CA}"/>
          </ac:spMkLst>
        </pc:spChg>
        <pc:spChg chg="mod">
          <ac:chgData name="varitsara monsiri" userId="d21832565e14aca8" providerId="LiveId" clId="{E9DC6723-9FC9-431B-87EA-16B4388A27EF}" dt="2023-06-30T11:43:20.176" v="6921"/>
          <ac:spMkLst>
            <pc:docMk/>
            <pc:sldMk cId="3582954124" sldId="279"/>
            <ac:spMk id="26" creationId="{FE8FBB71-D9D7-43F1-B4F7-CFA96C4EEEBB}"/>
          </ac:spMkLst>
        </pc:spChg>
        <pc:spChg chg="mod ord">
          <ac:chgData name="varitsara monsiri" userId="d21832565e14aca8" providerId="LiveId" clId="{E9DC6723-9FC9-431B-87EA-16B4388A27EF}" dt="2023-06-30T11:44:36.303" v="6939" actId="164"/>
          <ac:spMkLst>
            <pc:docMk/>
            <pc:sldMk cId="3582954124" sldId="279"/>
            <ac:spMk id="27" creationId="{289876CE-A852-4AE2-AEC3-7B2613B8709F}"/>
          </ac:spMkLst>
        </pc:spChg>
        <pc:spChg chg="del mod">
          <ac:chgData name="varitsara monsiri" userId="d21832565e14aca8" providerId="LiveId" clId="{E9DC6723-9FC9-431B-87EA-16B4388A27EF}" dt="2023-06-30T11:43:31.725" v="6923" actId="478"/>
          <ac:spMkLst>
            <pc:docMk/>
            <pc:sldMk cId="3582954124" sldId="279"/>
            <ac:spMk id="28" creationId="{FAA5E93A-98F2-4500-962F-00C543B30C85}"/>
          </ac:spMkLst>
        </pc:spChg>
        <pc:spChg chg="del mod">
          <ac:chgData name="varitsara monsiri" userId="d21832565e14aca8" providerId="LiveId" clId="{E9DC6723-9FC9-431B-87EA-16B4388A27EF}" dt="2023-06-30T11:43:31.725" v="6923" actId="478"/>
          <ac:spMkLst>
            <pc:docMk/>
            <pc:sldMk cId="3582954124" sldId="279"/>
            <ac:spMk id="29" creationId="{717FBFAA-96F3-44A5-BF8A-F6BE2CBA9AB2}"/>
          </ac:spMkLst>
        </pc:spChg>
        <pc:spChg chg="add del mod">
          <ac:chgData name="varitsara monsiri" userId="d21832565e14aca8" providerId="LiveId" clId="{E9DC6723-9FC9-431B-87EA-16B4388A27EF}" dt="2023-06-30T11:44:02.274" v="6929"/>
          <ac:spMkLst>
            <pc:docMk/>
            <pc:sldMk cId="3582954124" sldId="279"/>
            <ac:spMk id="30" creationId="{6DAE84B2-224F-4596-9B92-7F09065EA290}"/>
          </ac:spMkLst>
        </pc:spChg>
        <pc:spChg chg="mod">
          <ac:chgData name="varitsara monsiri" userId="d21832565e14aca8" providerId="LiveId" clId="{E9DC6723-9FC9-431B-87EA-16B4388A27EF}" dt="2023-06-30T11:44:36.303" v="6939" actId="164"/>
          <ac:spMkLst>
            <pc:docMk/>
            <pc:sldMk cId="3582954124" sldId="279"/>
            <ac:spMk id="31" creationId="{C39B29D4-50C1-4C39-89BA-7847841B3BD8}"/>
          </ac:spMkLst>
        </pc:spChg>
        <pc:spChg chg="del mod">
          <ac:chgData name="varitsara monsiri" userId="d21832565e14aca8" providerId="LiveId" clId="{E9DC6723-9FC9-431B-87EA-16B4388A27EF}" dt="2023-06-30T11:44:06.217" v="6930" actId="478"/>
          <ac:spMkLst>
            <pc:docMk/>
            <pc:sldMk cId="3582954124" sldId="279"/>
            <ac:spMk id="32" creationId="{7E3B5FF9-B5E4-4434-AAE4-F6CA6CD6C144}"/>
          </ac:spMkLst>
        </pc:spChg>
        <pc:spChg chg="del mod">
          <ac:chgData name="varitsara monsiri" userId="d21832565e14aca8" providerId="LiveId" clId="{E9DC6723-9FC9-431B-87EA-16B4388A27EF}" dt="2023-06-30T11:44:06.217" v="6930" actId="478"/>
          <ac:spMkLst>
            <pc:docMk/>
            <pc:sldMk cId="3582954124" sldId="279"/>
            <ac:spMk id="33" creationId="{9DE84ABC-747D-4D83-B185-685B5F7E9B1F}"/>
          </ac:spMkLst>
        </pc:spChg>
        <pc:spChg chg="add del mod">
          <ac:chgData name="varitsara monsiri" userId="d21832565e14aca8" providerId="LiveId" clId="{E9DC6723-9FC9-431B-87EA-16B4388A27EF}" dt="2023-06-30T11:44:23.939" v="6934"/>
          <ac:spMkLst>
            <pc:docMk/>
            <pc:sldMk cId="3582954124" sldId="279"/>
            <ac:spMk id="34" creationId="{FA2D1B08-3EB2-40F0-9D8C-A34F2E5510AD}"/>
          </ac:spMkLst>
        </pc:spChg>
        <pc:spChg chg="mod ord">
          <ac:chgData name="varitsara monsiri" userId="d21832565e14aca8" providerId="LiveId" clId="{E9DC6723-9FC9-431B-87EA-16B4388A27EF}" dt="2023-06-30T11:44:36.303" v="6939" actId="164"/>
          <ac:spMkLst>
            <pc:docMk/>
            <pc:sldMk cId="3582954124" sldId="279"/>
            <ac:spMk id="35" creationId="{CA12C394-D0EA-4468-B2CA-B3F617BF1D8B}"/>
          </ac:spMkLst>
        </pc:spChg>
        <pc:spChg chg="del mod">
          <ac:chgData name="varitsara monsiri" userId="d21832565e14aca8" providerId="LiveId" clId="{E9DC6723-9FC9-431B-87EA-16B4388A27EF}" dt="2023-06-30T11:44:26.270" v="6935" actId="478"/>
          <ac:spMkLst>
            <pc:docMk/>
            <pc:sldMk cId="3582954124" sldId="279"/>
            <ac:spMk id="36" creationId="{0FD4FFE3-DD0C-4AA0-9439-4C1A41FD08DA}"/>
          </ac:spMkLst>
        </pc:spChg>
        <pc:spChg chg="del mod">
          <ac:chgData name="varitsara monsiri" userId="d21832565e14aca8" providerId="LiveId" clId="{E9DC6723-9FC9-431B-87EA-16B4388A27EF}" dt="2023-06-30T11:44:26.270" v="6935" actId="478"/>
          <ac:spMkLst>
            <pc:docMk/>
            <pc:sldMk cId="3582954124" sldId="279"/>
            <ac:spMk id="37" creationId="{6CDDAB9F-66EE-4DC1-8D64-F5E374D0BE4E}"/>
          </ac:spMkLst>
        </pc:spChg>
        <pc:spChg chg="mod">
          <ac:chgData name="varitsara monsiri" userId="d21832565e14aca8" providerId="LiveId" clId="{E9DC6723-9FC9-431B-87EA-16B4388A27EF}" dt="2023-06-30T11:44:43.190" v="6941"/>
          <ac:spMkLst>
            <pc:docMk/>
            <pc:sldMk cId="3582954124" sldId="279"/>
            <ac:spMk id="40" creationId="{DE8EEE9F-A778-49B0-902D-9798ACE9C5D6}"/>
          </ac:spMkLst>
        </pc:spChg>
        <pc:spChg chg="mod">
          <ac:chgData name="varitsara monsiri" userId="d21832565e14aca8" providerId="LiveId" clId="{E9DC6723-9FC9-431B-87EA-16B4388A27EF}" dt="2023-06-30T11:44:43.190" v="6941"/>
          <ac:spMkLst>
            <pc:docMk/>
            <pc:sldMk cId="3582954124" sldId="279"/>
            <ac:spMk id="41" creationId="{594A885F-7FAF-4FAD-A8AE-4F747DED9903}"/>
          </ac:spMkLst>
        </pc:spChg>
        <pc:spChg chg="mod">
          <ac:chgData name="varitsara monsiri" userId="d21832565e14aca8" providerId="LiveId" clId="{E9DC6723-9FC9-431B-87EA-16B4388A27EF}" dt="2023-06-30T11:44:43.190" v="6941"/>
          <ac:spMkLst>
            <pc:docMk/>
            <pc:sldMk cId="3582954124" sldId="279"/>
            <ac:spMk id="42" creationId="{1ABFE43E-478C-48E4-838A-F4781885527B}"/>
          </ac:spMkLst>
        </pc:spChg>
        <pc:grpChg chg="add del mod">
          <ac:chgData name="varitsara monsiri" userId="d21832565e14aca8" providerId="LiveId" clId="{E9DC6723-9FC9-431B-87EA-16B4388A27EF}" dt="2023-06-30T11:43:06.167" v="6919" actId="165"/>
          <ac:grpSpMkLst>
            <pc:docMk/>
            <pc:sldMk cId="3582954124" sldId="279"/>
            <ac:grpSpMk id="7" creationId="{DDC968BA-1A84-4B2B-9DC2-6A9912B83FB4}"/>
          </ac:grpSpMkLst>
        </pc:grpChg>
        <pc:grpChg chg="add del mod">
          <ac:chgData name="varitsara monsiri" userId="d21832565e14aca8" providerId="LiveId" clId="{E9DC6723-9FC9-431B-87EA-16B4388A27EF}" dt="2023-06-30T11:44:40.629" v="6940" actId="478"/>
          <ac:grpSpMkLst>
            <pc:docMk/>
            <pc:sldMk cId="3582954124" sldId="279"/>
            <ac:grpSpMk id="12" creationId="{90C3EA10-ECDE-41C7-A9E1-C6B84F8071BB}"/>
          </ac:grpSpMkLst>
        </pc:grpChg>
        <pc:grpChg chg="add del mod">
          <ac:chgData name="varitsara monsiri" userId="d21832565e14aca8" providerId="LiveId" clId="{E9DC6723-9FC9-431B-87EA-16B4388A27EF}" dt="2023-06-30T11:42:50.714" v="6916" actId="478"/>
          <ac:grpSpMkLst>
            <pc:docMk/>
            <pc:sldMk cId="3582954124" sldId="279"/>
            <ac:grpSpMk id="17" creationId="{442C1CF2-68E9-4AD1-857A-D726EEA93F5F}"/>
          </ac:grpSpMkLst>
        </pc:grpChg>
        <pc:grpChg chg="add mod">
          <ac:chgData name="varitsara monsiri" userId="d21832565e14aca8" providerId="LiveId" clId="{E9DC6723-9FC9-431B-87EA-16B4388A27EF}" dt="2023-06-30T11:44:36.303" v="6939" actId="164"/>
          <ac:grpSpMkLst>
            <pc:docMk/>
            <pc:sldMk cId="3582954124" sldId="279"/>
            <ac:grpSpMk id="38" creationId="{011BBCF4-B38E-475B-8DC3-699EC7A918D9}"/>
          </ac:grpSpMkLst>
        </pc:grpChg>
        <pc:grpChg chg="add mod">
          <ac:chgData name="varitsara monsiri" userId="d21832565e14aca8" providerId="LiveId" clId="{E9DC6723-9FC9-431B-87EA-16B4388A27EF}" dt="2023-06-30T11:44:54.299" v="6944" actId="554"/>
          <ac:grpSpMkLst>
            <pc:docMk/>
            <pc:sldMk cId="3582954124" sldId="279"/>
            <ac:grpSpMk id="39" creationId="{2F6A16D1-3076-4BD2-BA62-9518D9EDE3C1}"/>
          </ac:grpSpMkLst>
        </pc:grpChg>
      </pc:sldChg>
      <pc:sldChg chg="new del">
        <pc:chgData name="varitsara monsiri" userId="d21832565e14aca8" providerId="LiveId" clId="{E9DC6723-9FC9-431B-87EA-16B4388A27EF}" dt="2023-06-30T06:42:51.130" v="2993" actId="47"/>
        <pc:sldMkLst>
          <pc:docMk/>
          <pc:sldMk cId="402857712" sldId="280"/>
        </pc:sldMkLst>
      </pc:sldChg>
      <pc:sldChg chg="addSp delSp modSp add mod">
        <pc:chgData name="varitsara monsiri" userId="d21832565e14aca8" providerId="LiveId" clId="{E9DC6723-9FC9-431B-87EA-16B4388A27EF}" dt="2023-06-30T12:31:13.045" v="7921" actId="1038"/>
        <pc:sldMkLst>
          <pc:docMk/>
          <pc:sldMk cId="453404785" sldId="280"/>
        </pc:sldMkLst>
        <pc:spChg chg="mod">
          <ac:chgData name="varitsara monsiri" userId="d21832565e14aca8" providerId="LiveId" clId="{E9DC6723-9FC9-431B-87EA-16B4388A27EF}" dt="2023-06-30T12:31:13.045" v="7921" actId="1038"/>
          <ac:spMkLst>
            <pc:docMk/>
            <pc:sldMk cId="453404785" sldId="280"/>
            <ac:spMk id="4" creationId="{708D3823-9A0B-4AB9-A55C-5B7A61AF1C28}"/>
          </ac:spMkLst>
        </pc:spChg>
        <pc:spChg chg="add del mod">
          <ac:chgData name="varitsara monsiri" userId="d21832565e14aca8" providerId="LiveId" clId="{E9DC6723-9FC9-431B-87EA-16B4388A27EF}" dt="2023-06-30T11:45:24.351" v="6952"/>
          <ac:spMkLst>
            <pc:docMk/>
            <pc:sldMk cId="453404785" sldId="280"/>
            <ac:spMk id="5" creationId="{F61D68AA-D977-433B-A166-E0E151E65B53}"/>
          </ac:spMkLst>
        </pc:spChg>
        <pc:spChg chg="add del mod">
          <ac:chgData name="varitsara monsiri" userId="d21832565e14aca8" providerId="LiveId" clId="{E9DC6723-9FC9-431B-87EA-16B4388A27EF}" dt="2023-06-30T11:45:59.915" v="6964"/>
          <ac:spMkLst>
            <pc:docMk/>
            <pc:sldMk cId="453404785" sldId="280"/>
            <ac:spMk id="6" creationId="{6F5ED2BA-07FB-4C19-BE58-5A5CDFEC4E45}"/>
          </ac:spMkLst>
        </pc:spChg>
        <pc:spChg chg="add del mod">
          <ac:chgData name="varitsara monsiri" userId="d21832565e14aca8" providerId="LiveId" clId="{E9DC6723-9FC9-431B-87EA-16B4388A27EF}" dt="2023-06-30T11:47:56.778" v="6998"/>
          <ac:spMkLst>
            <pc:docMk/>
            <pc:sldMk cId="453404785" sldId="280"/>
            <ac:spMk id="7" creationId="{14204704-0259-4B59-9C8A-1BA3696AE5E2}"/>
          </ac:spMkLst>
        </pc:spChg>
        <pc:spChg chg="add del mod ord">
          <ac:chgData name="varitsara monsiri" userId="d21832565e14aca8" providerId="LiveId" clId="{E9DC6723-9FC9-431B-87EA-16B4388A27EF}" dt="2023-06-30T11:45:59.915" v="6964"/>
          <ac:spMkLst>
            <pc:docMk/>
            <pc:sldMk cId="453404785" sldId="280"/>
            <ac:spMk id="31" creationId="{7A8E1FC8-12D4-45AF-83C7-CD76ED0747B1}"/>
          </ac:spMkLst>
        </pc:spChg>
        <pc:spChg chg="mod">
          <ac:chgData name="varitsara monsiri" userId="d21832565e14aca8" providerId="LiveId" clId="{E9DC6723-9FC9-431B-87EA-16B4388A27EF}" dt="2023-06-30T11:45:05.479" v="6945"/>
          <ac:spMkLst>
            <pc:docMk/>
            <pc:sldMk cId="453404785" sldId="280"/>
            <ac:spMk id="33" creationId="{3D6A87D8-DDDB-434B-B70F-AD295A2BFF87}"/>
          </ac:spMkLst>
        </pc:spChg>
        <pc:spChg chg="mod">
          <ac:chgData name="varitsara monsiri" userId="d21832565e14aca8" providerId="LiveId" clId="{E9DC6723-9FC9-431B-87EA-16B4388A27EF}" dt="2023-06-30T11:45:05.479" v="6945"/>
          <ac:spMkLst>
            <pc:docMk/>
            <pc:sldMk cId="453404785" sldId="280"/>
            <ac:spMk id="34" creationId="{1F50F174-C095-4350-BC3D-95590B195B0F}"/>
          </ac:spMkLst>
        </pc:spChg>
        <pc:spChg chg="mod">
          <ac:chgData name="varitsara monsiri" userId="d21832565e14aca8" providerId="LiveId" clId="{E9DC6723-9FC9-431B-87EA-16B4388A27EF}" dt="2023-06-30T11:45:05.479" v="6945"/>
          <ac:spMkLst>
            <pc:docMk/>
            <pc:sldMk cId="453404785" sldId="280"/>
            <ac:spMk id="35" creationId="{86742DF9-544A-42A4-8DA4-DDF7D5C6FB56}"/>
          </ac:spMkLst>
        </pc:spChg>
        <pc:spChg chg="mod">
          <ac:chgData name="varitsara monsiri" userId="d21832565e14aca8" providerId="LiveId" clId="{E9DC6723-9FC9-431B-87EA-16B4388A27EF}" dt="2023-06-30T11:45:33.625" v="6955" actId="207"/>
          <ac:spMkLst>
            <pc:docMk/>
            <pc:sldMk cId="453404785" sldId="280"/>
            <ac:spMk id="39" creationId="{36FFA319-C7E5-4AFE-BBC3-4E25D78A64E7}"/>
          </ac:spMkLst>
        </pc:spChg>
        <pc:spChg chg="del mod">
          <ac:chgData name="varitsara monsiri" userId="d21832565e14aca8" providerId="LiveId" clId="{E9DC6723-9FC9-431B-87EA-16B4388A27EF}" dt="2023-06-30T11:45:27.040" v="6953" actId="478"/>
          <ac:spMkLst>
            <pc:docMk/>
            <pc:sldMk cId="453404785" sldId="280"/>
            <ac:spMk id="40" creationId="{98F5FB35-C764-4220-8E77-17EFB796B992}"/>
          </ac:spMkLst>
        </pc:spChg>
        <pc:spChg chg="del mod">
          <ac:chgData name="varitsara monsiri" userId="d21832565e14aca8" providerId="LiveId" clId="{E9DC6723-9FC9-431B-87EA-16B4388A27EF}" dt="2023-06-30T11:45:27.040" v="6953" actId="478"/>
          <ac:spMkLst>
            <pc:docMk/>
            <pc:sldMk cId="453404785" sldId="280"/>
            <ac:spMk id="41" creationId="{01D5BB08-818B-4F2A-8CC2-D8C168886E23}"/>
          </ac:spMkLst>
        </pc:spChg>
        <pc:spChg chg="mod">
          <ac:chgData name="varitsara monsiri" userId="d21832565e14aca8" providerId="LiveId" clId="{E9DC6723-9FC9-431B-87EA-16B4388A27EF}" dt="2023-06-30T11:45:41.663" v="6956"/>
          <ac:spMkLst>
            <pc:docMk/>
            <pc:sldMk cId="453404785" sldId="280"/>
            <ac:spMk id="43" creationId="{E8244828-C0F6-42D9-B516-20B87E827BB2}"/>
          </ac:spMkLst>
        </pc:spChg>
        <pc:spChg chg="mod">
          <ac:chgData name="varitsara monsiri" userId="d21832565e14aca8" providerId="LiveId" clId="{E9DC6723-9FC9-431B-87EA-16B4388A27EF}" dt="2023-06-30T11:45:41.663" v="6956"/>
          <ac:spMkLst>
            <pc:docMk/>
            <pc:sldMk cId="453404785" sldId="280"/>
            <ac:spMk id="44" creationId="{F4D68F79-B54F-4A79-9BDE-D220750511E9}"/>
          </ac:spMkLst>
        </pc:spChg>
        <pc:spChg chg="mod">
          <ac:chgData name="varitsara monsiri" userId="d21832565e14aca8" providerId="LiveId" clId="{E9DC6723-9FC9-431B-87EA-16B4388A27EF}" dt="2023-06-30T11:45:41.663" v="6956"/>
          <ac:spMkLst>
            <pc:docMk/>
            <pc:sldMk cId="453404785" sldId="280"/>
            <ac:spMk id="45" creationId="{D9E1DD43-640E-4CB0-9246-297B6AB820FF}"/>
          </ac:spMkLst>
        </pc:spChg>
        <pc:spChg chg="del mod ord">
          <ac:chgData name="varitsara monsiri" userId="d21832565e14aca8" providerId="LiveId" clId="{E9DC6723-9FC9-431B-87EA-16B4388A27EF}" dt="2023-06-30T11:46:19.056" v="6969" actId="21"/>
          <ac:spMkLst>
            <pc:docMk/>
            <pc:sldMk cId="453404785" sldId="280"/>
            <ac:spMk id="47" creationId="{4B04AE9B-46E1-4A81-89B0-02519C2EC4D0}"/>
          </ac:spMkLst>
        </pc:spChg>
        <pc:spChg chg="del mod">
          <ac:chgData name="varitsara monsiri" userId="d21832565e14aca8" providerId="LiveId" clId="{E9DC6723-9FC9-431B-87EA-16B4388A27EF}" dt="2023-06-30T11:46:02.299" v="6965" actId="478"/>
          <ac:spMkLst>
            <pc:docMk/>
            <pc:sldMk cId="453404785" sldId="280"/>
            <ac:spMk id="48" creationId="{CCF51DF8-B395-48E1-AAC7-A2D8F5CA53EA}"/>
          </ac:spMkLst>
        </pc:spChg>
        <pc:spChg chg="del mod">
          <ac:chgData name="varitsara monsiri" userId="d21832565e14aca8" providerId="LiveId" clId="{E9DC6723-9FC9-431B-87EA-16B4388A27EF}" dt="2023-06-30T11:46:02.299" v="6965" actId="478"/>
          <ac:spMkLst>
            <pc:docMk/>
            <pc:sldMk cId="453404785" sldId="280"/>
            <ac:spMk id="49" creationId="{17A9A242-38C7-4B00-8897-BB40D4FD42BD}"/>
          </ac:spMkLst>
        </pc:spChg>
        <pc:spChg chg="add del mod">
          <ac:chgData name="varitsara monsiri" userId="d21832565e14aca8" providerId="LiveId" clId="{E9DC6723-9FC9-431B-87EA-16B4388A27EF}" dt="2023-06-30T11:47:19.917" v="6989" actId="478"/>
          <ac:spMkLst>
            <pc:docMk/>
            <pc:sldMk cId="453404785" sldId="280"/>
            <ac:spMk id="50" creationId="{05832B5A-147A-4C34-A106-0FEBE5243CBC}"/>
          </ac:spMkLst>
        </pc:spChg>
        <pc:spChg chg="add del mod">
          <ac:chgData name="varitsara monsiri" userId="d21832565e14aca8" providerId="LiveId" clId="{E9DC6723-9FC9-431B-87EA-16B4388A27EF}" dt="2023-06-30T11:47:56.778" v="6998"/>
          <ac:spMkLst>
            <pc:docMk/>
            <pc:sldMk cId="453404785" sldId="280"/>
            <ac:spMk id="52" creationId="{DDBB2C33-78EE-427C-82D0-48A54F003B35}"/>
          </ac:spMkLst>
        </pc:spChg>
        <pc:spChg chg="add mod">
          <ac:chgData name="varitsara monsiri" userId="d21832565e14aca8" providerId="LiveId" clId="{E9DC6723-9FC9-431B-87EA-16B4388A27EF}" dt="2023-06-30T11:47:44.565" v="6997" actId="571"/>
          <ac:spMkLst>
            <pc:docMk/>
            <pc:sldMk cId="453404785" sldId="280"/>
            <ac:spMk id="53" creationId="{984A1AFA-E222-4CA2-886A-9D1478F25FA0}"/>
          </ac:spMkLst>
        </pc:spChg>
        <pc:spChg chg="add mod">
          <ac:chgData name="varitsara monsiri" userId="d21832565e14aca8" providerId="LiveId" clId="{E9DC6723-9FC9-431B-87EA-16B4388A27EF}" dt="2023-06-30T11:47:44.565" v="6997" actId="571"/>
          <ac:spMkLst>
            <pc:docMk/>
            <pc:sldMk cId="453404785" sldId="280"/>
            <ac:spMk id="54" creationId="{F0E42D38-6D75-488C-ADF1-CB6A9F9F0FAB}"/>
          </ac:spMkLst>
        </pc:spChg>
        <pc:spChg chg="add mod">
          <ac:chgData name="varitsara monsiri" userId="d21832565e14aca8" providerId="LiveId" clId="{E9DC6723-9FC9-431B-87EA-16B4388A27EF}" dt="2023-06-30T11:47:44.565" v="6997" actId="571"/>
          <ac:spMkLst>
            <pc:docMk/>
            <pc:sldMk cId="453404785" sldId="280"/>
            <ac:spMk id="55" creationId="{7E6DA127-5668-482A-B034-C50A5BB618FE}"/>
          </ac:spMkLst>
        </pc:spChg>
        <pc:spChg chg="mod">
          <ac:chgData name="varitsara monsiri" userId="d21832565e14aca8" providerId="LiveId" clId="{E9DC6723-9FC9-431B-87EA-16B4388A27EF}" dt="2023-06-30T11:50:24.307" v="7053" actId="164"/>
          <ac:spMkLst>
            <pc:docMk/>
            <pc:sldMk cId="453404785" sldId="280"/>
            <ac:spMk id="56" creationId="{936D5BE7-E791-451E-8A09-3CCD8DB846D6}"/>
          </ac:spMkLst>
        </pc:spChg>
        <pc:spChg chg="add del mod">
          <ac:chgData name="varitsara monsiri" userId="d21832565e14aca8" providerId="LiveId" clId="{E9DC6723-9FC9-431B-87EA-16B4388A27EF}" dt="2023-06-30T11:48:29.557" v="7003"/>
          <ac:spMkLst>
            <pc:docMk/>
            <pc:sldMk cId="453404785" sldId="280"/>
            <ac:spMk id="57" creationId="{20ADFA8D-4E4C-475A-B151-9DB6EA8459BF}"/>
          </ac:spMkLst>
        </pc:spChg>
        <pc:spChg chg="mod">
          <ac:chgData name="varitsara monsiri" userId="d21832565e14aca8" providerId="LiveId" clId="{E9DC6723-9FC9-431B-87EA-16B4388A27EF}" dt="2023-06-30T12:31:13.045" v="7921" actId="1038"/>
          <ac:spMkLst>
            <pc:docMk/>
            <pc:sldMk cId="453404785" sldId="280"/>
            <ac:spMk id="58" creationId="{8791FB9D-79A8-4AD3-90F7-81B0BF33A0FD}"/>
          </ac:spMkLst>
        </pc:spChg>
        <pc:spChg chg="mod">
          <ac:chgData name="varitsara monsiri" userId="d21832565e14aca8" providerId="LiveId" clId="{E9DC6723-9FC9-431B-87EA-16B4388A27EF}" dt="2023-06-30T12:31:13.045" v="7921" actId="1038"/>
          <ac:spMkLst>
            <pc:docMk/>
            <pc:sldMk cId="453404785" sldId="280"/>
            <ac:spMk id="59" creationId="{7AE6318F-7590-4785-8AFC-316166B9E20D}"/>
          </ac:spMkLst>
        </pc:spChg>
        <pc:spChg chg="mod">
          <ac:chgData name="varitsara monsiri" userId="d21832565e14aca8" providerId="LiveId" clId="{E9DC6723-9FC9-431B-87EA-16B4388A27EF}" dt="2023-06-30T12:31:13.045" v="7921" actId="1038"/>
          <ac:spMkLst>
            <pc:docMk/>
            <pc:sldMk cId="453404785" sldId="280"/>
            <ac:spMk id="60" creationId="{F44106D7-0750-4883-A15C-8F199FE85B00}"/>
          </ac:spMkLst>
        </pc:spChg>
        <pc:spChg chg="mod">
          <ac:chgData name="varitsara monsiri" userId="d21832565e14aca8" providerId="LiveId" clId="{E9DC6723-9FC9-431B-87EA-16B4388A27EF}" dt="2023-06-30T12:31:13.045" v="7921" actId="1038"/>
          <ac:spMkLst>
            <pc:docMk/>
            <pc:sldMk cId="453404785" sldId="280"/>
            <ac:spMk id="61" creationId="{3718DE1F-9227-4E6D-AA88-6E464151AFA9}"/>
          </ac:spMkLst>
        </pc:spChg>
        <pc:spChg chg="mod">
          <ac:chgData name="varitsara monsiri" userId="d21832565e14aca8" providerId="LiveId" clId="{E9DC6723-9FC9-431B-87EA-16B4388A27EF}" dt="2023-06-30T12:31:13.045" v="7921" actId="1038"/>
          <ac:spMkLst>
            <pc:docMk/>
            <pc:sldMk cId="453404785" sldId="280"/>
            <ac:spMk id="62" creationId="{BC802C96-A1F1-4C5F-BAA5-59381DA75427}"/>
          </ac:spMkLst>
        </pc:spChg>
        <pc:spChg chg="mod">
          <ac:chgData name="varitsara monsiri" userId="d21832565e14aca8" providerId="LiveId" clId="{E9DC6723-9FC9-431B-87EA-16B4388A27EF}" dt="2023-06-30T12:31:13.045" v="7921" actId="1038"/>
          <ac:spMkLst>
            <pc:docMk/>
            <pc:sldMk cId="453404785" sldId="280"/>
            <ac:spMk id="63" creationId="{595517B2-5155-40F8-B364-7456AE862949}"/>
          </ac:spMkLst>
        </pc:spChg>
        <pc:spChg chg="mod">
          <ac:chgData name="varitsara monsiri" userId="d21832565e14aca8" providerId="LiveId" clId="{E9DC6723-9FC9-431B-87EA-16B4388A27EF}" dt="2023-06-30T12:31:13.045" v="7921" actId="1038"/>
          <ac:spMkLst>
            <pc:docMk/>
            <pc:sldMk cId="453404785" sldId="280"/>
            <ac:spMk id="67" creationId="{159408B9-E5F0-4223-819C-6AB27DA53DAC}"/>
          </ac:spMkLst>
        </pc:spChg>
        <pc:spChg chg="mod">
          <ac:chgData name="varitsara monsiri" userId="d21832565e14aca8" providerId="LiveId" clId="{E9DC6723-9FC9-431B-87EA-16B4388A27EF}" dt="2023-06-30T12:31:13.045" v="7921" actId="1038"/>
          <ac:spMkLst>
            <pc:docMk/>
            <pc:sldMk cId="453404785" sldId="280"/>
            <ac:spMk id="68" creationId="{5E83E837-2F9F-440A-8557-1D3BC31354E4}"/>
          </ac:spMkLst>
        </pc:spChg>
        <pc:spChg chg="mod">
          <ac:chgData name="varitsara monsiri" userId="d21832565e14aca8" providerId="LiveId" clId="{E9DC6723-9FC9-431B-87EA-16B4388A27EF}" dt="2023-06-30T12:31:13.045" v="7921" actId="1038"/>
          <ac:spMkLst>
            <pc:docMk/>
            <pc:sldMk cId="453404785" sldId="280"/>
            <ac:spMk id="69" creationId="{836AE2D0-D2FB-420D-9946-726AFC525B39}"/>
          </ac:spMkLst>
        </pc:spChg>
        <pc:spChg chg="mod">
          <ac:chgData name="varitsara monsiri" userId="d21832565e14aca8" providerId="LiveId" clId="{E9DC6723-9FC9-431B-87EA-16B4388A27EF}" dt="2023-06-30T12:31:13.045" v="7921" actId="1038"/>
          <ac:spMkLst>
            <pc:docMk/>
            <pc:sldMk cId="453404785" sldId="280"/>
            <ac:spMk id="70" creationId="{FA08E215-F989-4555-8B14-D9DF0FB8876E}"/>
          </ac:spMkLst>
        </pc:spChg>
        <pc:spChg chg="mod">
          <ac:chgData name="varitsara monsiri" userId="d21832565e14aca8" providerId="LiveId" clId="{E9DC6723-9FC9-431B-87EA-16B4388A27EF}" dt="2023-06-30T12:31:13.045" v="7921" actId="1038"/>
          <ac:spMkLst>
            <pc:docMk/>
            <pc:sldMk cId="453404785" sldId="280"/>
            <ac:spMk id="71" creationId="{488F59BD-548C-42E3-B842-9F573DE3D0BD}"/>
          </ac:spMkLst>
        </pc:spChg>
        <pc:spChg chg="mod">
          <ac:chgData name="varitsara monsiri" userId="d21832565e14aca8" providerId="LiveId" clId="{E9DC6723-9FC9-431B-87EA-16B4388A27EF}" dt="2023-06-30T12:31:13.045" v="7921" actId="1038"/>
          <ac:spMkLst>
            <pc:docMk/>
            <pc:sldMk cId="453404785" sldId="280"/>
            <ac:spMk id="72" creationId="{4631679F-EC95-460A-A4CD-2D7C75855297}"/>
          </ac:spMkLst>
        </pc:spChg>
        <pc:spChg chg="del mod topLvl">
          <ac:chgData name="varitsara monsiri" userId="d21832565e14aca8" providerId="LiveId" clId="{E9DC6723-9FC9-431B-87EA-16B4388A27EF}" dt="2023-06-30T11:47:56.778" v="6998"/>
          <ac:spMkLst>
            <pc:docMk/>
            <pc:sldMk cId="453404785" sldId="280"/>
            <ac:spMk id="76" creationId="{7BDED54E-595E-465C-8E3F-98A021E842DA}"/>
          </ac:spMkLst>
        </pc:spChg>
        <pc:spChg chg="del mod topLvl">
          <ac:chgData name="varitsara monsiri" userId="d21832565e14aca8" providerId="LiveId" clId="{E9DC6723-9FC9-431B-87EA-16B4388A27EF}" dt="2023-06-30T11:48:29.557" v="7003"/>
          <ac:spMkLst>
            <pc:docMk/>
            <pc:sldMk cId="453404785" sldId="280"/>
            <ac:spMk id="77" creationId="{C5972715-EE8A-44F5-92FA-59BBA45EBAEB}"/>
          </ac:spMkLst>
        </pc:spChg>
        <pc:spChg chg="del mod topLvl">
          <ac:chgData name="varitsara monsiri" userId="d21832565e14aca8" providerId="LiveId" clId="{E9DC6723-9FC9-431B-87EA-16B4388A27EF}" dt="2023-06-30T11:49:31.035" v="7028"/>
          <ac:spMkLst>
            <pc:docMk/>
            <pc:sldMk cId="453404785" sldId="280"/>
            <ac:spMk id="78" creationId="{5A33B0F8-AB36-4A83-A02D-2809A8129D31}"/>
          </ac:spMkLst>
        </pc:spChg>
        <pc:spChg chg="del mod topLvl">
          <ac:chgData name="varitsara monsiri" userId="d21832565e14aca8" providerId="LiveId" clId="{E9DC6723-9FC9-431B-87EA-16B4388A27EF}" dt="2023-06-30T11:50:02.447" v="7045"/>
          <ac:spMkLst>
            <pc:docMk/>
            <pc:sldMk cId="453404785" sldId="280"/>
            <ac:spMk id="79" creationId="{65D8F43E-0639-47C1-B9F4-4F018659BE24}"/>
          </ac:spMkLst>
        </pc:spChg>
        <pc:spChg chg="del mod">
          <ac:chgData name="varitsara monsiri" userId="d21832565e14aca8" providerId="LiveId" clId="{E9DC6723-9FC9-431B-87EA-16B4388A27EF}" dt="2023-06-30T11:45:24.351" v="6952"/>
          <ac:spMkLst>
            <pc:docMk/>
            <pc:sldMk cId="453404785" sldId="280"/>
            <ac:spMk id="80" creationId="{392214A0-485C-4CDB-B0D7-84C3F51B38A9}"/>
          </ac:spMkLst>
        </pc:spChg>
        <pc:spChg chg="add del mod">
          <ac:chgData name="varitsara monsiri" userId="d21832565e14aca8" providerId="LiveId" clId="{E9DC6723-9FC9-431B-87EA-16B4388A27EF}" dt="2023-06-30T11:48:29.557" v="7003"/>
          <ac:spMkLst>
            <pc:docMk/>
            <pc:sldMk cId="453404785" sldId="280"/>
            <ac:spMk id="86" creationId="{F6D9BB4C-4123-4324-916C-8CBF98D41E7D}"/>
          </ac:spMkLst>
        </pc:spChg>
        <pc:spChg chg="del mod">
          <ac:chgData name="varitsara monsiri" userId="d21832565e14aca8" providerId="LiveId" clId="{E9DC6723-9FC9-431B-87EA-16B4388A27EF}" dt="2023-06-30T11:48:33.462" v="7006" actId="478"/>
          <ac:spMkLst>
            <pc:docMk/>
            <pc:sldMk cId="453404785" sldId="280"/>
            <ac:spMk id="87" creationId="{3CB13BAF-CE11-4018-98E9-5E257E0FE99D}"/>
          </ac:spMkLst>
        </pc:spChg>
        <pc:spChg chg="del mod">
          <ac:chgData name="varitsara monsiri" userId="d21832565e14aca8" providerId="LiveId" clId="{E9DC6723-9FC9-431B-87EA-16B4388A27EF}" dt="2023-06-30T11:48:31.406" v="7004" actId="478"/>
          <ac:spMkLst>
            <pc:docMk/>
            <pc:sldMk cId="453404785" sldId="280"/>
            <ac:spMk id="88" creationId="{F47B0C5F-6700-4FA9-85E3-C264F68D3DBE}"/>
          </ac:spMkLst>
        </pc:spChg>
        <pc:spChg chg="mod ord">
          <ac:chgData name="varitsara monsiri" userId="d21832565e14aca8" providerId="LiveId" clId="{E9DC6723-9FC9-431B-87EA-16B4388A27EF}" dt="2023-06-30T11:50:24.307" v="7053" actId="164"/>
          <ac:spMkLst>
            <pc:docMk/>
            <pc:sldMk cId="453404785" sldId="280"/>
            <ac:spMk id="89" creationId="{609A7227-6F30-46F3-896E-7B8509DAD993}"/>
          </ac:spMkLst>
        </pc:spChg>
        <pc:spChg chg="del mod">
          <ac:chgData name="varitsara monsiri" userId="d21832565e14aca8" providerId="LiveId" clId="{E9DC6723-9FC9-431B-87EA-16B4388A27EF}" dt="2023-06-30T11:48:36.466" v="7009" actId="478"/>
          <ac:spMkLst>
            <pc:docMk/>
            <pc:sldMk cId="453404785" sldId="280"/>
            <ac:spMk id="90" creationId="{AD7C6DA7-CE66-4176-98BF-15CBB65F8884}"/>
          </ac:spMkLst>
        </pc:spChg>
        <pc:spChg chg="del mod">
          <ac:chgData name="varitsara monsiri" userId="d21832565e14aca8" providerId="LiveId" clId="{E9DC6723-9FC9-431B-87EA-16B4388A27EF}" dt="2023-06-30T11:48:34.455" v="7007" actId="478"/>
          <ac:spMkLst>
            <pc:docMk/>
            <pc:sldMk cId="453404785" sldId="280"/>
            <ac:spMk id="91" creationId="{B5116B42-02EE-44D3-A751-457F47397C76}"/>
          </ac:spMkLst>
        </pc:spChg>
        <pc:spChg chg="del mod">
          <ac:chgData name="varitsara monsiri" userId="d21832565e14aca8" providerId="LiveId" clId="{E9DC6723-9FC9-431B-87EA-16B4388A27EF}" dt="2023-06-30T11:48:32.570" v="7005" actId="478"/>
          <ac:spMkLst>
            <pc:docMk/>
            <pc:sldMk cId="453404785" sldId="280"/>
            <ac:spMk id="92" creationId="{BE474A76-E991-41AB-802C-A66A58ECC023}"/>
          </ac:spMkLst>
        </pc:spChg>
        <pc:spChg chg="del mod">
          <ac:chgData name="varitsara monsiri" userId="d21832565e14aca8" providerId="LiveId" clId="{E9DC6723-9FC9-431B-87EA-16B4388A27EF}" dt="2023-06-30T11:48:35.482" v="7008" actId="478"/>
          <ac:spMkLst>
            <pc:docMk/>
            <pc:sldMk cId="453404785" sldId="280"/>
            <ac:spMk id="93" creationId="{30BD2B07-2D4A-445F-831E-C3E96203E0B4}"/>
          </ac:spMkLst>
        </pc:spChg>
        <pc:spChg chg="add del mod">
          <ac:chgData name="varitsara monsiri" userId="d21832565e14aca8" providerId="LiveId" clId="{E9DC6723-9FC9-431B-87EA-16B4388A27EF}" dt="2023-06-30T11:49:31.035" v="7028"/>
          <ac:spMkLst>
            <pc:docMk/>
            <pc:sldMk cId="453404785" sldId="280"/>
            <ac:spMk id="94" creationId="{98B5FCEE-120E-475D-80BE-20302F15D283}"/>
          </ac:spMkLst>
        </pc:spChg>
        <pc:spChg chg="add del mod">
          <ac:chgData name="varitsara monsiri" userId="d21832565e14aca8" providerId="LiveId" clId="{E9DC6723-9FC9-431B-87EA-16B4388A27EF}" dt="2023-06-30T11:49:31.035" v="7028"/>
          <ac:spMkLst>
            <pc:docMk/>
            <pc:sldMk cId="453404785" sldId="280"/>
            <ac:spMk id="95" creationId="{F7CDB639-AA23-4E2D-A964-548EF1D538C8}"/>
          </ac:spMkLst>
        </pc:spChg>
        <pc:spChg chg="del mod">
          <ac:chgData name="varitsara monsiri" userId="d21832565e14aca8" providerId="LiveId" clId="{E9DC6723-9FC9-431B-87EA-16B4388A27EF}" dt="2023-06-30T11:49:37.501" v="7033" actId="478"/>
          <ac:spMkLst>
            <pc:docMk/>
            <pc:sldMk cId="453404785" sldId="280"/>
            <ac:spMk id="96" creationId="{0AD06B1E-A833-4B80-AF97-9361AC0506C4}"/>
          </ac:spMkLst>
        </pc:spChg>
        <pc:spChg chg="del mod">
          <ac:chgData name="varitsara monsiri" userId="d21832565e14aca8" providerId="LiveId" clId="{E9DC6723-9FC9-431B-87EA-16B4388A27EF}" dt="2023-06-30T11:49:33.069" v="7029" actId="478"/>
          <ac:spMkLst>
            <pc:docMk/>
            <pc:sldMk cId="453404785" sldId="280"/>
            <ac:spMk id="97" creationId="{68900FEA-1B2A-467C-AF0C-2A304D9FEB7F}"/>
          </ac:spMkLst>
        </pc:spChg>
        <pc:spChg chg="mod ord">
          <ac:chgData name="varitsara monsiri" userId="d21832565e14aca8" providerId="LiveId" clId="{E9DC6723-9FC9-431B-87EA-16B4388A27EF}" dt="2023-06-30T11:50:24.307" v="7053" actId="164"/>
          <ac:spMkLst>
            <pc:docMk/>
            <pc:sldMk cId="453404785" sldId="280"/>
            <ac:spMk id="98" creationId="{00DF51C2-0191-4BDA-BFFC-EC24A636D0CD}"/>
          </ac:spMkLst>
        </pc:spChg>
        <pc:spChg chg="del mod">
          <ac:chgData name="varitsara monsiri" userId="d21832565e14aca8" providerId="LiveId" clId="{E9DC6723-9FC9-431B-87EA-16B4388A27EF}" dt="2023-06-30T11:49:35.073" v="7031" actId="478"/>
          <ac:spMkLst>
            <pc:docMk/>
            <pc:sldMk cId="453404785" sldId="280"/>
            <ac:spMk id="99" creationId="{06309F6C-027F-4427-B6C5-6B83516BA6D5}"/>
          </ac:spMkLst>
        </pc:spChg>
        <pc:spChg chg="del mod">
          <ac:chgData name="varitsara monsiri" userId="d21832565e14aca8" providerId="LiveId" clId="{E9DC6723-9FC9-431B-87EA-16B4388A27EF}" dt="2023-06-30T11:49:34.181" v="7030" actId="478"/>
          <ac:spMkLst>
            <pc:docMk/>
            <pc:sldMk cId="453404785" sldId="280"/>
            <ac:spMk id="100" creationId="{E1400F26-44E7-49C2-91D7-FFF1211F9945}"/>
          </ac:spMkLst>
        </pc:spChg>
        <pc:spChg chg="del mod">
          <ac:chgData name="varitsara monsiri" userId="d21832565e14aca8" providerId="LiveId" clId="{E9DC6723-9FC9-431B-87EA-16B4388A27EF}" dt="2023-06-30T11:49:38.605" v="7034" actId="478"/>
          <ac:spMkLst>
            <pc:docMk/>
            <pc:sldMk cId="453404785" sldId="280"/>
            <ac:spMk id="101" creationId="{3D7F7916-88E7-499F-B690-F2595FC404CC}"/>
          </ac:spMkLst>
        </pc:spChg>
        <pc:spChg chg="del mod">
          <ac:chgData name="varitsara monsiri" userId="d21832565e14aca8" providerId="LiveId" clId="{E9DC6723-9FC9-431B-87EA-16B4388A27EF}" dt="2023-06-30T11:49:35.992" v="7032" actId="478"/>
          <ac:spMkLst>
            <pc:docMk/>
            <pc:sldMk cId="453404785" sldId="280"/>
            <ac:spMk id="102" creationId="{6353B5B9-55D5-4C3D-90A0-22AFB2A6ADF4}"/>
          </ac:spMkLst>
        </pc:spChg>
        <pc:spChg chg="add del mod">
          <ac:chgData name="varitsara monsiri" userId="d21832565e14aca8" providerId="LiveId" clId="{E9DC6723-9FC9-431B-87EA-16B4388A27EF}" dt="2023-06-30T11:50:02.447" v="7045"/>
          <ac:spMkLst>
            <pc:docMk/>
            <pc:sldMk cId="453404785" sldId="280"/>
            <ac:spMk id="103" creationId="{2AD70551-28A5-42D5-AFD9-C73F8522E685}"/>
          </ac:spMkLst>
        </pc:spChg>
        <pc:spChg chg="add del mod">
          <ac:chgData name="varitsara monsiri" userId="d21832565e14aca8" providerId="LiveId" clId="{E9DC6723-9FC9-431B-87EA-16B4388A27EF}" dt="2023-06-30T11:50:02.447" v="7045"/>
          <ac:spMkLst>
            <pc:docMk/>
            <pc:sldMk cId="453404785" sldId="280"/>
            <ac:spMk id="104" creationId="{55B56986-1A41-48CC-A5FD-0654CCF17EC1}"/>
          </ac:spMkLst>
        </pc:spChg>
        <pc:spChg chg="del mod">
          <ac:chgData name="varitsara monsiri" userId="d21832565e14aca8" providerId="LiveId" clId="{E9DC6723-9FC9-431B-87EA-16B4388A27EF}" dt="2023-06-30T11:50:04.373" v="7046" actId="478"/>
          <ac:spMkLst>
            <pc:docMk/>
            <pc:sldMk cId="453404785" sldId="280"/>
            <ac:spMk id="105" creationId="{C561AAAC-8585-4572-8F3B-6A92DFC972DD}"/>
          </ac:spMkLst>
        </pc:spChg>
        <pc:spChg chg="mod">
          <ac:chgData name="varitsara monsiri" userId="d21832565e14aca8" providerId="LiveId" clId="{E9DC6723-9FC9-431B-87EA-16B4388A27EF}" dt="2023-06-30T11:50:24.307" v="7053" actId="164"/>
          <ac:spMkLst>
            <pc:docMk/>
            <pc:sldMk cId="453404785" sldId="280"/>
            <ac:spMk id="106" creationId="{A241DD48-C572-4C8D-AC7C-475C1672B5DB}"/>
          </ac:spMkLst>
        </pc:spChg>
        <pc:spChg chg="del mod">
          <ac:chgData name="varitsara monsiri" userId="d21832565e14aca8" providerId="LiveId" clId="{E9DC6723-9FC9-431B-87EA-16B4388A27EF}" dt="2023-06-30T11:50:06.125" v="7048" actId="478"/>
          <ac:spMkLst>
            <pc:docMk/>
            <pc:sldMk cId="453404785" sldId="280"/>
            <ac:spMk id="107" creationId="{1D7E3F80-A558-4594-B524-12BFF82C8C81}"/>
          </ac:spMkLst>
        </pc:spChg>
        <pc:spChg chg="del mod">
          <ac:chgData name="varitsara monsiri" userId="d21832565e14aca8" providerId="LiveId" clId="{E9DC6723-9FC9-431B-87EA-16B4388A27EF}" dt="2023-06-30T11:50:05.244" v="7047" actId="478"/>
          <ac:spMkLst>
            <pc:docMk/>
            <pc:sldMk cId="453404785" sldId="280"/>
            <ac:spMk id="108" creationId="{C51D98FD-D9C7-4B9B-BDD7-D030EA1DC9C4}"/>
          </ac:spMkLst>
        </pc:spChg>
        <pc:spChg chg="del mod">
          <ac:chgData name="varitsara monsiri" userId="d21832565e14aca8" providerId="LiveId" clId="{E9DC6723-9FC9-431B-87EA-16B4388A27EF}" dt="2023-06-30T11:50:07.521" v="7049" actId="478"/>
          <ac:spMkLst>
            <pc:docMk/>
            <pc:sldMk cId="453404785" sldId="280"/>
            <ac:spMk id="109" creationId="{ADB1B5EE-5BFE-4715-A662-6D1FB3EAE8D9}"/>
          </ac:spMkLst>
        </pc:spChg>
        <pc:grpChg chg="add mod">
          <ac:chgData name="varitsara monsiri" userId="d21832565e14aca8" providerId="LiveId" clId="{E9DC6723-9FC9-431B-87EA-16B4388A27EF}" dt="2023-06-30T11:50:15.760" v="7052" actId="164"/>
          <ac:grpSpMkLst>
            <pc:docMk/>
            <pc:sldMk cId="453404785" sldId="280"/>
            <ac:grpSpMk id="8" creationId="{EBBD14D2-3FC1-42CD-89B9-C262B5BC0C49}"/>
          </ac:grpSpMkLst>
        </pc:grpChg>
        <pc:grpChg chg="add mod ord">
          <ac:chgData name="varitsara monsiri" userId="d21832565e14aca8" providerId="LiveId" clId="{E9DC6723-9FC9-431B-87EA-16B4388A27EF}" dt="2023-06-30T11:50:32.210" v="7054" actId="167"/>
          <ac:grpSpMkLst>
            <pc:docMk/>
            <pc:sldMk cId="453404785" sldId="280"/>
            <ac:grpSpMk id="9" creationId="{FD2D4B8A-3EAB-4524-91E1-9EE243695CA3}"/>
          </ac:grpSpMkLst>
        </pc:grpChg>
        <pc:grpChg chg="add del mod">
          <ac:chgData name="varitsara monsiri" userId="d21832565e14aca8" providerId="LiveId" clId="{E9DC6723-9FC9-431B-87EA-16B4388A27EF}" dt="2023-06-30T11:45:06.156" v="6946" actId="478"/>
          <ac:grpSpMkLst>
            <pc:docMk/>
            <pc:sldMk cId="453404785" sldId="280"/>
            <ac:grpSpMk id="32" creationId="{66E517EF-83D3-4BCB-9A4B-BEB416402A2C}"/>
          </ac:grpSpMkLst>
        </pc:grpChg>
        <pc:grpChg chg="add del mod">
          <ac:chgData name="varitsara monsiri" userId="d21832565e14aca8" providerId="LiveId" clId="{E9DC6723-9FC9-431B-87EA-16B4388A27EF}" dt="2023-06-30T11:45:44.737" v="6957" actId="478"/>
          <ac:grpSpMkLst>
            <pc:docMk/>
            <pc:sldMk cId="453404785" sldId="280"/>
            <ac:grpSpMk id="42" creationId="{9099AE2D-78F9-4910-8940-2E33E0BBFC61}"/>
          </ac:grpSpMkLst>
        </pc:grpChg>
        <pc:grpChg chg="mod">
          <ac:chgData name="varitsara monsiri" userId="d21832565e14aca8" providerId="LiveId" clId="{E9DC6723-9FC9-431B-87EA-16B4388A27EF}" dt="2023-06-30T12:31:13.045" v="7921" actId="1038"/>
          <ac:grpSpMkLst>
            <pc:docMk/>
            <pc:sldMk cId="453404785" sldId="280"/>
            <ac:grpSpMk id="64" creationId="{8F535E71-8BB4-41E3-B7E6-580446D995D8}"/>
          </ac:grpSpMkLst>
        </pc:grpChg>
        <pc:grpChg chg="mod">
          <ac:chgData name="varitsara monsiri" userId="d21832565e14aca8" providerId="LiveId" clId="{E9DC6723-9FC9-431B-87EA-16B4388A27EF}" dt="2023-06-30T12:31:13.045" v="7921" actId="1038"/>
          <ac:grpSpMkLst>
            <pc:docMk/>
            <pc:sldMk cId="453404785" sldId="280"/>
            <ac:grpSpMk id="65" creationId="{FF122760-3DE5-48B8-9E03-8D0F9712DD67}"/>
          </ac:grpSpMkLst>
        </pc:grpChg>
        <pc:grpChg chg="mod">
          <ac:chgData name="varitsara monsiri" userId="d21832565e14aca8" providerId="LiveId" clId="{E9DC6723-9FC9-431B-87EA-16B4388A27EF}" dt="2023-06-30T12:31:13.045" v="7921" actId="1038"/>
          <ac:grpSpMkLst>
            <pc:docMk/>
            <pc:sldMk cId="453404785" sldId="280"/>
            <ac:grpSpMk id="66" creationId="{3DBE237A-EFBF-43E1-A7A3-42A9FBB5391F}"/>
          </ac:grpSpMkLst>
        </pc:grpChg>
        <pc:grpChg chg="mod">
          <ac:chgData name="varitsara monsiri" userId="d21832565e14aca8" providerId="LiveId" clId="{E9DC6723-9FC9-431B-87EA-16B4388A27EF}" dt="2023-06-30T12:31:13.045" v="7921" actId="1038"/>
          <ac:grpSpMkLst>
            <pc:docMk/>
            <pc:sldMk cId="453404785" sldId="280"/>
            <ac:grpSpMk id="73" creationId="{1408CE57-E864-4671-AB24-392BF16994CB}"/>
          </ac:grpSpMkLst>
        </pc:grpChg>
        <pc:grpChg chg="del mod">
          <ac:chgData name="varitsara monsiri" userId="d21832565e14aca8" providerId="LiveId" clId="{E9DC6723-9FC9-431B-87EA-16B4388A27EF}" dt="2023-06-30T11:47:16.562" v="6987" actId="165"/>
          <ac:grpSpMkLst>
            <pc:docMk/>
            <pc:sldMk cId="453404785" sldId="280"/>
            <ac:grpSpMk id="75" creationId="{6A8E5109-1CDB-45CD-AB38-BC32413757C8}"/>
          </ac:grpSpMkLst>
        </pc:grpChg>
        <pc:grpChg chg="del">
          <ac:chgData name="varitsara monsiri" userId="d21832565e14aca8" providerId="LiveId" clId="{E9DC6723-9FC9-431B-87EA-16B4388A27EF}" dt="2023-06-30T08:25:05.714" v="4164" actId="478"/>
          <ac:grpSpMkLst>
            <pc:docMk/>
            <pc:sldMk cId="453404785" sldId="280"/>
            <ac:grpSpMk id="81" creationId="{7E4B123F-F60D-427C-9E67-0A0366152875}"/>
          </ac:grpSpMkLst>
        </pc:grpChg>
        <pc:picChg chg="mod">
          <ac:chgData name="varitsara monsiri" userId="d21832565e14aca8" providerId="LiveId" clId="{E9DC6723-9FC9-431B-87EA-16B4388A27EF}" dt="2023-06-30T11:49:14.397" v="7027" actId="1076"/>
          <ac:picMkLst>
            <pc:docMk/>
            <pc:sldMk cId="453404785" sldId="280"/>
            <ac:picMk id="74" creationId="{27BAFC36-7D4F-4CCA-A520-FE5E5732B55B}"/>
          </ac:picMkLst>
        </pc:picChg>
        <pc:cxnChg chg="add del">
          <ac:chgData name="varitsara monsiri" userId="d21832565e14aca8" providerId="LiveId" clId="{E9DC6723-9FC9-431B-87EA-16B4388A27EF}" dt="2023-06-30T11:45:10.931" v="6948" actId="478"/>
          <ac:cxnSpMkLst>
            <pc:docMk/>
            <pc:sldMk cId="453404785" sldId="280"/>
            <ac:cxnSpMk id="3" creationId="{B6463224-7F3C-4021-AE29-DBAAB8325045}"/>
          </ac:cxnSpMkLst>
        </pc:cxnChg>
      </pc:sldChg>
      <pc:sldChg chg="add del">
        <pc:chgData name="varitsara monsiri" userId="d21832565e14aca8" providerId="LiveId" clId="{E9DC6723-9FC9-431B-87EA-16B4388A27EF}" dt="2023-06-30T08:01:36.608" v="3771" actId="2890"/>
        <pc:sldMkLst>
          <pc:docMk/>
          <pc:sldMk cId="1243556100" sldId="280"/>
        </pc:sldMkLst>
      </pc:sldChg>
      <pc:sldChg chg="addSp delSp modSp add del mod">
        <pc:chgData name="varitsara monsiri" userId="d21832565e14aca8" providerId="LiveId" clId="{E9DC6723-9FC9-431B-87EA-16B4388A27EF}" dt="2023-06-30T08:06:58.488" v="3941" actId="47"/>
        <pc:sldMkLst>
          <pc:docMk/>
          <pc:sldMk cId="3965725122" sldId="280"/>
        </pc:sldMkLst>
        <pc:spChg chg="mod">
          <ac:chgData name="varitsara monsiri" userId="d21832565e14aca8" providerId="LiveId" clId="{E9DC6723-9FC9-431B-87EA-16B4388A27EF}" dt="2023-06-30T08:01:44.033" v="3773"/>
          <ac:spMkLst>
            <pc:docMk/>
            <pc:sldMk cId="3965725122" sldId="280"/>
            <ac:spMk id="18" creationId="{BA8B3B87-F451-4A1C-8231-AD0210AA5CDD}"/>
          </ac:spMkLst>
        </pc:spChg>
        <pc:spChg chg="mod">
          <ac:chgData name="varitsara monsiri" userId="d21832565e14aca8" providerId="LiveId" clId="{E9DC6723-9FC9-431B-87EA-16B4388A27EF}" dt="2023-06-30T08:01:44.033" v="3773"/>
          <ac:spMkLst>
            <pc:docMk/>
            <pc:sldMk cId="3965725122" sldId="280"/>
            <ac:spMk id="19" creationId="{7E50E7FE-813E-4059-B80F-C17F0A6552D2}"/>
          </ac:spMkLst>
        </pc:spChg>
        <pc:spChg chg="mod">
          <ac:chgData name="varitsara monsiri" userId="d21832565e14aca8" providerId="LiveId" clId="{E9DC6723-9FC9-431B-87EA-16B4388A27EF}" dt="2023-06-30T08:01:44.033" v="3773"/>
          <ac:spMkLst>
            <pc:docMk/>
            <pc:sldMk cId="3965725122" sldId="280"/>
            <ac:spMk id="20" creationId="{D84C3DD6-2A49-4A81-BE3D-9523B60AB383}"/>
          </ac:spMkLst>
        </pc:spChg>
        <pc:spChg chg="mod">
          <ac:chgData name="varitsara monsiri" userId="d21832565e14aca8" providerId="LiveId" clId="{E9DC6723-9FC9-431B-87EA-16B4388A27EF}" dt="2023-06-30T08:01:44.033" v="3773"/>
          <ac:spMkLst>
            <pc:docMk/>
            <pc:sldMk cId="3965725122" sldId="280"/>
            <ac:spMk id="21" creationId="{D20B6F6D-11A2-43E2-8208-3FDFE6DF8D83}"/>
          </ac:spMkLst>
        </pc:spChg>
        <pc:grpChg chg="add mod ord">
          <ac:chgData name="varitsara monsiri" userId="d21832565e14aca8" providerId="LiveId" clId="{E9DC6723-9FC9-431B-87EA-16B4388A27EF}" dt="2023-06-30T08:05:41.739" v="3877" actId="1038"/>
          <ac:grpSpMkLst>
            <pc:docMk/>
            <pc:sldMk cId="3965725122" sldId="280"/>
            <ac:grpSpMk id="17" creationId="{BDED1F4D-7A6B-4108-BF28-AF94CEAD023E}"/>
          </ac:grpSpMkLst>
        </pc:grpChg>
        <pc:grpChg chg="del">
          <ac:chgData name="varitsara monsiri" userId="d21832565e14aca8" providerId="LiveId" clId="{E9DC6723-9FC9-431B-87EA-16B4388A27EF}" dt="2023-06-30T08:02:16.798" v="3783" actId="478"/>
          <ac:grpSpMkLst>
            <pc:docMk/>
            <pc:sldMk cId="3965725122" sldId="280"/>
            <ac:grpSpMk id="22" creationId="{3D294ED2-588B-4AE3-89C6-3C9EBD987D00}"/>
          </ac:grpSpMkLst>
        </pc:grpChg>
      </pc:sldChg>
      <pc:sldChg chg="add del">
        <pc:chgData name="varitsara monsiri" userId="d21832565e14aca8" providerId="LiveId" clId="{E9DC6723-9FC9-431B-87EA-16B4388A27EF}" dt="2023-06-30T09:53:52.389" v="5173" actId="47"/>
        <pc:sldMkLst>
          <pc:docMk/>
          <pc:sldMk cId="3473225539" sldId="281"/>
        </pc:sldMkLst>
      </pc:sldChg>
      <pc:sldChg chg="addSp delSp modSp add mod">
        <pc:chgData name="varitsara monsiri" userId="d21832565e14aca8" providerId="LiveId" clId="{E9DC6723-9FC9-431B-87EA-16B4388A27EF}" dt="2023-06-30T12:11:43.072" v="7351" actId="164"/>
        <pc:sldMkLst>
          <pc:docMk/>
          <pc:sldMk cId="1824039693" sldId="282"/>
        </pc:sldMkLst>
        <pc:spChg chg="add del mod">
          <ac:chgData name="varitsara monsiri" userId="d21832565e14aca8" providerId="LiveId" clId="{E9DC6723-9FC9-431B-87EA-16B4388A27EF}" dt="2023-06-30T12:10:55.203" v="7328"/>
          <ac:spMkLst>
            <pc:docMk/>
            <pc:sldMk cId="1824039693" sldId="282"/>
            <ac:spMk id="2" creationId="{0DB0C4AD-E404-4DDD-9718-E642295F860E}"/>
          </ac:spMkLst>
        </pc:spChg>
        <pc:spChg chg="mod">
          <ac:chgData name="varitsara monsiri" userId="d21832565e14aca8" providerId="LiveId" clId="{E9DC6723-9FC9-431B-87EA-16B4388A27EF}" dt="2023-06-30T09:48:33.576" v="5061"/>
          <ac:spMkLst>
            <pc:docMk/>
            <pc:sldMk cId="1824039693" sldId="282"/>
            <ac:spMk id="21" creationId="{3ECCE1C3-9F9C-4DD2-995D-EB1BF2AA4A46}"/>
          </ac:spMkLst>
        </pc:spChg>
        <pc:spChg chg="del mod">
          <ac:chgData name="varitsara monsiri" userId="d21832565e14aca8" providerId="LiveId" clId="{E9DC6723-9FC9-431B-87EA-16B4388A27EF}" dt="2023-06-30T09:48:46.931" v="5064" actId="478"/>
          <ac:spMkLst>
            <pc:docMk/>
            <pc:sldMk cId="1824039693" sldId="282"/>
            <ac:spMk id="22" creationId="{0717C86D-A9F5-4DAD-9CC4-F85C3F818CBC}"/>
          </ac:spMkLst>
        </pc:spChg>
        <pc:spChg chg="del mod">
          <ac:chgData name="varitsara monsiri" userId="d21832565e14aca8" providerId="LiveId" clId="{E9DC6723-9FC9-431B-87EA-16B4388A27EF}" dt="2023-06-30T09:48:53.365" v="5065" actId="478"/>
          <ac:spMkLst>
            <pc:docMk/>
            <pc:sldMk cId="1824039693" sldId="282"/>
            <ac:spMk id="23" creationId="{DE9E15F9-14CD-483E-BC1F-6A28BC95A9F5}"/>
          </ac:spMkLst>
        </pc:spChg>
        <pc:spChg chg="del mod">
          <ac:chgData name="varitsara monsiri" userId="d21832565e14aca8" providerId="LiveId" clId="{E9DC6723-9FC9-431B-87EA-16B4388A27EF}" dt="2023-06-30T09:48:53.365" v="5065" actId="478"/>
          <ac:spMkLst>
            <pc:docMk/>
            <pc:sldMk cId="1824039693" sldId="282"/>
            <ac:spMk id="24" creationId="{5E670A0C-39F8-4111-85ED-F6B698E865A0}"/>
          </ac:spMkLst>
        </pc:spChg>
        <pc:spChg chg="mod">
          <ac:chgData name="varitsara monsiri" userId="d21832565e14aca8" providerId="LiveId" clId="{E9DC6723-9FC9-431B-87EA-16B4388A27EF}" dt="2023-06-30T09:49:27.038" v="5076"/>
          <ac:spMkLst>
            <pc:docMk/>
            <pc:sldMk cId="1824039693" sldId="282"/>
            <ac:spMk id="27" creationId="{1529AD2E-46D1-4CE7-A5FB-6821A5E148AE}"/>
          </ac:spMkLst>
        </pc:spChg>
        <pc:spChg chg="mod">
          <ac:chgData name="varitsara monsiri" userId="d21832565e14aca8" providerId="LiveId" clId="{E9DC6723-9FC9-431B-87EA-16B4388A27EF}" dt="2023-06-30T09:49:55.353" v="5084"/>
          <ac:spMkLst>
            <pc:docMk/>
            <pc:sldMk cId="1824039693" sldId="282"/>
            <ac:spMk id="30" creationId="{7CEEEBCA-0872-4DAC-B1E5-557D21C9F703}"/>
          </ac:spMkLst>
        </pc:spChg>
        <pc:spChg chg="mod">
          <ac:chgData name="varitsara monsiri" userId="d21832565e14aca8" providerId="LiveId" clId="{E9DC6723-9FC9-431B-87EA-16B4388A27EF}" dt="2023-06-30T09:50:07.729" v="5086"/>
          <ac:spMkLst>
            <pc:docMk/>
            <pc:sldMk cId="1824039693" sldId="282"/>
            <ac:spMk id="33" creationId="{A7221DB3-8CC2-4C04-8A84-EF652A535CB0}"/>
          </ac:spMkLst>
        </pc:spChg>
        <pc:spChg chg="mod">
          <ac:chgData name="varitsara monsiri" userId="d21832565e14aca8" providerId="LiveId" clId="{E9DC6723-9FC9-431B-87EA-16B4388A27EF}" dt="2023-06-30T09:54:13.476" v="5175"/>
          <ac:spMkLst>
            <pc:docMk/>
            <pc:sldMk cId="1824039693" sldId="282"/>
            <ac:spMk id="35" creationId="{B9F86A87-6D03-406D-B05C-986DC37CE387}"/>
          </ac:spMkLst>
        </pc:spChg>
        <pc:spChg chg="mod">
          <ac:chgData name="varitsara monsiri" userId="d21832565e14aca8" providerId="LiveId" clId="{E9DC6723-9FC9-431B-87EA-16B4388A27EF}" dt="2023-06-30T09:54:13.476" v="5175"/>
          <ac:spMkLst>
            <pc:docMk/>
            <pc:sldMk cId="1824039693" sldId="282"/>
            <ac:spMk id="36" creationId="{D45F5087-B2F3-4836-B812-91733AA60A9C}"/>
          </ac:spMkLst>
        </pc:spChg>
        <pc:spChg chg="mod">
          <ac:chgData name="varitsara monsiri" userId="d21832565e14aca8" providerId="LiveId" clId="{E9DC6723-9FC9-431B-87EA-16B4388A27EF}" dt="2023-06-30T09:54:13.476" v="5175"/>
          <ac:spMkLst>
            <pc:docMk/>
            <pc:sldMk cId="1824039693" sldId="282"/>
            <ac:spMk id="37" creationId="{AADFB151-836F-42C3-A712-7E70B947318B}"/>
          </ac:spMkLst>
        </pc:spChg>
        <pc:spChg chg="mod">
          <ac:chgData name="varitsara monsiri" userId="d21832565e14aca8" providerId="LiveId" clId="{E9DC6723-9FC9-431B-87EA-16B4388A27EF}" dt="2023-06-30T09:54:13.476" v="5175"/>
          <ac:spMkLst>
            <pc:docMk/>
            <pc:sldMk cId="1824039693" sldId="282"/>
            <ac:spMk id="38" creationId="{C5CFEF3E-8ABA-4E58-BAFC-C80FC973A1AE}"/>
          </ac:spMkLst>
        </pc:spChg>
        <pc:spChg chg="mod">
          <ac:chgData name="varitsara monsiri" userId="d21832565e14aca8" providerId="LiveId" clId="{E9DC6723-9FC9-431B-87EA-16B4388A27EF}" dt="2023-06-30T09:54:38.298" v="5179"/>
          <ac:spMkLst>
            <pc:docMk/>
            <pc:sldMk cId="1824039693" sldId="282"/>
            <ac:spMk id="40" creationId="{F49481C8-7675-4F27-8909-4F5EA8A718E3}"/>
          </ac:spMkLst>
        </pc:spChg>
        <pc:spChg chg="mod">
          <ac:chgData name="varitsara monsiri" userId="d21832565e14aca8" providerId="LiveId" clId="{E9DC6723-9FC9-431B-87EA-16B4388A27EF}" dt="2023-06-30T09:54:38.298" v="5179"/>
          <ac:spMkLst>
            <pc:docMk/>
            <pc:sldMk cId="1824039693" sldId="282"/>
            <ac:spMk id="41" creationId="{B66DC27C-3E56-494B-AF1A-1AD89D8CC7A8}"/>
          </ac:spMkLst>
        </pc:spChg>
        <pc:spChg chg="mod">
          <ac:chgData name="varitsara monsiri" userId="d21832565e14aca8" providerId="LiveId" clId="{E9DC6723-9FC9-431B-87EA-16B4388A27EF}" dt="2023-06-30T09:54:38.298" v="5179"/>
          <ac:spMkLst>
            <pc:docMk/>
            <pc:sldMk cId="1824039693" sldId="282"/>
            <ac:spMk id="42" creationId="{66B4CFA4-6D0F-45D9-ADB4-60218BBA82BB}"/>
          </ac:spMkLst>
        </pc:spChg>
        <pc:spChg chg="mod">
          <ac:chgData name="varitsara monsiri" userId="d21832565e14aca8" providerId="LiveId" clId="{E9DC6723-9FC9-431B-87EA-16B4388A27EF}" dt="2023-06-30T09:54:38.298" v="5179"/>
          <ac:spMkLst>
            <pc:docMk/>
            <pc:sldMk cId="1824039693" sldId="282"/>
            <ac:spMk id="43" creationId="{16AC081D-C5B2-4BE9-8778-459B459ABE9A}"/>
          </ac:spMkLst>
        </pc:spChg>
        <pc:spChg chg="del mod topLvl">
          <ac:chgData name="varitsara monsiri" userId="d21832565e14aca8" providerId="LiveId" clId="{E9DC6723-9FC9-431B-87EA-16B4388A27EF}" dt="2023-06-30T12:11:19.457" v="7338"/>
          <ac:spMkLst>
            <pc:docMk/>
            <pc:sldMk cId="1824039693" sldId="282"/>
            <ac:spMk id="45" creationId="{CD74827B-1F9E-45C3-B015-85BD40484673}"/>
          </ac:spMkLst>
        </pc:spChg>
        <pc:spChg chg="del mod topLvl">
          <ac:chgData name="varitsara monsiri" userId="d21832565e14aca8" providerId="LiveId" clId="{E9DC6723-9FC9-431B-87EA-16B4388A27EF}" dt="2023-06-30T12:11:30.334" v="7344"/>
          <ac:spMkLst>
            <pc:docMk/>
            <pc:sldMk cId="1824039693" sldId="282"/>
            <ac:spMk id="46" creationId="{5942C73F-2777-4343-BC11-52DEF61DDFC8}"/>
          </ac:spMkLst>
        </pc:spChg>
        <pc:spChg chg="del mod topLvl">
          <ac:chgData name="varitsara monsiri" userId="d21832565e14aca8" providerId="LiveId" clId="{E9DC6723-9FC9-431B-87EA-16B4388A27EF}" dt="2023-06-30T12:11:40.417" v="7350"/>
          <ac:spMkLst>
            <pc:docMk/>
            <pc:sldMk cId="1824039693" sldId="282"/>
            <ac:spMk id="47" creationId="{D12884D9-8B3A-400B-ABAA-C8C1CF13FA20}"/>
          </ac:spMkLst>
        </pc:spChg>
        <pc:spChg chg="del mod">
          <ac:chgData name="varitsara monsiri" userId="d21832565e14aca8" providerId="LiveId" clId="{E9DC6723-9FC9-431B-87EA-16B4388A27EF}" dt="2023-06-30T12:10:44.098" v="7326" actId="478"/>
          <ac:spMkLst>
            <pc:docMk/>
            <pc:sldMk cId="1824039693" sldId="282"/>
            <ac:spMk id="48" creationId="{A8AF56D6-9FF7-44EC-A5E6-F233B5A4BC38}"/>
          </ac:spMkLst>
        </pc:spChg>
        <pc:spChg chg="mod">
          <ac:chgData name="varitsara monsiri" userId="d21832565e14aca8" providerId="LiveId" clId="{E9DC6723-9FC9-431B-87EA-16B4388A27EF}" dt="2023-06-30T09:58:37.305" v="5258"/>
          <ac:spMkLst>
            <pc:docMk/>
            <pc:sldMk cId="1824039693" sldId="282"/>
            <ac:spMk id="50" creationId="{49E9DB0A-FDAC-4AD5-B76F-6FD70007A668}"/>
          </ac:spMkLst>
        </pc:spChg>
        <pc:spChg chg="mod">
          <ac:chgData name="varitsara monsiri" userId="d21832565e14aca8" providerId="LiveId" clId="{E9DC6723-9FC9-431B-87EA-16B4388A27EF}" dt="2023-06-30T09:58:37.305" v="5258"/>
          <ac:spMkLst>
            <pc:docMk/>
            <pc:sldMk cId="1824039693" sldId="282"/>
            <ac:spMk id="51" creationId="{C1B42BBC-A98C-4C3A-9A51-8FFACC382AD9}"/>
          </ac:spMkLst>
        </pc:spChg>
        <pc:spChg chg="mod">
          <ac:chgData name="varitsara monsiri" userId="d21832565e14aca8" providerId="LiveId" clId="{E9DC6723-9FC9-431B-87EA-16B4388A27EF}" dt="2023-06-30T09:58:37.305" v="5258"/>
          <ac:spMkLst>
            <pc:docMk/>
            <pc:sldMk cId="1824039693" sldId="282"/>
            <ac:spMk id="52" creationId="{D80925A7-6498-49A6-8950-9346356E5F22}"/>
          </ac:spMkLst>
        </pc:spChg>
        <pc:spChg chg="mod">
          <ac:chgData name="varitsara monsiri" userId="d21832565e14aca8" providerId="LiveId" clId="{E9DC6723-9FC9-431B-87EA-16B4388A27EF}" dt="2023-06-30T09:58:37.305" v="5258"/>
          <ac:spMkLst>
            <pc:docMk/>
            <pc:sldMk cId="1824039693" sldId="282"/>
            <ac:spMk id="53" creationId="{0B899E02-D2F9-4BE3-89BB-0A3F2A2F2CDC}"/>
          </ac:spMkLst>
        </pc:spChg>
        <pc:spChg chg="add del mod">
          <ac:chgData name="varitsara monsiri" userId="d21832565e14aca8" providerId="LiveId" clId="{E9DC6723-9FC9-431B-87EA-16B4388A27EF}" dt="2023-06-30T12:10:55.203" v="7328"/>
          <ac:spMkLst>
            <pc:docMk/>
            <pc:sldMk cId="1824039693" sldId="282"/>
            <ac:spMk id="54" creationId="{346D45C3-3CCF-42D5-B964-5B4EF0ECBAD8}"/>
          </ac:spMkLst>
        </pc:spChg>
        <pc:spChg chg="del mod">
          <ac:chgData name="varitsara monsiri" userId="d21832565e14aca8" providerId="LiveId" clId="{E9DC6723-9FC9-431B-87EA-16B4388A27EF}" dt="2023-06-30T12:11:19.457" v="7338"/>
          <ac:spMkLst>
            <pc:docMk/>
            <pc:sldMk cId="1824039693" sldId="282"/>
            <ac:spMk id="55" creationId="{8053CEE6-24C7-442C-BD65-F8797FB9B332}"/>
          </ac:spMkLst>
        </pc:spChg>
        <pc:spChg chg="add mod">
          <ac:chgData name="varitsara monsiri" userId="d21832565e14aca8" providerId="LiveId" clId="{E9DC6723-9FC9-431B-87EA-16B4388A27EF}" dt="2023-06-30T12:11:05.297" v="7333" actId="571"/>
          <ac:spMkLst>
            <pc:docMk/>
            <pc:sldMk cId="1824039693" sldId="282"/>
            <ac:spMk id="56" creationId="{DEAFC8C5-F65C-4CF0-A5C4-B594EB6B5DAF}"/>
          </ac:spMkLst>
        </pc:spChg>
        <pc:spChg chg="add mod">
          <ac:chgData name="varitsara monsiri" userId="d21832565e14aca8" providerId="LiveId" clId="{E9DC6723-9FC9-431B-87EA-16B4388A27EF}" dt="2023-06-30T12:11:05.297" v="7333" actId="571"/>
          <ac:spMkLst>
            <pc:docMk/>
            <pc:sldMk cId="1824039693" sldId="282"/>
            <ac:spMk id="57" creationId="{62A8FF5C-E7C4-4E71-A580-217BFD34AD93}"/>
          </ac:spMkLst>
        </pc:spChg>
        <pc:spChg chg="add mod">
          <ac:chgData name="varitsara monsiri" userId="d21832565e14aca8" providerId="LiveId" clId="{E9DC6723-9FC9-431B-87EA-16B4388A27EF}" dt="2023-06-30T12:11:14.573" v="7337" actId="571"/>
          <ac:spMkLst>
            <pc:docMk/>
            <pc:sldMk cId="1824039693" sldId="282"/>
            <ac:spMk id="58" creationId="{15789BE8-EBFA-47CB-AA05-CE4B66F62EA5}"/>
          </ac:spMkLst>
        </pc:spChg>
        <pc:spChg chg="add mod">
          <ac:chgData name="varitsara monsiri" userId="d21832565e14aca8" providerId="LiveId" clId="{E9DC6723-9FC9-431B-87EA-16B4388A27EF}" dt="2023-06-30T12:11:14.573" v="7337" actId="571"/>
          <ac:spMkLst>
            <pc:docMk/>
            <pc:sldMk cId="1824039693" sldId="282"/>
            <ac:spMk id="59" creationId="{CA91B85D-4D70-44AC-A2C3-EFF501C0DD13}"/>
          </ac:spMkLst>
        </pc:spChg>
        <pc:spChg chg="mod">
          <ac:chgData name="varitsara monsiri" userId="d21832565e14aca8" providerId="LiveId" clId="{E9DC6723-9FC9-431B-87EA-16B4388A27EF}" dt="2023-06-30T12:11:43.072" v="7351" actId="164"/>
          <ac:spMkLst>
            <pc:docMk/>
            <pc:sldMk cId="1824039693" sldId="282"/>
            <ac:spMk id="60" creationId="{EBD07617-4574-4FC3-A51C-7837316F1B2F}"/>
          </ac:spMkLst>
        </pc:spChg>
        <pc:spChg chg="add del mod">
          <ac:chgData name="varitsara monsiri" userId="d21832565e14aca8" providerId="LiveId" clId="{E9DC6723-9FC9-431B-87EA-16B4388A27EF}" dt="2023-06-30T12:11:30.334" v="7344"/>
          <ac:spMkLst>
            <pc:docMk/>
            <pc:sldMk cId="1824039693" sldId="282"/>
            <ac:spMk id="61" creationId="{6BFFC69A-2AA6-4FC2-BCE1-844BB7190898}"/>
          </ac:spMkLst>
        </pc:spChg>
        <pc:spChg chg="add mod">
          <ac:chgData name="varitsara monsiri" userId="d21832565e14aca8" providerId="LiveId" clId="{E9DC6723-9FC9-431B-87EA-16B4388A27EF}" dt="2023-06-30T12:11:26.468" v="7343" actId="571"/>
          <ac:spMkLst>
            <pc:docMk/>
            <pc:sldMk cId="1824039693" sldId="282"/>
            <ac:spMk id="62" creationId="{6619E7BE-19D8-483B-956E-7A45E92438F5}"/>
          </ac:spMkLst>
        </pc:spChg>
        <pc:spChg chg="add mod">
          <ac:chgData name="varitsara monsiri" userId="d21832565e14aca8" providerId="LiveId" clId="{E9DC6723-9FC9-431B-87EA-16B4388A27EF}" dt="2023-06-30T12:11:26.468" v="7343" actId="571"/>
          <ac:spMkLst>
            <pc:docMk/>
            <pc:sldMk cId="1824039693" sldId="282"/>
            <ac:spMk id="63" creationId="{168C5369-D261-41BB-8900-4BA5974C8FE6}"/>
          </ac:spMkLst>
        </pc:spChg>
        <pc:spChg chg="mod">
          <ac:chgData name="varitsara monsiri" userId="d21832565e14aca8" providerId="LiveId" clId="{E9DC6723-9FC9-431B-87EA-16B4388A27EF}" dt="2023-06-30T12:11:43.072" v="7351" actId="164"/>
          <ac:spMkLst>
            <pc:docMk/>
            <pc:sldMk cId="1824039693" sldId="282"/>
            <ac:spMk id="64" creationId="{34034D9A-1F9C-43A9-AB41-D70251BAB731}"/>
          </ac:spMkLst>
        </pc:spChg>
        <pc:spChg chg="add del mod">
          <ac:chgData name="varitsara monsiri" userId="d21832565e14aca8" providerId="LiveId" clId="{E9DC6723-9FC9-431B-87EA-16B4388A27EF}" dt="2023-06-30T12:11:40.417" v="7350"/>
          <ac:spMkLst>
            <pc:docMk/>
            <pc:sldMk cId="1824039693" sldId="282"/>
            <ac:spMk id="65" creationId="{AE02D10D-5038-4E61-B41A-5FFA7696BA52}"/>
          </ac:spMkLst>
        </pc:spChg>
        <pc:spChg chg="add mod">
          <ac:chgData name="varitsara monsiri" userId="d21832565e14aca8" providerId="LiveId" clId="{E9DC6723-9FC9-431B-87EA-16B4388A27EF}" dt="2023-06-30T12:11:36.532" v="7349" actId="571"/>
          <ac:spMkLst>
            <pc:docMk/>
            <pc:sldMk cId="1824039693" sldId="282"/>
            <ac:spMk id="66" creationId="{925C40F9-F0E5-4203-8ED3-059ECEB4CD87}"/>
          </ac:spMkLst>
        </pc:spChg>
        <pc:spChg chg="add mod">
          <ac:chgData name="varitsara monsiri" userId="d21832565e14aca8" providerId="LiveId" clId="{E9DC6723-9FC9-431B-87EA-16B4388A27EF}" dt="2023-06-30T12:11:36.532" v="7349" actId="571"/>
          <ac:spMkLst>
            <pc:docMk/>
            <pc:sldMk cId="1824039693" sldId="282"/>
            <ac:spMk id="67" creationId="{6BFC44B2-8B70-4859-8B23-F1F4AD8FB2BA}"/>
          </ac:spMkLst>
        </pc:spChg>
        <pc:spChg chg="mod">
          <ac:chgData name="varitsara monsiri" userId="d21832565e14aca8" providerId="LiveId" clId="{E9DC6723-9FC9-431B-87EA-16B4388A27EF}" dt="2023-06-30T12:11:43.072" v="7351" actId="164"/>
          <ac:spMkLst>
            <pc:docMk/>
            <pc:sldMk cId="1824039693" sldId="282"/>
            <ac:spMk id="68" creationId="{60610430-1C76-420D-9D95-92C7807AB3AC}"/>
          </ac:spMkLst>
        </pc:spChg>
        <pc:grpChg chg="add mod">
          <ac:chgData name="varitsara monsiri" userId="d21832565e14aca8" providerId="LiveId" clId="{E9DC6723-9FC9-431B-87EA-16B4388A27EF}" dt="2023-06-30T12:11:43.072" v="7351" actId="164"/>
          <ac:grpSpMkLst>
            <pc:docMk/>
            <pc:sldMk cId="1824039693" sldId="282"/>
            <ac:grpSpMk id="3" creationId="{58C8F027-AC3C-498B-92F8-FEF656247435}"/>
          </ac:grpSpMkLst>
        </pc:grpChg>
        <pc:grpChg chg="del">
          <ac:chgData name="varitsara monsiri" userId="d21832565e14aca8" providerId="LiveId" clId="{E9DC6723-9FC9-431B-87EA-16B4388A27EF}" dt="2023-06-30T09:48:32.182" v="5060" actId="478"/>
          <ac:grpSpMkLst>
            <pc:docMk/>
            <pc:sldMk cId="1824039693" sldId="282"/>
            <ac:grpSpMk id="14" creationId="{368C1525-50B7-4E37-A097-A0EE9E79AEE5}"/>
          </ac:grpSpMkLst>
        </pc:grpChg>
        <pc:grpChg chg="add mod">
          <ac:chgData name="varitsara monsiri" userId="d21832565e14aca8" providerId="LiveId" clId="{E9DC6723-9FC9-431B-87EA-16B4388A27EF}" dt="2023-06-30T09:56:06.771" v="5214" actId="1036"/>
          <ac:grpSpMkLst>
            <pc:docMk/>
            <pc:sldMk cId="1824039693" sldId="282"/>
            <ac:grpSpMk id="19" creationId="{569EBBA1-F60F-4B8C-BDFA-9B50F13236BD}"/>
          </ac:grpSpMkLst>
        </pc:grpChg>
        <pc:grpChg chg="add mod">
          <ac:chgData name="varitsara monsiri" userId="d21832565e14aca8" providerId="LiveId" clId="{E9DC6723-9FC9-431B-87EA-16B4388A27EF}" dt="2023-06-30T09:56:06.771" v="5214" actId="1036"/>
          <ac:grpSpMkLst>
            <pc:docMk/>
            <pc:sldMk cId="1824039693" sldId="282"/>
            <ac:grpSpMk id="25" creationId="{E7AA6CF6-AEED-4BD4-B8CE-B173BF031F9A}"/>
          </ac:grpSpMkLst>
        </pc:grpChg>
        <pc:grpChg chg="add mod">
          <ac:chgData name="varitsara monsiri" userId="d21832565e14aca8" providerId="LiveId" clId="{E9DC6723-9FC9-431B-87EA-16B4388A27EF}" dt="2023-06-30T09:56:06.771" v="5214" actId="1036"/>
          <ac:grpSpMkLst>
            <pc:docMk/>
            <pc:sldMk cId="1824039693" sldId="282"/>
            <ac:grpSpMk id="28" creationId="{FBB2D237-44AC-41E2-ABE9-FD4CEF89F0DF}"/>
          </ac:grpSpMkLst>
        </pc:grpChg>
        <pc:grpChg chg="add mod">
          <ac:chgData name="varitsara monsiri" userId="d21832565e14aca8" providerId="LiveId" clId="{E9DC6723-9FC9-431B-87EA-16B4388A27EF}" dt="2023-06-30T09:56:06.771" v="5214" actId="1036"/>
          <ac:grpSpMkLst>
            <pc:docMk/>
            <pc:sldMk cId="1824039693" sldId="282"/>
            <ac:grpSpMk id="31" creationId="{E6BFC358-4C76-4C91-B45A-D3EA0C849439}"/>
          </ac:grpSpMkLst>
        </pc:grpChg>
        <pc:grpChg chg="add del mod">
          <ac:chgData name="varitsara monsiri" userId="d21832565e14aca8" providerId="LiveId" clId="{E9DC6723-9FC9-431B-87EA-16B4388A27EF}" dt="2023-06-30T09:54:23.919" v="5178" actId="478"/>
          <ac:grpSpMkLst>
            <pc:docMk/>
            <pc:sldMk cId="1824039693" sldId="282"/>
            <ac:grpSpMk id="34" creationId="{AE36352E-B17A-48AF-B267-EDED7EE1BD20}"/>
          </ac:grpSpMkLst>
        </pc:grpChg>
        <pc:grpChg chg="add del mod">
          <ac:chgData name="varitsara monsiri" userId="d21832565e14aca8" providerId="LiveId" clId="{E9DC6723-9FC9-431B-87EA-16B4388A27EF}" dt="2023-06-30T09:58:14.528" v="5246" actId="21"/>
          <ac:grpSpMkLst>
            <pc:docMk/>
            <pc:sldMk cId="1824039693" sldId="282"/>
            <ac:grpSpMk id="39" creationId="{1A36C195-5F48-4BE7-90EE-2CA6F07CC6C3}"/>
          </ac:grpSpMkLst>
        </pc:grpChg>
        <pc:grpChg chg="add del mod">
          <ac:chgData name="varitsara monsiri" userId="d21832565e14aca8" providerId="LiveId" clId="{E9DC6723-9FC9-431B-87EA-16B4388A27EF}" dt="2023-06-30T12:11:01.113" v="7331" actId="165"/>
          <ac:grpSpMkLst>
            <pc:docMk/>
            <pc:sldMk cId="1824039693" sldId="282"/>
            <ac:grpSpMk id="44" creationId="{13EB18D6-E07C-445F-80B9-A909ED6C052A}"/>
          </ac:grpSpMkLst>
        </pc:grpChg>
        <pc:grpChg chg="add del mod">
          <ac:chgData name="varitsara monsiri" userId="d21832565e14aca8" providerId="LiveId" clId="{E9DC6723-9FC9-431B-87EA-16B4388A27EF}" dt="2023-06-30T09:59:00.610" v="5261" actId="478"/>
          <ac:grpSpMkLst>
            <pc:docMk/>
            <pc:sldMk cId="1824039693" sldId="282"/>
            <ac:grpSpMk id="49" creationId="{8FD8AE94-9B68-48C6-BECB-F9A25369B387}"/>
          </ac:grpSpMkLst>
        </pc:grpChg>
        <pc:cxnChg chg="mod">
          <ac:chgData name="varitsara monsiri" userId="d21832565e14aca8" providerId="LiveId" clId="{E9DC6723-9FC9-431B-87EA-16B4388A27EF}" dt="2023-06-30T09:49:06.662" v="5067" actId="14100"/>
          <ac:cxnSpMkLst>
            <pc:docMk/>
            <pc:sldMk cId="1824039693" sldId="282"/>
            <ac:cxnSpMk id="20" creationId="{D0013580-AB4B-4538-9CC9-A1E9CF96829F}"/>
          </ac:cxnSpMkLst>
        </pc:cxnChg>
        <pc:cxnChg chg="mod">
          <ac:chgData name="varitsara monsiri" userId="d21832565e14aca8" providerId="LiveId" clId="{E9DC6723-9FC9-431B-87EA-16B4388A27EF}" dt="2023-06-30T09:49:27.038" v="5076"/>
          <ac:cxnSpMkLst>
            <pc:docMk/>
            <pc:sldMk cId="1824039693" sldId="282"/>
            <ac:cxnSpMk id="26" creationId="{6C5A60BC-F9FB-4BB0-9AD6-87566B14A935}"/>
          </ac:cxnSpMkLst>
        </pc:cxnChg>
        <pc:cxnChg chg="mod">
          <ac:chgData name="varitsara monsiri" userId="d21832565e14aca8" providerId="LiveId" clId="{E9DC6723-9FC9-431B-87EA-16B4388A27EF}" dt="2023-06-30T09:49:55.353" v="5084"/>
          <ac:cxnSpMkLst>
            <pc:docMk/>
            <pc:sldMk cId="1824039693" sldId="282"/>
            <ac:cxnSpMk id="29" creationId="{119FF7A0-9458-47AF-8ADF-9FB68D937E07}"/>
          </ac:cxnSpMkLst>
        </pc:cxnChg>
        <pc:cxnChg chg="mod">
          <ac:chgData name="varitsara monsiri" userId="d21832565e14aca8" providerId="LiveId" clId="{E9DC6723-9FC9-431B-87EA-16B4388A27EF}" dt="2023-06-30T09:50:07.729" v="5086"/>
          <ac:cxnSpMkLst>
            <pc:docMk/>
            <pc:sldMk cId="1824039693" sldId="282"/>
            <ac:cxnSpMk id="32" creationId="{A846C5E0-8B6A-4C96-BE49-A3CDF8F52C61}"/>
          </ac:cxnSpMkLst>
        </pc:cxnChg>
      </pc:sldChg>
      <pc:sldChg chg="addSp delSp modSp add del mod">
        <pc:chgData name="varitsara monsiri" userId="d21832565e14aca8" providerId="LiveId" clId="{E9DC6723-9FC9-431B-87EA-16B4388A27EF}" dt="2023-06-30T11:19:36.355" v="6280" actId="47"/>
        <pc:sldMkLst>
          <pc:docMk/>
          <pc:sldMk cId="2243647853" sldId="283"/>
        </pc:sldMkLst>
        <pc:spChg chg="add del mod">
          <ac:chgData name="varitsara monsiri" userId="d21832565e14aca8" providerId="LiveId" clId="{E9DC6723-9FC9-431B-87EA-16B4388A27EF}" dt="2023-06-30T10:47:07.870" v="6180" actId="478"/>
          <ac:spMkLst>
            <pc:docMk/>
            <pc:sldMk cId="2243647853" sldId="283"/>
            <ac:spMk id="3" creationId="{8495FE65-4095-429F-B7BA-A79606585955}"/>
          </ac:spMkLst>
        </pc:spChg>
        <pc:picChg chg="del">
          <ac:chgData name="varitsara monsiri" userId="d21832565e14aca8" providerId="LiveId" clId="{E9DC6723-9FC9-431B-87EA-16B4388A27EF}" dt="2023-06-30T10:47:07.202" v="6178" actId="478"/>
          <ac:picMkLst>
            <pc:docMk/>
            <pc:sldMk cId="2243647853" sldId="283"/>
            <ac:picMk id="24" creationId="{69BABEF8-A1E5-4C54-A424-7CB79F83E9BF}"/>
          </ac:picMkLst>
        </pc:picChg>
      </pc:sldChg>
      <pc:sldChg chg="addSp delSp modSp add del mod">
        <pc:chgData name="varitsara monsiri" userId="d21832565e14aca8" providerId="LiveId" clId="{E9DC6723-9FC9-431B-87EA-16B4388A27EF}" dt="2023-06-30T10:46:46.702" v="6176" actId="47"/>
        <pc:sldMkLst>
          <pc:docMk/>
          <pc:sldMk cId="2946364328" sldId="283"/>
        </pc:sldMkLst>
        <pc:spChg chg="add del mod">
          <ac:chgData name="varitsara monsiri" userId="d21832565e14aca8" providerId="LiveId" clId="{E9DC6723-9FC9-431B-87EA-16B4388A27EF}" dt="2023-06-30T10:45:35.227" v="6120" actId="478"/>
          <ac:spMkLst>
            <pc:docMk/>
            <pc:sldMk cId="2946364328" sldId="283"/>
            <ac:spMk id="3" creationId="{AFDED2D3-C393-4BBA-889B-10F38765C5FA}"/>
          </ac:spMkLst>
        </pc:spChg>
        <pc:picChg chg="del">
          <ac:chgData name="varitsara monsiri" userId="d21832565e14aca8" providerId="LiveId" clId="{E9DC6723-9FC9-431B-87EA-16B4388A27EF}" dt="2023-06-30T10:45:34.528" v="6119" actId="478"/>
          <ac:picMkLst>
            <pc:docMk/>
            <pc:sldMk cId="2946364328" sldId="283"/>
            <ac:picMk id="24" creationId="{69BABEF8-A1E5-4C54-A424-7CB79F83E9BF}"/>
          </ac:picMkLst>
        </pc:picChg>
      </pc:sldChg>
      <pc:sldChg chg="addSp delSp modSp add mod">
        <pc:chgData name="varitsara monsiri" userId="d21832565e14aca8" providerId="LiveId" clId="{E9DC6723-9FC9-431B-87EA-16B4388A27EF}" dt="2023-06-30T12:01:25.432" v="7208" actId="164"/>
        <pc:sldMkLst>
          <pc:docMk/>
          <pc:sldMk cId="2240539261" sldId="284"/>
        </pc:sldMkLst>
        <pc:spChg chg="add del">
          <ac:chgData name="varitsara monsiri" userId="d21832565e14aca8" providerId="LiveId" clId="{E9DC6723-9FC9-431B-87EA-16B4388A27EF}" dt="2023-06-30T12:00:07.687" v="7190"/>
          <ac:spMkLst>
            <pc:docMk/>
            <pc:sldMk cId="2240539261" sldId="284"/>
            <ac:spMk id="2" creationId="{7CA88B18-B599-4E14-848A-0C4884B0DCB2}"/>
          </ac:spMkLst>
        </pc:spChg>
        <pc:spChg chg="mod">
          <ac:chgData name="varitsara monsiri" userId="d21832565e14aca8" providerId="LiveId" clId="{E9DC6723-9FC9-431B-87EA-16B4388A27EF}" dt="2023-06-30T11:17:36.309" v="6258"/>
          <ac:spMkLst>
            <pc:docMk/>
            <pc:sldMk cId="2240539261" sldId="284"/>
            <ac:spMk id="12" creationId="{72B97F90-5F9F-4509-8CA5-D9874A72BFCF}"/>
          </ac:spMkLst>
        </pc:spChg>
        <pc:spChg chg="mod">
          <ac:chgData name="varitsara monsiri" userId="d21832565e14aca8" providerId="LiveId" clId="{E9DC6723-9FC9-431B-87EA-16B4388A27EF}" dt="2023-06-30T11:17:36.309" v="6258"/>
          <ac:spMkLst>
            <pc:docMk/>
            <pc:sldMk cId="2240539261" sldId="284"/>
            <ac:spMk id="13" creationId="{70A4BFD6-EA0B-4B49-8128-77AB60F732D6}"/>
          </ac:spMkLst>
        </pc:spChg>
        <pc:spChg chg="mod">
          <ac:chgData name="varitsara monsiri" userId="d21832565e14aca8" providerId="LiveId" clId="{E9DC6723-9FC9-431B-87EA-16B4388A27EF}" dt="2023-06-30T11:17:36.309" v="6258"/>
          <ac:spMkLst>
            <pc:docMk/>
            <pc:sldMk cId="2240539261" sldId="284"/>
            <ac:spMk id="14" creationId="{68B4EFB1-A5CD-44FC-AB60-7B8D1BEA1AED}"/>
          </ac:spMkLst>
        </pc:spChg>
        <pc:spChg chg="mod">
          <ac:chgData name="varitsara monsiri" userId="d21832565e14aca8" providerId="LiveId" clId="{E9DC6723-9FC9-431B-87EA-16B4388A27EF}" dt="2023-06-30T11:17:36.309" v="6258"/>
          <ac:spMkLst>
            <pc:docMk/>
            <pc:sldMk cId="2240539261" sldId="284"/>
            <ac:spMk id="19" creationId="{F6567702-4A56-4A6E-9225-DBD41D2E6C65}"/>
          </ac:spMkLst>
        </pc:spChg>
        <pc:spChg chg="del mod topLvl">
          <ac:chgData name="varitsara monsiri" userId="d21832565e14aca8" providerId="LiveId" clId="{E9DC6723-9FC9-431B-87EA-16B4388A27EF}" dt="2023-06-30T12:00:07.687" v="7190"/>
          <ac:spMkLst>
            <pc:docMk/>
            <pc:sldMk cId="2240539261" sldId="284"/>
            <ac:spMk id="21" creationId="{C3A5C168-6792-4DCC-82B3-77FFA58BC5EC}"/>
          </ac:spMkLst>
        </pc:spChg>
        <pc:spChg chg="del mod topLvl">
          <ac:chgData name="varitsara monsiri" userId="d21832565e14aca8" providerId="LiveId" clId="{E9DC6723-9FC9-431B-87EA-16B4388A27EF}" dt="2023-06-30T12:00:17.545" v="7192"/>
          <ac:spMkLst>
            <pc:docMk/>
            <pc:sldMk cId="2240539261" sldId="284"/>
            <ac:spMk id="22" creationId="{045A204D-4D54-456C-A3F9-976935EA7D39}"/>
          </ac:spMkLst>
        </pc:spChg>
        <pc:spChg chg="add del mod topLvl">
          <ac:chgData name="varitsara monsiri" userId="d21832565e14aca8" providerId="LiveId" clId="{E9DC6723-9FC9-431B-87EA-16B4388A27EF}" dt="2023-06-30T12:00:51.476" v="7201"/>
          <ac:spMkLst>
            <pc:docMk/>
            <pc:sldMk cId="2240539261" sldId="284"/>
            <ac:spMk id="23" creationId="{4CA76A91-AD60-48A0-8E5B-60F1D22B82A8}"/>
          </ac:spMkLst>
        </pc:spChg>
        <pc:spChg chg="add del mod topLvl">
          <ac:chgData name="varitsara monsiri" userId="d21832565e14aca8" providerId="LiveId" clId="{E9DC6723-9FC9-431B-87EA-16B4388A27EF}" dt="2023-06-30T12:01:19.978" v="7207"/>
          <ac:spMkLst>
            <pc:docMk/>
            <pc:sldMk cId="2240539261" sldId="284"/>
            <ac:spMk id="24" creationId="{557F9718-A3AE-42CB-8028-114B8FF18180}"/>
          </ac:spMkLst>
        </pc:spChg>
        <pc:spChg chg="mod">
          <ac:chgData name="varitsara monsiri" userId="d21832565e14aca8" providerId="LiveId" clId="{E9DC6723-9FC9-431B-87EA-16B4388A27EF}" dt="2023-06-30T12:01:25.432" v="7208" actId="164"/>
          <ac:spMkLst>
            <pc:docMk/>
            <pc:sldMk cId="2240539261" sldId="284"/>
            <ac:spMk id="28" creationId="{453A8B83-E227-4855-B96A-44376856B63A}"/>
          </ac:spMkLst>
        </pc:spChg>
        <pc:spChg chg="add del mod">
          <ac:chgData name="varitsara monsiri" userId="d21832565e14aca8" providerId="LiveId" clId="{E9DC6723-9FC9-431B-87EA-16B4388A27EF}" dt="2023-06-30T12:00:17.545" v="7192"/>
          <ac:spMkLst>
            <pc:docMk/>
            <pc:sldMk cId="2240539261" sldId="284"/>
            <ac:spMk id="29" creationId="{FC6C8516-805F-4495-85E9-E1EEDEB8AA51}"/>
          </ac:spMkLst>
        </pc:spChg>
        <pc:spChg chg="mod">
          <ac:chgData name="varitsara monsiri" userId="d21832565e14aca8" providerId="LiveId" clId="{E9DC6723-9FC9-431B-87EA-16B4388A27EF}" dt="2023-06-30T12:01:25.432" v="7208" actId="164"/>
          <ac:spMkLst>
            <pc:docMk/>
            <pc:sldMk cId="2240539261" sldId="284"/>
            <ac:spMk id="30" creationId="{76F06F2A-2C75-4ABF-B3E7-CF69D162135B}"/>
          </ac:spMkLst>
        </pc:spChg>
        <pc:spChg chg="add del mod">
          <ac:chgData name="varitsara monsiri" userId="d21832565e14aca8" providerId="LiveId" clId="{E9DC6723-9FC9-431B-87EA-16B4388A27EF}" dt="2023-06-30T12:00:51.476" v="7201"/>
          <ac:spMkLst>
            <pc:docMk/>
            <pc:sldMk cId="2240539261" sldId="284"/>
            <ac:spMk id="31" creationId="{44501237-5F3C-4501-A293-FFC04A51C65A}"/>
          </ac:spMkLst>
        </pc:spChg>
        <pc:spChg chg="mod">
          <ac:chgData name="varitsara monsiri" userId="d21832565e14aca8" providerId="LiveId" clId="{E9DC6723-9FC9-431B-87EA-16B4388A27EF}" dt="2023-06-30T12:00:36.259" v="7199"/>
          <ac:spMkLst>
            <pc:docMk/>
            <pc:sldMk cId="2240539261" sldId="284"/>
            <ac:spMk id="32" creationId="{FD1432CD-996A-4003-84D1-3A38FBA6F7C3}"/>
          </ac:spMkLst>
        </pc:spChg>
        <pc:spChg chg="add del mod">
          <ac:chgData name="varitsara monsiri" userId="d21832565e14aca8" providerId="LiveId" clId="{E9DC6723-9FC9-431B-87EA-16B4388A27EF}" dt="2023-06-30T12:00:35.747" v="7198"/>
          <ac:spMkLst>
            <pc:docMk/>
            <pc:sldMk cId="2240539261" sldId="284"/>
            <ac:spMk id="33" creationId="{D839A9BA-83AF-40A5-91E7-DAED06E110BF}"/>
          </ac:spMkLst>
        </pc:spChg>
        <pc:spChg chg="mod">
          <ac:chgData name="varitsara monsiri" userId="d21832565e14aca8" providerId="LiveId" clId="{E9DC6723-9FC9-431B-87EA-16B4388A27EF}" dt="2023-06-30T12:01:25.432" v="7208" actId="164"/>
          <ac:spMkLst>
            <pc:docMk/>
            <pc:sldMk cId="2240539261" sldId="284"/>
            <ac:spMk id="34" creationId="{2F477D21-A117-4940-9110-B3766392A548}"/>
          </ac:spMkLst>
        </pc:spChg>
        <pc:spChg chg="add del mod">
          <ac:chgData name="varitsara monsiri" userId="d21832565e14aca8" providerId="LiveId" clId="{E9DC6723-9FC9-431B-87EA-16B4388A27EF}" dt="2023-06-30T12:01:19.978" v="7207"/>
          <ac:spMkLst>
            <pc:docMk/>
            <pc:sldMk cId="2240539261" sldId="284"/>
            <ac:spMk id="35" creationId="{197A4864-AF06-4E7F-86DC-C59CA6ED2FAB}"/>
          </ac:spMkLst>
        </pc:spChg>
        <pc:spChg chg="mod">
          <ac:chgData name="varitsara monsiri" userId="d21832565e14aca8" providerId="LiveId" clId="{E9DC6723-9FC9-431B-87EA-16B4388A27EF}" dt="2023-06-30T12:01:06.022" v="7205"/>
          <ac:spMkLst>
            <pc:docMk/>
            <pc:sldMk cId="2240539261" sldId="284"/>
            <ac:spMk id="36" creationId="{D998494B-EBB3-410F-9FE3-2E824BCB13AC}"/>
          </ac:spMkLst>
        </pc:spChg>
        <pc:spChg chg="mod">
          <ac:chgData name="varitsara monsiri" userId="d21832565e14aca8" providerId="LiveId" clId="{E9DC6723-9FC9-431B-87EA-16B4388A27EF}" dt="2023-06-30T12:01:25.432" v="7208" actId="164"/>
          <ac:spMkLst>
            <pc:docMk/>
            <pc:sldMk cId="2240539261" sldId="284"/>
            <ac:spMk id="37" creationId="{3D1B8720-F48F-439D-B391-CA3BFD929126}"/>
          </ac:spMkLst>
        </pc:spChg>
        <pc:grpChg chg="add mod">
          <ac:chgData name="varitsara monsiri" userId="d21832565e14aca8" providerId="LiveId" clId="{E9DC6723-9FC9-431B-87EA-16B4388A27EF}" dt="2023-06-30T12:01:25.432" v="7208" actId="164"/>
          <ac:grpSpMkLst>
            <pc:docMk/>
            <pc:sldMk cId="2240539261" sldId="284"/>
            <ac:grpSpMk id="3" creationId="{D910D644-3D6C-4D55-97C6-71616151A144}"/>
          </ac:grpSpMkLst>
        </pc:grpChg>
        <pc:grpChg chg="add del mod">
          <ac:chgData name="varitsara monsiri" userId="d21832565e14aca8" providerId="LiveId" clId="{E9DC6723-9FC9-431B-87EA-16B4388A27EF}" dt="2023-06-30T11:17:38.969" v="6259" actId="478"/>
          <ac:grpSpMkLst>
            <pc:docMk/>
            <pc:sldMk cId="2240539261" sldId="284"/>
            <ac:grpSpMk id="9" creationId="{1620BA19-6C7D-4771-AA91-09F0257205A6}"/>
          </ac:grpSpMkLst>
        </pc:grpChg>
        <pc:grpChg chg="mod topLvl">
          <ac:chgData name="varitsara monsiri" userId="d21832565e14aca8" providerId="LiveId" clId="{E9DC6723-9FC9-431B-87EA-16B4388A27EF}" dt="2023-06-30T11:20:03.364" v="6292" actId="1038"/>
          <ac:grpSpMkLst>
            <pc:docMk/>
            <pc:sldMk cId="2240539261" sldId="284"/>
            <ac:grpSpMk id="11" creationId="{305047DA-C531-44CE-BDC6-74A466B5333C}"/>
          </ac:grpSpMkLst>
        </pc:grpChg>
        <pc:grpChg chg="add del mod ord">
          <ac:chgData name="varitsara monsiri" userId="d21832565e14aca8" providerId="LiveId" clId="{E9DC6723-9FC9-431B-87EA-16B4388A27EF}" dt="2023-06-30T11:59:54.302" v="7189" actId="165"/>
          <ac:grpSpMkLst>
            <pc:docMk/>
            <pc:sldMk cId="2240539261" sldId="284"/>
            <ac:grpSpMk id="20" creationId="{726F7A27-7B47-4A4F-A4B2-C6C4E51C5669}"/>
          </ac:grpSpMkLst>
        </pc:grpChg>
        <pc:grpChg chg="del">
          <ac:chgData name="varitsara monsiri" userId="d21832565e14aca8" providerId="LiveId" clId="{E9DC6723-9FC9-431B-87EA-16B4388A27EF}" dt="2023-06-30T11:17:35.609" v="6257" actId="478"/>
          <ac:grpSpMkLst>
            <pc:docMk/>
            <pc:sldMk cId="2240539261" sldId="284"/>
            <ac:grpSpMk id="25" creationId="{F4DEC181-7257-41CC-BA6E-DD59485E6F58}"/>
          </ac:grpSpMkLst>
        </pc:grpChg>
        <pc:cxnChg chg="del mod topLvl">
          <ac:chgData name="varitsara monsiri" userId="d21832565e14aca8" providerId="LiveId" clId="{E9DC6723-9FC9-431B-87EA-16B4388A27EF}" dt="2023-06-30T11:17:38.969" v="6259" actId="478"/>
          <ac:cxnSpMkLst>
            <pc:docMk/>
            <pc:sldMk cId="2240539261" sldId="284"/>
            <ac:cxnSpMk id="10" creationId="{204708CF-D943-408B-80EC-904C4822CDA5}"/>
          </ac:cxnSpMkLst>
        </pc:cxnChg>
      </pc:sldChg>
      <pc:sldChg chg="add del">
        <pc:chgData name="varitsara monsiri" userId="d21832565e14aca8" providerId="LiveId" clId="{E9DC6723-9FC9-431B-87EA-16B4388A27EF}" dt="2023-06-30T12:16:29.670" v="7496"/>
        <pc:sldMkLst>
          <pc:docMk/>
          <pc:sldMk cId="430342024" sldId="285"/>
        </pc:sldMkLst>
      </pc:sldChg>
      <pc:sldChg chg="add del">
        <pc:chgData name="varitsara monsiri" userId="d21832565e14aca8" providerId="LiveId" clId="{E9DC6723-9FC9-431B-87EA-16B4388A27EF}" dt="2023-06-30T11:54:00.256" v="7088"/>
        <pc:sldMkLst>
          <pc:docMk/>
          <pc:sldMk cId="4162531250" sldId="285"/>
        </pc:sldMkLst>
      </pc:sldChg>
      <pc:sldMasterChg chg="delSldLayout modSldLayout sldLayoutOrd">
        <pc:chgData name="varitsara monsiri" userId="d21832565e14aca8" providerId="LiveId" clId="{E9DC6723-9FC9-431B-87EA-16B4388A27EF}" dt="2023-06-30T12:29:47.884" v="7890" actId="21"/>
        <pc:sldMasterMkLst>
          <pc:docMk/>
          <pc:sldMasterMk cId="1384801466" sldId="2147483660"/>
        </pc:sldMasterMkLst>
        <pc:sldLayoutChg chg="addSp delSp modSp mod">
          <pc:chgData name="varitsara monsiri" userId="d21832565e14aca8" providerId="LiveId" clId="{E9DC6723-9FC9-431B-87EA-16B4388A27EF}" dt="2023-06-30T12:29:47.884" v="7890" actId="21"/>
          <pc:sldLayoutMkLst>
            <pc:docMk/>
            <pc:sldMasterMk cId="1384801466" sldId="2147483660"/>
            <pc:sldLayoutMk cId="3609432924" sldId="2147483661"/>
          </pc:sldLayoutMkLst>
          <pc:spChg chg="add mod">
            <ac:chgData name="varitsara monsiri" userId="d21832565e14aca8" providerId="LiveId" clId="{E9DC6723-9FC9-431B-87EA-16B4388A27EF}" dt="2023-06-29T09:37:57.233" v="194" actId="1035"/>
            <ac:spMkLst>
              <pc:docMk/>
              <pc:sldMasterMk cId="1384801466" sldId="2147483660"/>
              <pc:sldLayoutMk cId="3609432924" sldId="2147483661"/>
              <ac:spMk id="9" creationId="{2FEB5674-06D3-4DD3-8A4E-8647B104EAC0}"/>
            </ac:spMkLst>
          </pc:spChg>
          <pc:spChg chg="add mod">
            <ac:chgData name="varitsara monsiri" userId="d21832565e14aca8" providerId="LiveId" clId="{E9DC6723-9FC9-431B-87EA-16B4388A27EF}" dt="2023-06-29T09:36:48.940" v="148" actId="1038"/>
            <ac:spMkLst>
              <pc:docMk/>
              <pc:sldMasterMk cId="1384801466" sldId="2147483660"/>
              <pc:sldLayoutMk cId="3609432924" sldId="2147483661"/>
              <ac:spMk id="10" creationId="{782048DE-5BAC-4E6D-80EF-416C1CDF2DAE}"/>
            </ac:spMkLst>
          </pc:spChg>
          <pc:spChg chg="add mod">
            <ac:chgData name="varitsara monsiri" userId="d21832565e14aca8" providerId="LiveId" clId="{E9DC6723-9FC9-431B-87EA-16B4388A27EF}" dt="2023-06-29T09:37:57.233" v="194" actId="1035"/>
            <ac:spMkLst>
              <pc:docMk/>
              <pc:sldMasterMk cId="1384801466" sldId="2147483660"/>
              <pc:sldLayoutMk cId="3609432924" sldId="2147483661"/>
              <ac:spMk id="11" creationId="{725489AA-8C86-4397-AB88-D55A9E65079A}"/>
            </ac:spMkLst>
          </pc:spChg>
          <pc:spChg chg="add mod">
            <ac:chgData name="varitsara monsiri" userId="d21832565e14aca8" providerId="LiveId" clId="{E9DC6723-9FC9-431B-87EA-16B4388A27EF}" dt="2023-06-29T09:38:19.499" v="225" actId="20577"/>
            <ac:spMkLst>
              <pc:docMk/>
              <pc:sldMasterMk cId="1384801466" sldId="2147483660"/>
              <pc:sldLayoutMk cId="3609432924" sldId="2147483661"/>
              <ac:spMk id="12" creationId="{FDC8ABE1-FE0C-49BC-9266-CABF4304A24F}"/>
            </ac:spMkLst>
          </pc:spChg>
          <pc:spChg chg="add mod">
            <ac:chgData name="varitsara monsiri" userId="d21832565e14aca8" providerId="LiveId" clId="{E9DC6723-9FC9-431B-87EA-16B4388A27EF}" dt="2023-06-29T09:42:08.971" v="269" actId="164"/>
            <ac:spMkLst>
              <pc:docMk/>
              <pc:sldMasterMk cId="1384801466" sldId="2147483660"/>
              <pc:sldLayoutMk cId="3609432924" sldId="2147483661"/>
              <ac:spMk id="14" creationId="{37B06F2A-37BB-4741-B420-59745692DBFC}"/>
            </ac:spMkLst>
          </pc:spChg>
          <pc:spChg chg="mod">
            <ac:chgData name="varitsara monsiri" userId="d21832565e14aca8" providerId="LiveId" clId="{E9DC6723-9FC9-431B-87EA-16B4388A27EF}" dt="2023-06-29T09:50:34.736" v="334"/>
            <ac:spMkLst>
              <pc:docMk/>
              <pc:sldMasterMk cId="1384801466" sldId="2147483660"/>
              <pc:sldLayoutMk cId="3609432924" sldId="2147483661"/>
              <ac:spMk id="17" creationId="{7FA635AE-3C39-43C0-BF98-1D9E0804103E}"/>
            </ac:spMkLst>
          </pc:spChg>
          <pc:spChg chg="mod">
            <ac:chgData name="varitsara monsiri" userId="d21832565e14aca8" providerId="LiveId" clId="{E9DC6723-9FC9-431B-87EA-16B4388A27EF}" dt="2023-06-29T09:50:34.736" v="334"/>
            <ac:spMkLst>
              <pc:docMk/>
              <pc:sldMasterMk cId="1384801466" sldId="2147483660"/>
              <pc:sldLayoutMk cId="3609432924" sldId="2147483661"/>
              <ac:spMk id="18" creationId="{DC269B2E-1FE8-46C4-8BF6-B3460FC9BA8E}"/>
            </ac:spMkLst>
          </pc:spChg>
          <pc:spChg chg="mod">
            <ac:chgData name="varitsara monsiri" userId="d21832565e14aca8" providerId="LiveId" clId="{E9DC6723-9FC9-431B-87EA-16B4388A27EF}" dt="2023-06-29T09:50:34.736" v="334"/>
            <ac:spMkLst>
              <pc:docMk/>
              <pc:sldMasterMk cId="1384801466" sldId="2147483660"/>
              <pc:sldLayoutMk cId="3609432924" sldId="2147483661"/>
              <ac:spMk id="19" creationId="{8899D81A-2975-4EBD-B1CE-F90F0B740105}"/>
            </ac:spMkLst>
          </pc:spChg>
          <pc:spChg chg="mod">
            <ac:chgData name="varitsara monsiri" userId="d21832565e14aca8" providerId="LiveId" clId="{E9DC6723-9FC9-431B-87EA-16B4388A27EF}" dt="2023-06-29T09:50:34.736" v="334"/>
            <ac:spMkLst>
              <pc:docMk/>
              <pc:sldMasterMk cId="1384801466" sldId="2147483660"/>
              <pc:sldLayoutMk cId="3609432924" sldId="2147483661"/>
              <ac:spMk id="20" creationId="{561C9753-5CEE-48A4-B4F6-399EA9D3F0F9}"/>
            </ac:spMkLst>
          </pc:spChg>
          <pc:spChg chg="add del mod ord">
            <ac:chgData name="varitsara monsiri" userId="d21832565e14aca8" providerId="LiveId" clId="{E9DC6723-9FC9-431B-87EA-16B4388A27EF}" dt="2023-06-30T12:29:47.884" v="7890" actId="21"/>
            <ac:spMkLst>
              <pc:docMk/>
              <pc:sldMasterMk cId="1384801466" sldId="2147483660"/>
              <pc:sldLayoutMk cId="3609432924" sldId="2147483661"/>
              <ac:spMk id="21" creationId="{59C64075-0293-41EC-870C-38BC8CB4BCEB}"/>
            </ac:spMkLst>
          </pc:spChg>
          <pc:grpChg chg="add del mod">
            <ac:chgData name="varitsara monsiri" userId="d21832565e14aca8" providerId="LiveId" clId="{E9DC6723-9FC9-431B-87EA-16B4388A27EF}" dt="2023-06-29T09:42:09.942" v="270" actId="21"/>
            <ac:grpSpMkLst>
              <pc:docMk/>
              <pc:sldMasterMk cId="1384801466" sldId="2147483660"/>
              <pc:sldLayoutMk cId="3609432924" sldId="2147483661"/>
              <ac:grpSpMk id="15" creationId="{97CF001E-86CC-4C22-87AE-325CD085C2AA}"/>
            </ac:grpSpMkLst>
          </pc:grpChg>
          <pc:grpChg chg="add del mod ord">
            <ac:chgData name="varitsara monsiri" userId="d21832565e14aca8" providerId="LiveId" clId="{E9DC6723-9FC9-431B-87EA-16B4388A27EF}" dt="2023-06-30T12:29:47.884" v="7890" actId="21"/>
            <ac:grpSpMkLst>
              <pc:docMk/>
              <pc:sldMasterMk cId="1384801466" sldId="2147483660"/>
              <pc:sldLayoutMk cId="3609432924" sldId="2147483661"/>
              <ac:grpSpMk id="16" creationId="{027DDF3F-F8F9-4A27-B64C-20D985FD7C4E}"/>
            </ac:grpSpMkLst>
          </pc:grpChg>
          <pc:picChg chg="del">
            <ac:chgData name="varitsara monsiri" userId="d21832565e14aca8" providerId="LiveId" clId="{E9DC6723-9FC9-431B-87EA-16B4388A27EF}" dt="2023-06-29T09:45:17.440" v="297" actId="21"/>
            <ac:picMkLst>
              <pc:docMk/>
              <pc:sldMasterMk cId="1384801466" sldId="2147483660"/>
              <pc:sldLayoutMk cId="3609432924" sldId="2147483661"/>
              <ac:picMk id="8" creationId="{0746715C-A65E-4DAA-9958-FA786429955C}"/>
            </ac:picMkLst>
          </pc:picChg>
          <pc:picChg chg="add mod">
            <ac:chgData name="varitsara monsiri" userId="d21832565e14aca8" providerId="LiveId" clId="{E9DC6723-9FC9-431B-87EA-16B4388A27EF}" dt="2023-06-29T09:42:08.971" v="269" actId="164"/>
            <ac:picMkLst>
              <pc:docMk/>
              <pc:sldMasterMk cId="1384801466" sldId="2147483660"/>
              <pc:sldLayoutMk cId="3609432924" sldId="2147483661"/>
              <ac:picMk id="13" creationId="{93AF39E0-30EC-409A-81FF-CE84BC163095}"/>
            </ac:picMkLst>
          </pc:picChg>
        </pc:sldLayoutChg>
        <pc:sldLayoutChg chg="addSp delSp modSp mod">
          <pc:chgData name="varitsara monsiri" userId="d21832565e14aca8" providerId="LiveId" clId="{E9DC6723-9FC9-431B-87EA-16B4388A27EF}" dt="2023-06-29T11:03:32.735" v="1802" actId="403"/>
          <pc:sldLayoutMkLst>
            <pc:docMk/>
            <pc:sldMasterMk cId="1384801466" sldId="2147483660"/>
            <pc:sldLayoutMk cId="1164661701" sldId="2147483662"/>
          </pc:sldLayoutMkLst>
          <pc:spChg chg="add mod">
            <ac:chgData name="varitsara monsiri" userId="d21832565e14aca8" providerId="LiveId" clId="{E9DC6723-9FC9-431B-87EA-16B4388A27EF}" dt="2023-06-29T10:55:37.904" v="1686" actId="14100"/>
            <ac:spMkLst>
              <pc:docMk/>
              <pc:sldMasterMk cId="1384801466" sldId="2147483660"/>
              <pc:sldLayoutMk cId="1164661701" sldId="2147483662"/>
              <ac:spMk id="5" creationId="{B50BE604-89A1-4F44-8D73-76BA3637CC0F}"/>
            </ac:spMkLst>
          </pc:spChg>
          <pc:spChg chg="add mod">
            <ac:chgData name="varitsara monsiri" userId="d21832565e14aca8" providerId="LiveId" clId="{E9DC6723-9FC9-431B-87EA-16B4388A27EF}" dt="2023-06-29T10:56:27.222" v="1699" actId="207"/>
            <ac:spMkLst>
              <pc:docMk/>
              <pc:sldMasterMk cId="1384801466" sldId="2147483660"/>
              <pc:sldLayoutMk cId="1164661701" sldId="2147483662"/>
              <ac:spMk id="6" creationId="{6FAD9679-D2A7-41DE-AB3F-DB431A26319D}"/>
            </ac:spMkLst>
          </pc:spChg>
          <pc:spChg chg="add mod">
            <ac:chgData name="varitsara monsiri" userId="d21832565e14aca8" providerId="LiveId" clId="{E9DC6723-9FC9-431B-87EA-16B4388A27EF}" dt="2023-06-29T10:55:50.086" v="1688" actId="1076"/>
            <ac:spMkLst>
              <pc:docMk/>
              <pc:sldMasterMk cId="1384801466" sldId="2147483660"/>
              <pc:sldLayoutMk cId="1164661701" sldId="2147483662"/>
              <ac:spMk id="7" creationId="{9ADBA3E6-ADBB-426E-84C0-907301C25D4F}"/>
            </ac:spMkLst>
          </pc:spChg>
          <pc:spChg chg="add mod">
            <ac:chgData name="varitsara monsiri" userId="d21832565e14aca8" providerId="LiveId" clId="{E9DC6723-9FC9-431B-87EA-16B4388A27EF}" dt="2023-06-29T10:56:27.222" v="1699" actId="207"/>
            <ac:spMkLst>
              <pc:docMk/>
              <pc:sldMasterMk cId="1384801466" sldId="2147483660"/>
              <pc:sldLayoutMk cId="1164661701" sldId="2147483662"/>
              <ac:spMk id="8" creationId="{C35536B2-C424-4433-8428-0EAF495F1DFB}"/>
            </ac:spMkLst>
          </pc:spChg>
          <pc:spChg chg="add mod">
            <ac:chgData name="varitsara monsiri" userId="d21832565e14aca8" providerId="LiveId" clId="{E9DC6723-9FC9-431B-87EA-16B4388A27EF}" dt="2023-06-29T10:55:57.182" v="1690" actId="1076"/>
            <ac:spMkLst>
              <pc:docMk/>
              <pc:sldMasterMk cId="1384801466" sldId="2147483660"/>
              <pc:sldLayoutMk cId="1164661701" sldId="2147483662"/>
              <ac:spMk id="9" creationId="{A0EE274F-A1E8-4750-A8B1-C80AF4F22A2D}"/>
            </ac:spMkLst>
          </pc:spChg>
          <pc:spChg chg="add mod">
            <ac:chgData name="varitsara monsiri" userId="d21832565e14aca8" providerId="LiveId" clId="{E9DC6723-9FC9-431B-87EA-16B4388A27EF}" dt="2023-06-29T10:56:27.222" v="1699" actId="207"/>
            <ac:spMkLst>
              <pc:docMk/>
              <pc:sldMasterMk cId="1384801466" sldId="2147483660"/>
              <pc:sldLayoutMk cId="1164661701" sldId="2147483662"/>
              <ac:spMk id="10" creationId="{F1E7DA9C-A268-4667-A4BE-AED02D7654D7}"/>
            </ac:spMkLst>
          </pc:spChg>
          <pc:spChg chg="add mod">
            <ac:chgData name="varitsara monsiri" userId="d21832565e14aca8" providerId="LiveId" clId="{E9DC6723-9FC9-431B-87EA-16B4388A27EF}" dt="2023-06-29T10:56:04.819" v="1692" actId="1076"/>
            <ac:spMkLst>
              <pc:docMk/>
              <pc:sldMasterMk cId="1384801466" sldId="2147483660"/>
              <pc:sldLayoutMk cId="1164661701" sldId="2147483662"/>
              <ac:spMk id="11" creationId="{5238EE19-C88E-4393-BD9D-5AD7FC83BEEE}"/>
            </ac:spMkLst>
          </pc:spChg>
          <pc:spChg chg="add mod">
            <ac:chgData name="varitsara monsiri" userId="d21832565e14aca8" providerId="LiveId" clId="{E9DC6723-9FC9-431B-87EA-16B4388A27EF}" dt="2023-06-29T10:56:27.222" v="1699" actId="207"/>
            <ac:spMkLst>
              <pc:docMk/>
              <pc:sldMasterMk cId="1384801466" sldId="2147483660"/>
              <pc:sldLayoutMk cId="1164661701" sldId="2147483662"/>
              <ac:spMk id="12" creationId="{70C34D99-C6BC-41E0-92F8-BE4051328B17}"/>
            </ac:spMkLst>
          </pc:spChg>
          <pc:spChg chg="add mod">
            <ac:chgData name="varitsara monsiri" userId="d21832565e14aca8" providerId="LiveId" clId="{E9DC6723-9FC9-431B-87EA-16B4388A27EF}" dt="2023-06-29T11:03:32.735" v="1802" actId="403"/>
            <ac:spMkLst>
              <pc:docMk/>
              <pc:sldMasterMk cId="1384801466" sldId="2147483660"/>
              <pc:sldLayoutMk cId="1164661701" sldId="2147483662"/>
              <ac:spMk id="13" creationId="{850E9693-8EAA-439A-8155-F3F79624BD20}"/>
            </ac:spMkLst>
          </pc:spChg>
          <pc:picChg chg="add del mod">
            <ac:chgData name="varitsara monsiri" userId="d21832565e14aca8" providerId="LiveId" clId="{E9DC6723-9FC9-431B-87EA-16B4388A27EF}" dt="2023-06-29T09:51:56.957" v="358" actId="21"/>
            <ac:picMkLst>
              <pc:docMk/>
              <pc:sldMasterMk cId="1384801466" sldId="2147483660"/>
              <pc:sldLayoutMk cId="1164661701" sldId="2147483662"/>
              <ac:picMk id="2" creationId="{E05F0D77-95AD-446B-A231-C4964CAB143C}"/>
            </ac:picMkLst>
          </pc:picChg>
          <pc:picChg chg="add del mod">
            <ac:chgData name="varitsara monsiri" userId="d21832565e14aca8" providerId="LiveId" clId="{E9DC6723-9FC9-431B-87EA-16B4388A27EF}" dt="2023-06-29T11:01:46.293" v="1777" actId="478"/>
            <ac:picMkLst>
              <pc:docMk/>
              <pc:sldMasterMk cId="1384801466" sldId="2147483660"/>
              <pc:sldLayoutMk cId="1164661701" sldId="2147483662"/>
              <ac:picMk id="4" creationId="{F83C90CD-69AC-4503-8964-284277F48EDA}"/>
            </ac:picMkLst>
          </pc:picChg>
          <pc:cxnChg chg="add del mod">
            <ac:chgData name="varitsara monsiri" userId="d21832565e14aca8" providerId="LiveId" clId="{E9DC6723-9FC9-431B-87EA-16B4388A27EF}" dt="2023-06-29T11:01:52.766" v="1778" actId="21"/>
            <ac:cxnSpMkLst>
              <pc:docMk/>
              <pc:sldMasterMk cId="1384801466" sldId="2147483660"/>
              <pc:sldLayoutMk cId="1164661701" sldId="2147483662"/>
              <ac:cxnSpMk id="15" creationId="{61C5B1BD-F734-43C4-98DD-6113AC3A0B39}"/>
            </ac:cxnSpMkLst>
          </pc:cxnChg>
        </pc:sldLayoutChg>
        <pc:sldLayoutChg chg="addSp delSp modSp mod">
          <pc:chgData name="varitsara monsiri" userId="d21832565e14aca8" providerId="LiveId" clId="{E9DC6723-9FC9-431B-87EA-16B4388A27EF}" dt="2023-06-29T11:24:04.792" v="1886" actId="1035"/>
          <pc:sldLayoutMkLst>
            <pc:docMk/>
            <pc:sldMasterMk cId="1384801466" sldId="2147483660"/>
            <pc:sldLayoutMk cId="2975201164" sldId="2147483663"/>
          </pc:sldLayoutMkLst>
          <pc:spChg chg="add mod">
            <ac:chgData name="varitsara monsiri" userId="d21832565e14aca8" providerId="LiveId" clId="{E9DC6723-9FC9-431B-87EA-16B4388A27EF}" dt="2023-06-29T11:19:18.756" v="1816" actId="14100"/>
            <ac:spMkLst>
              <pc:docMk/>
              <pc:sldMasterMk cId="1384801466" sldId="2147483660"/>
              <pc:sldLayoutMk cId="2975201164" sldId="2147483663"/>
              <ac:spMk id="3" creationId="{269D86DB-E619-4808-BCB1-F8592E7A742B}"/>
            </ac:spMkLst>
          </pc:spChg>
          <pc:spChg chg="add mod">
            <ac:chgData name="varitsara monsiri" userId="d21832565e14aca8" providerId="LiveId" clId="{E9DC6723-9FC9-431B-87EA-16B4388A27EF}" dt="2023-06-29T11:23:28.944" v="1876" actId="1037"/>
            <ac:spMkLst>
              <pc:docMk/>
              <pc:sldMasterMk cId="1384801466" sldId="2147483660"/>
              <pc:sldLayoutMk cId="2975201164" sldId="2147483663"/>
              <ac:spMk id="4" creationId="{14A4851B-D0FA-4F26-8908-83669F1A8778}"/>
            </ac:spMkLst>
          </pc:spChg>
          <pc:spChg chg="add mod">
            <ac:chgData name="varitsara monsiri" userId="d21832565e14aca8" providerId="LiveId" clId="{E9DC6723-9FC9-431B-87EA-16B4388A27EF}" dt="2023-06-29T11:24:04.792" v="1886" actId="1035"/>
            <ac:spMkLst>
              <pc:docMk/>
              <pc:sldMasterMk cId="1384801466" sldId="2147483660"/>
              <pc:sldLayoutMk cId="2975201164" sldId="2147483663"/>
              <ac:spMk id="5" creationId="{996B1709-4A91-4C4C-8BED-42FBB0C7698C}"/>
            </ac:spMkLst>
          </pc:spChg>
          <pc:spChg chg="add mod">
            <ac:chgData name="varitsara monsiri" userId="d21832565e14aca8" providerId="LiveId" clId="{E9DC6723-9FC9-431B-87EA-16B4388A27EF}" dt="2023-06-29T11:24:04.792" v="1886" actId="1035"/>
            <ac:spMkLst>
              <pc:docMk/>
              <pc:sldMasterMk cId="1384801466" sldId="2147483660"/>
              <pc:sldLayoutMk cId="2975201164" sldId="2147483663"/>
              <ac:spMk id="6" creationId="{557435F4-61EA-4C9A-A038-141CC99E432B}"/>
            </ac:spMkLst>
          </pc:spChg>
          <pc:picChg chg="add del mod">
            <ac:chgData name="varitsara monsiri" userId="d21832565e14aca8" providerId="LiveId" clId="{E9DC6723-9FC9-431B-87EA-16B4388A27EF}" dt="2023-06-29T11:22:14.856" v="1862" actId="478"/>
            <ac:picMkLst>
              <pc:docMk/>
              <pc:sldMasterMk cId="1384801466" sldId="2147483660"/>
              <pc:sldLayoutMk cId="2975201164" sldId="2147483663"/>
              <ac:picMk id="2" creationId="{3799A771-1237-41ED-AB7D-4EECD1ACE48E}"/>
            </ac:picMkLst>
          </pc:picChg>
        </pc:sldLayoutChg>
        <pc:sldLayoutChg chg="addSp delSp modSp mod">
          <pc:chgData name="varitsara monsiri" userId="d21832565e14aca8" providerId="LiveId" clId="{E9DC6723-9FC9-431B-87EA-16B4388A27EF}" dt="2023-06-29T10:06:28.132" v="544" actId="21"/>
          <pc:sldLayoutMkLst>
            <pc:docMk/>
            <pc:sldMasterMk cId="1384801466" sldId="2147483660"/>
            <pc:sldLayoutMk cId="401085725" sldId="2147483664"/>
          </pc:sldLayoutMkLst>
          <pc:spChg chg="add del mod">
            <ac:chgData name="varitsara monsiri" userId="d21832565e14aca8" providerId="LiveId" clId="{E9DC6723-9FC9-431B-87EA-16B4388A27EF}" dt="2023-06-29T09:53:35.145" v="363" actId="21"/>
            <ac:spMkLst>
              <pc:docMk/>
              <pc:sldMasterMk cId="1384801466" sldId="2147483660"/>
              <pc:sldLayoutMk cId="401085725" sldId="2147483664"/>
              <ac:spMk id="3" creationId="{C125A453-7485-4913-9063-7D05E98C1E2D}"/>
            </ac:spMkLst>
          </pc:spChg>
          <pc:spChg chg="add mod">
            <ac:chgData name="varitsara monsiri" userId="d21832565e14aca8" providerId="LiveId" clId="{E9DC6723-9FC9-431B-87EA-16B4388A27EF}" dt="2023-06-29T09:59:36.392" v="472" actId="1036"/>
            <ac:spMkLst>
              <pc:docMk/>
              <pc:sldMasterMk cId="1384801466" sldId="2147483660"/>
              <pc:sldLayoutMk cId="401085725" sldId="2147483664"/>
              <ac:spMk id="7" creationId="{D309F968-2CE3-4F2F-9F79-E6E2B92608EE}"/>
            </ac:spMkLst>
          </pc:spChg>
          <pc:spChg chg="add mod">
            <ac:chgData name="varitsara monsiri" userId="d21832565e14aca8" providerId="LiveId" clId="{E9DC6723-9FC9-431B-87EA-16B4388A27EF}" dt="2023-06-29T09:59:36.392" v="472" actId="1036"/>
            <ac:spMkLst>
              <pc:docMk/>
              <pc:sldMasterMk cId="1384801466" sldId="2147483660"/>
              <pc:sldLayoutMk cId="401085725" sldId="2147483664"/>
              <ac:spMk id="8" creationId="{802760A7-6428-417D-A060-ED14D49F704F}"/>
            </ac:spMkLst>
          </pc:spChg>
          <pc:spChg chg="add del mod">
            <ac:chgData name="varitsara monsiri" userId="d21832565e14aca8" providerId="LiveId" clId="{E9DC6723-9FC9-431B-87EA-16B4388A27EF}" dt="2023-06-29T09:56:45.726" v="420"/>
            <ac:spMkLst>
              <pc:docMk/>
              <pc:sldMasterMk cId="1384801466" sldId="2147483660"/>
              <pc:sldLayoutMk cId="401085725" sldId="2147483664"/>
              <ac:spMk id="9" creationId="{32CBB548-F17E-4BA2-A4EA-BDE620894962}"/>
            </ac:spMkLst>
          </pc:spChg>
          <pc:spChg chg="add del mod">
            <ac:chgData name="varitsara monsiri" userId="d21832565e14aca8" providerId="LiveId" clId="{E9DC6723-9FC9-431B-87EA-16B4388A27EF}" dt="2023-06-29T09:56:45.726" v="420"/>
            <ac:spMkLst>
              <pc:docMk/>
              <pc:sldMasterMk cId="1384801466" sldId="2147483660"/>
              <pc:sldLayoutMk cId="401085725" sldId="2147483664"/>
              <ac:spMk id="10" creationId="{B559F2A0-A45B-42F6-B81A-8C371430F481}"/>
            </ac:spMkLst>
          </pc:spChg>
          <pc:spChg chg="add mod">
            <ac:chgData name="varitsara monsiri" userId="d21832565e14aca8" providerId="LiveId" clId="{E9DC6723-9FC9-431B-87EA-16B4388A27EF}" dt="2023-06-29T09:59:36.392" v="472" actId="1036"/>
            <ac:spMkLst>
              <pc:docMk/>
              <pc:sldMasterMk cId="1384801466" sldId="2147483660"/>
              <pc:sldLayoutMk cId="401085725" sldId="2147483664"/>
              <ac:spMk id="11" creationId="{AC91A9BE-4A82-4904-B113-ED1619D04043}"/>
            </ac:spMkLst>
          </pc:spChg>
          <pc:spChg chg="add mod">
            <ac:chgData name="varitsara monsiri" userId="d21832565e14aca8" providerId="LiveId" clId="{E9DC6723-9FC9-431B-87EA-16B4388A27EF}" dt="2023-06-29T09:59:36.392" v="472" actId="1036"/>
            <ac:spMkLst>
              <pc:docMk/>
              <pc:sldMasterMk cId="1384801466" sldId="2147483660"/>
              <pc:sldLayoutMk cId="401085725" sldId="2147483664"/>
              <ac:spMk id="12" creationId="{D9EBDBF7-8152-47EB-9CE0-E01F4B625593}"/>
            </ac:spMkLst>
          </pc:spChg>
          <pc:spChg chg="add mod">
            <ac:chgData name="varitsara monsiri" userId="d21832565e14aca8" providerId="LiveId" clId="{E9DC6723-9FC9-431B-87EA-16B4388A27EF}" dt="2023-06-29T09:59:36.392" v="472" actId="1036"/>
            <ac:spMkLst>
              <pc:docMk/>
              <pc:sldMasterMk cId="1384801466" sldId="2147483660"/>
              <pc:sldLayoutMk cId="401085725" sldId="2147483664"/>
              <ac:spMk id="13" creationId="{F440788A-5528-4E6D-98DF-BB85C8455674}"/>
            </ac:spMkLst>
          </pc:spChg>
          <pc:spChg chg="add mod">
            <ac:chgData name="varitsara monsiri" userId="d21832565e14aca8" providerId="LiveId" clId="{E9DC6723-9FC9-431B-87EA-16B4388A27EF}" dt="2023-06-29T09:59:36.392" v="472" actId="1036"/>
            <ac:spMkLst>
              <pc:docMk/>
              <pc:sldMasterMk cId="1384801466" sldId="2147483660"/>
              <pc:sldLayoutMk cId="401085725" sldId="2147483664"/>
              <ac:spMk id="14" creationId="{124B827B-916F-46CA-AEBD-7C018F1A4395}"/>
            </ac:spMkLst>
          </pc:spChg>
          <pc:spChg chg="mod">
            <ac:chgData name="varitsara monsiri" userId="d21832565e14aca8" providerId="LiveId" clId="{E9DC6723-9FC9-431B-87EA-16B4388A27EF}" dt="2023-06-29T10:00:23.902" v="473"/>
            <ac:spMkLst>
              <pc:docMk/>
              <pc:sldMasterMk cId="1384801466" sldId="2147483660"/>
              <pc:sldLayoutMk cId="401085725" sldId="2147483664"/>
              <ac:spMk id="16" creationId="{D34CC048-53F4-4521-8E50-974DD554456C}"/>
            </ac:spMkLst>
          </pc:spChg>
          <pc:spChg chg="mod">
            <ac:chgData name="varitsara monsiri" userId="d21832565e14aca8" providerId="LiveId" clId="{E9DC6723-9FC9-431B-87EA-16B4388A27EF}" dt="2023-06-29T10:00:23.902" v="473"/>
            <ac:spMkLst>
              <pc:docMk/>
              <pc:sldMasterMk cId="1384801466" sldId="2147483660"/>
              <pc:sldLayoutMk cId="401085725" sldId="2147483664"/>
              <ac:spMk id="17" creationId="{9FFA5DC6-B5FA-4689-99BC-376AC91CA28E}"/>
            </ac:spMkLst>
          </pc:spChg>
          <pc:spChg chg="mod">
            <ac:chgData name="varitsara monsiri" userId="d21832565e14aca8" providerId="LiveId" clId="{E9DC6723-9FC9-431B-87EA-16B4388A27EF}" dt="2023-06-29T10:00:23.902" v="473"/>
            <ac:spMkLst>
              <pc:docMk/>
              <pc:sldMasterMk cId="1384801466" sldId="2147483660"/>
              <pc:sldLayoutMk cId="401085725" sldId="2147483664"/>
              <ac:spMk id="18" creationId="{83A7A858-8878-4CF9-ACD9-E68336369EA9}"/>
            </ac:spMkLst>
          </pc:spChg>
          <pc:spChg chg="mod">
            <ac:chgData name="varitsara monsiri" userId="d21832565e14aca8" providerId="LiveId" clId="{E9DC6723-9FC9-431B-87EA-16B4388A27EF}" dt="2023-06-29T10:00:23.902" v="473"/>
            <ac:spMkLst>
              <pc:docMk/>
              <pc:sldMasterMk cId="1384801466" sldId="2147483660"/>
              <pc:sldLayoutMk cId="401085725" sldId="2147483664"/>
              <ac:spMk id="19" creationId="{01F22AD8-5DD4-4EAD-8077-9B8C85377B2D}"/>
            </ac:spMkLst>
          </pc:spChg>
          <pc:spChg chg="add del mod">
            <ac:chgData name="varitsara monsiri" userId="d21832565e14aca8" providerId="LiveId" clId="{E9DC6723-9FC9-431B-87EA-16B4388A27EF}" dt="2023-06-29T10:06:28.132" v="544" actId="21"/>
            <ac:spMkLst>
              <pc:docMk/>
              <pc:sldMasterMk cId="1384801466" sldId="2147483660"/>
              <pc:sldLayoutMk cId="401085725" sldId="2147483664"/>
              <ac:spMk id="20" creationId="{61764771-B2A4-4326-882F-A9E632227A70}"/>
            </ac:spMkLst>
          </pc:spChg>
          <pc:spChg chg="add mod">
            <ac:chgData name="varitsara monsiri" userId="d21832565e14aca8" providerId="LiveId" clId="{E9DC6723-9FC9-431B-87EA-16B4388A27EF}" dt="2023-06-29T10:03:08.573" v="504" actId="20577"/>
            <ac:spMkLst>
              <pc:docMk/>
              <pc:sldMasterMk cId="1384801466" sldId="2147483660"/>
              <pc:sldLayoutMk cId="401085725" sldId="2147483664"/>
              <ac:spMk id="21" creationId="{67F02DA9-2D8A-4956-94D8-A80CA761243C}"/>
            </ac:spMkLst>
          </pc:spChg>
          <pc:spChg chg="add mod">
            <ac:chgData name="varitsara monsiri" userId="d21832565e14aca8" providerId="LiveId" clId="{E9DC6723-9FC9-431B-87EA-16B4388A27EF}" dt="2023-06-29T10:06:23.589" v="543" actId="1036"/>
            <ac:spMkLst>
              <pc:docMk/>
              <pc:sldMasterMk cId="1384801466" sldId="2147483660"/>
              <pc:sldLayoutMk cId="401085725" sldId="2147483664"/>
              <ac:spMk id="22" creationId="{9C628259-DDA3-452E-B27B-C993EDA39B03}"/>
            </ac:spMkLst>
          </pc:spChg>
          <pc:spChg chg="add mod">
            <ac:chgData name="varitsara monsiri" userId="d21832565e14aca8" providerId="LiveId" clId="{E9DC6723-9FC9-431B-87EA-16B4388A27EF}" dt="2023-06-29T10:06:20.179" v="540" actId="1035"/>
            <ac:spMkLst>
              <pc:docMk/>
              <pc:sldMasterMk cId="1384801466" sldId="2147483660"/>
              <pc:sldLayoutMk cId="401085725" sldId="2147483664"/>
              <ac:spMk id="23" creationId="{40308F43-29D5-4E6E-99A0-F12D7354319D}"/>
            </ac:spMkLst>
          </pc:spChg>
          <pc:grpChg chg="add del mod">
            <ac:chgData name="varitsara monsiri" userId="d21832565e14aca8" providerId="LiveId" clId="{E9DC6723-9FC9-431B-87EA-16B4388A27EF}" dt="2023-06-29T10:00:49.058" v="477" actId="478"/>
            <ac:grpSpMkLst>
              <pc:docMk/>
              <pc:sldMasterMk cId="1384801466" sldId="2147483660"/>
              <pc:sldLayoutMk cId="401085725" sldId="2147483664"/>
              <ac:grpSpMk id="15" creationId="{C7E2FB5C-C263-4660-AB0C-92F84D438DBD}"/>
            </ac:grpSpMkLst>
          </pc:grpChg>
          <pc:picChg chg="add del mod">
            <ac:chgData name="varitsara monsiri" userId="d21832565e14aca8" providerId="LiveId" clId="{E9DC6723-9FC9-431B-87EA-16B4388A27EF}" dt="2023-06-29T10:01:59.794" v="491" actId="478"/>
            <ac:picMkLst>
              <pc:docMk/>
              <pc:sldMasterMk cId="1384801466" sldId="2147483660"/>
              <pc:sldLayoutMk cId="401085725" sldId="2147483664"/>
              <ac:picMk id="2" creationId="{174A4CBD-723E-4A1E-B372-2F3A936EE227}"/>
            </ac:picMkLst>
          </pc:picChg>
          <pc:cxnChg chg="add del mod">
            <ac:chgData name="varitsara monsiri" userId="d21832565e14aca8" providerId="LiveId" clId="{E9DC6723-9FC9-431B-87EA-16B4388A27EF}" dt="2023-06-29T09:59:00.113" v="457" actId="21"/>
            <ac:cxnSpMkLst>
              <pc:docMk/>
              <pc:sldMasterMk cId="1384801466" sldId="2147483660"/>
              <pc:sldLayoutMk cId="401085725" sldId="2147483664"/>
              <ac:cxnSpMk id="5" creationId="{87C4F424-AC0A-445B-9FE7-9579F1FE68CE}"/>
            </ac:cxnSpMkLst>
          </pc:cxnChg>
          <pc:cxnChg chg="add del mod">
            <ac:chgData name="varitsara monsiri" userId="d21832565e14aca8" providerId="LiveId" clId="{E9DC6723-9FC9-431B-87EA-16B4388A27EF}" dt="2023-06-29T09:59:00.113" v="457" actId="21"/>
            <ac:cxnSpMkLst>
              <pc:docMk/>
              <pc:sldMasterMk cId="1384801466" sldId="2147483660"/>
              <pc:sldLayoutMk cId="401085725" sldId="2147483664"/>
              <ac:cxnSpMk id="6" creationId="{12067328-219F-455E-89DD-D2559C2424DC}"/>
            </ac:cxnSpMkLst>
          </pc:cxnChg>
        </pc:sldLayoutChg>
        <pc:sldLayoutChg chg="addSp delSp modSp mod">
          <pc:chgData name="varitsara monsiri" userId="d21832565e14aca8" providerId="LiveId" clId="{E9DC6723-9FC9-431B-87EA-16B4388A27EF}" dt="2023-06-29T10:20:01.910" v="677" actId="478"/>
          <pc:sldLayoutMkLst>
            <pc:docMk/>
            <pc:sldMasterMk cId="1384801466" sldId="2147483660"/>
            <pc:sldLayoutMk cId="2955370040" sldId="2147483665"/>
          </pc:sldLayoutMkLst>
          <pc:spChg chg="add del">
            <ac:chgData name="varitsara monsiri" userId="d21832565e14aca8" providerId="LiveId" clId="{E9DC6723-9FC9-431B-87EA-16B4388A27EF}" dt="2023-06-29T10:14:58.539" v="612" actId="11529"/>
            <ac:spMkLst>
              <pc:docMk/>
              <pc:sldMasterMk cId="1384801466" sldId="2147483660"/>
              <pc:sldLayoutMk cId="2955370040" sldId="2147483665"/>
              <ac:spMk id="3" creationId="{7E88662B-7240-4644-83C9-45DBFE4A01E1}"/>
            </ac:spMkLst>
          </pc:spChg>
          <pc:spChg chg="add mod">
            <ac:chgData name="varitsara monsiri" userId="d21832565e14aca8" providerId="LiveId" clId="{E9DC6723-9FC9-431B-87EA-16B4388A27EF}" dt="2023-06-29T10:15:09.459" v="614" actId="255"/>
            <ac:spMkLst>
              <pc:docMk/>
              <pc:sldMasterMk cId="1384801466" sldId="2147483660"/>
              <pc:sldLayoutMk cId="2955370040" sldId="2147483665"/>
              <ac:spMk id="4" creationId="{FD28B91B-59AA-44DD-B061-0B2899EB0F8B}"/>
            </ac:spMkLst>
          </pc:spChg>
          <pc:spChg chg="add mod">
            <ac:chgData name="varitsara monsiri" userId="d21832565e14aca8" providerId="LiveId" clId="{E9DC6723-9FC9-431B-87EA-16B4388A27EF}" dt="2023-06-29T10:19:18.618" v="661" actId="1036"/>
            <ac:spMkLst>
              <pc:docMk/>
              <pc:sldMasterMk cId="1384801466" sldId="2147483660"/>
              <pc:sldLayoutMk cId="2955370040" sldId="2147483665"/>
              <ac:spMk id="5" creationId="{8256693A-1DA9-44AB-8DA5-A1C352688C02}"/>
            </ac:spMkLst>
          </pc:spChg>
          <pc:spChg chg="add mod">
            <ac:chgData name="varitsara monsiri" userId="d21832565e14aca8" providerId="LiveId" clId="{E9DC6723-9FC9-431B-87EA-16B4388A27EF}" dt="2023-06-29T10:19:46.110" v="670" actId="14100"/>
            <ac:spMkLst>
              <pc:docMk/>
              <pc:sldMasterMk cId="1384801466" sldId="2147483660"/>
              <pc:sldLayoutMk cId="2955370040" sldId="2147483665"/>
              <ac:spMk id="6" creationId="{313C3517-D15A-4C0B-9EFF-D7507FC9D46D}"/>
            </ac:spMkLst>
          </pc:spChg>
          <pc:spChg chg="add mod">
            <ac:chgData name="varitsara monsiri" userId="d21832565e14aca8" providerId="LiveId" clId="{E9DC6723-9FC9-431B-87EA-16B4388A27EF}" dt="2023-06-29T10:19:46.110" v="670" actId="14100"/>
            <ac:spMkLst>
              <pc:docMk/>
              <pc:sldMasterMk cId="1384801466" sldId="2147483660"/>
              <pc:sldLayoutMk cId="2955370040" sldId="2147483665"/>
              <ac:spMk id="7" creationId="{8219BDC3-F26B-410B-A3B2-BE69FE56787C}"/>
            </ac:spMkLst>
          </pc:spChg>
          <pc:spChg chg="add mod">
            <ac:chgData name="varitsara monsiri" userId="d21832565e14aca8" providerId="LiveId" clId="{E9DC6723-9FC9-431B-87EA-16B4388A27EF}" dt="2023-06-29T10:18:32.900" v="653" actId="1037"/>
            <ac:spMkLst>
              <pc:docMk/>
              <pc:sldMasterMk cId="1384801466" sldId="2147483660"/>
              <pc:sldLayoutMk cId="2955370040" sldId="2147483665"/>
              <ac:spMk id="8" creationId="{5F02EFEC-93AF-4C0F-BA57-11FFC7C9B8E6}"/>
            </ac:spMkLst>
          </pc:spChg>
          <pc:spChg chg="add mod">
            <ac:chgData name="varitsara monsiri" userId="d21832565e14aca8" providerId="LiveId" clId="{E9DC6723-9FC9-431B-87EA-16B4388A27EF}" dt="2023-06-29T10:19:46.110" v="670" actId="14100"/>
            <ac:spMkLst>
              <pc:docMk/>
              <pc:sldMasterMk cId="1384801466" sldId="2147483660"/>
              <pc:sldLayoutMk cId="2955370040" sldId="2147483665"/>
              <ac:spMk id="9" creationId="{6F0A3F5B-1461-4AA1-86BB-35E58B96A441}"/>
            </ac:spMkLst>
          </pc:spChg>
          <pc:spChg chg="add mod">
            <ac:chgData name="varitsara monsiri" userId="d21832565e14aca8" providerId="LiveId" clId="{E9DC6723-9FC9-431B-87EA-16B4388A27EF}" dt="2023-06-29T10:19:46.110" v="670" actId="14100"/>
            <ac:spMkLst>
              <pc:docMk/>
              <pc:sldMasterMk cId="1384801466" sldId="2147483660"/>
              <pc:sldLayoutMk cId="2955370040" sldId="2147483665"/>
              <ac:spMk id="10" creationId="{6D4B5A28-A3F2-4DA4-AF1A-E497EB2ADCFA}"/>
            </ac:spMkLst>
          </pc:spChg>
          <pc:spChg chg="add mod">
            <ac:chgData name="varitsara monsiri" userId="d21832565e14aca8" providerId="LiveId" clId="{E9DC6723-9FC9-431B-87EA-16B4388A27EF}" dt="2023-06-29T10:18:38.793" v="654" actId="207"/>
            <ac:spMkLst>
              <pc:docMk/>
              <pc:sldMasterMk cId="1384801466" sldId="2147483660"/>
              <pc:sldLayoutMk cId="2955370040" sldId="2147483665"/>
              <ac:spMk id="11" creationId="{7558AD71-062C-4A31-95A5-EB198009707B}"/>
            </ac:spMkLst>
          </pc:spChg>
          <pc:picChg chg="add del mod">
            <ac:chgData name="varitsara monsiri" userId="d21832565e14aca8" providerId="LiveId" clId="{E9DC6723-9FC9-431B-87EA-16B4388A27EF}" dt="2023-06-29T10:20:01.910" v="677" actId="478"/>
            <ac:picMkLst>
              <pc:docMk/>
              <pc:sldMasterMk cId="1384801466" sldId="2147483660"/>
              <pc:sldLayoutMk cId="2955370040" sldId="2147483665"/>
              <ac:picMk id="2" creationId="{6E6960E2-53ED-4299-9234-40BD02E781B2}"/>
            </ac:picMkLst>
          </pc:picChg>
        </pc:sldLayoutChg>
        <pc:sldLayoutChg chg="addSp delSp modSp mod">
          <pc:chgData name="varitsara monsiri" userId="d21832565e14aca8" providerId="LiveId" clId="{E9DC6723-9FC9-431B-87EA-16B4388A27EF}" dt="2023-06-29T11:37:19.478" v="2154" actId="1037"/>
          <pc:sldLayoutMkLst>
            <pc:docMk/>
            <pc:sldMasterMk cId="1384801466" sldId="2147483660"/>
            <pc:sldLayoutMk cId="3284338275" sldId="2147483666"/>
          </pc:sldLayoutMkLst>
          <pc:spChg chg="add del mod">
            <ac:chgData name="varitsara monsiri" userId="d21832565e14aca8" providerId="LiveId" clId="{E9DC6723-9FC9-431B-87EA-16B4388A27EF}" dt="2023-06-29T11:30:43.676" v="1971" actId="478"/>
            <ac:spMkLst>
              <pc:docMk/>
              <pc:sldMasterMk cId="1384801466" sldId="2147483660"/>
              <pc:sldLayoutMk cId="3284338275" sldId="2147483666"/>
              <ac:spMk id="2" creationId="{B3A7CB98-B725-4393-AE65-700921BBA4DA}"/>
            </ac:spMkLst>
          </pc:spChg>
          <pc:spChg chg="add del mod">
            <ac:chgData name="varitsara monsiri" userId="d21832565e14aca8" providerId="LiveId" clId="{E9DC6723-9FC9-431B-87EA-16B4388A27EF}" dt="2023-06-29T11:30:43.676" v="1971" actId="478"/>
            <ac:spMkLst>
              <pc:docMk/>
              <pc:sldMasterMk cId="1384801466" sldId="2147483660"/>
              <pc:sldLayoutMk cId="3284338275" sldId="2147483666"/>
              <ac:spMk id="3" creationId="{E0E037CA-40D3-4CCF-89E9-64706672F9B6}"/>
            </ac:spMkLst>
          </pc:spChg>
          <pc:spChg chg="add mod">
            <ac:chgData name="varitsara monsiri" userId="d21832565e14aca8" providerId="LiveId" clId="{E9DC6723-9FC9-431B-87EA-16B4388A27EF}" dt="2023-06-29T11:33:13.801" v="2053" actId="1035"/>
            <ac:spMkLst>
              <pc:docMk/>
              <pc:sldMasterMk cId="1384801466" sldId="2147483660"/>
              <pc:sldLayoutMk cId="3284338275" sldId="2147483666"/>
              <ac:spMk id="4" creationId="{4C1A62F9-CFB0-4385-A5E3-81AFF9AB6BB2}"/>
            </ac:spMkLst>
          </pc:spChg>
          <pc:spChg chg="add mod">
            <ac:chgData name="varitsara monsiri" userId="d21832565e14aca8" providerId="LiveId" clId="{E9DC6723-9FC9-431B-87EA-16B4388A27EF}" dt="2023-06-29T11:33:13.801" v="2053" actId="1035"/>
            <ac:spMkLst>
              <pc:docMk/>
              <pc:sldMasterMk cId="1384801466" sldId="2147483660"/>
              <pc:sldLayoutMk cId="3284338275" sldId="2147483666"/>
              <ac:spMk id="5" creationId="{DBFF1B0A-744F-46CC-A75C-2E16B6F4FBBC}"/>
            </ac:spMkLst>
          </pc:spChg>
          <pc:spChg chg="add mod">
            <ac:chgData name="varitsara monsiri" userId="d21832565e14aca8" providerId="LiveId" clId="{E9DC6723-9FC9-431B-87EA-16B4388A27EF}" dt="2023-06-29T11:37:19.478" v="2154" actId="1037"/>
            <ac:spMkLst>
              <pc:docMk/>
              <pc:sldMasterMk cId="1384801466" sldId="2147483660"/>
              <pc:sldLayoutMk cId="3284338275" sldId="2147483666"/>
              <ac:spMk id="6" creationId="{457AB38E-2F7F-4521-8392-E916ED6A46B7}"/>
            </ac:spMkLst>
          </pc:spChg>
          <pc:spChg chg="add mod">
            <ac:chgData name="varitsara monsiri" userId="d21832565e14aca8" providerId="LiveId" clId="{E9DC6723-9FC9-431B-87EA-16B4388A27EF}" dt="2023-06-29T11:37:19.478" v="2154" actId="1037"/>
            <ac:spMkLst>
              <pc:docMk/>
              <pc:sldMasterMk cId="1384801466" sldId="2147483660"/>
              <pc:sldLayoutMk cId="3284338275" sldId="2147483666"/>
              <ac:spMk id="7" creationId="{6DEAB562-EB22-419E-A2EB-62B60E020BBB}"/>
            </ac:spMkLst>
          </pc:spChg>
          <pc:spChg chg="add mod">
            <ac:chgData name="varitsara monsiri" userId="d21832565e14aca8" providerId="LiveId" clId="{E9DC6723-9FC9-431B-87EA-16B4388A27EF}" dt="2023-06-29T11:33:13.801" v="2053" actId="1035"/>
            <ac:spMkLst>
              <pc:docMk/>
              <pc:sldMasterMk cId="1384801466" sldId="2147483660"/>
              <pc:sldLayoutMk cId="3284338275" sldId="2147483666"/>
              <ac:spMk id="8" creationId="{65F20DFC-F8BE-4DEB-B3B9-45CE8B19D0B4}"/>
            </ac:spMkLst>
          </pc:spChg>
          <pc:spChg chg="add mod">
            <ac:chgData name="varitsara monsiri" userId="d21832565e14aca8" providerId="LiveId" clId="{E9DC6723-9FC9-431B-87EA-16B4388A27EF}" dt="2023-06-29T11:33:13.801" v="2053" actId="1035"/>
            <ac:spMkLst>
              <pc:docMk/>
              <pc:sldMasterMk cId="1384801466" sldId="2147483660"/>
              <pc:sldLayoutMk cId="3284338275" sldId="2147483666"/>
              <ac:spMk id="9" creationId="{6CAB8FC1-2E83-40D2-AB15-4B7271496806}"/>
            </ac:spMkLst>
          </pc:spChg>
          <pc:spChg chg="add del mod">
            <ac:chgData name="varitsara monsiri" userId="d21832565e14aca8" providerId="LiveId" clId="{E9DC6723-9FC9-431B-87EA-16B4388A27EF}" dt="2023-06-29T11:37:12.395" v="2108" actId="478"/>
            <ac:spMkLst>
              <pc:docMk/>
              <pc:sldMasterMk cId="1384801466" sldId="2147483660"/>
              <pc:sldLayoutMk cId="3284338275" sldId="2147483666"/>
              <ac:spMk id="10" creationId="{8A1A0454-5FA9-4A20-811B-5E7C71E9F1EA}"/>
            </ac:spMkLst>
          </pc:spChg>
          <pc:spChg chg="add del mod">
            <ac:chgData name="varitsara monsiri" userId="d21832565e14aca8" providerId="LiveId" clId="{E9DC6723-9FC9-431B-87EA-16B4388A27EF}" dt="2023-06-29T11:37:12.395" v="2108" actId="478"/>
            <ac:spMkLst>
              <pc:docMk/>
              <pc:sldMasterMk cId="1384801466" sldId="2147483660"/>
              <pc:sldLayoutMk cId="3284338275" sldId="2147483666"/>
              <ac:spMk id="11" creationId="{1570E8F4-F3ED-478C-9B0C-EE27EE50D3B3}"/>
            </ac:spMkLst>
          </pc:spChg>
          <pc:spChg chg="add mod">
            <ac:chgData name="varitsara monsiri" userId="d21832565e14aca8" providerId="LiveId" clId="{E9DC6723-9FC9-431B-87EA-16B4388A27EF}" dt="2023-06-29T11:33:13.801" v="2053" actId="1035"/>
            <ac:spMkLst>
              <pc:docMk/>
              <pc:sldMasterMk cId="1384801466" sldId="2147483660"/>
              <pc:sldLayoutMk cId="3284338275" sldId="2147483666"/>
              <ac:spMk id="12" creationId="{9AAB459E-AFEA-40D7-ADDF-1B17EDE002B7}"/>
            </ac:spMkLst>
          </pc:spChg>
          <pc:spChg chg="add mod">
            <ac:chgData name="varitsara monsiri" userId="d21832565e14aca8" providerId="LiveId" clId="{E9DC6723-9FC9-431B-87EA-16B4388A27EF}" dt="2023-06-29T11:33:13.801" v="2053" actId="1035"/>
            <ac:spMkLst>
              <pc:docMk/>
              <pc:sldMasterMk cId="1384801466" sldId="2147483660"/>
              <pc:sldLayoutMk cId="3284338275" sldId="2147483666"/>
              <ac:spMk id="13" creationId="{6304C63E-5B27-45DF-8940-A3578CE5EBC5}"/>
            </ac:spMkLst>
          </pc:spChg>
          <pc:spChg chg="add mod">
            <ac:chgData name="varitsara monsiri" userId="d21832565e14aca8" providerId="LiveId" clId="{E9DC6723-9FC9-431B-87EA-16B4388A27EF}" dt="2023-06-29T11:37:19.478" v="2154" actId="1037"/>
            <ac:spMkLst>
              <pc:docMk/>
              <pc:sldMasterMk cId="1384801466" sldId="2147483660"/>
              <pc:sldLayoutMk cId="3284338275" sldId="2147483666"/>
              <ac:spMk id="14" creationId="{155BB0D1-7610-419B-9FB4-2B4FF860AF0E}"/>
            </ac:spMkLst>
          </pc:spChg>
          <pc:spChg chg="add mod">
            <ac:chgData name="varitsara monsiri" userId="d21832565e14aca8" providerId="LiveId" clId="{E9DC6723-9FC9-431B-87EA-16B4388A27EF}" dt="2023-06-29T11:37:19.478" v="2154" actId="1037"/>
            <ac:spMkLst>
              <pc:docMk/>
              <pc:sldMasterMk cId="1384801466" sldId="2147483660"/>
              <pc:sldLayoutMk cId="3284338275" sldId="2147483666"/>
              <ac:spMk id="15" creationId="{089779BE-67A5-44A2-AE97-0C4DE9A2F29C}"/>
            </ac:spMkLst>
          </pc:spChg>
        </pc:sldLayoutChg>
        <pc:sldLayoutChg chg="addSp delSp modSp mod">
          <pc:chgData name="varitsara monsiri" userId="d21832565e14aca8" providerId="LiveId" clId="{E9DC6723-9FC9-431B-87EA-16B4388A27EF}" dt="2023-06-29T12:27:36.951" v="2858" actId="1035"/>
          <pc:sldLayoutMkLst>
            <pc:docMk/>
            <pc:sldMasterMk cId="1384801466" sldId="2147483660"/>
            <pc:sldLayoutMk cId="960737557" sldId="2147483667"/>
          </pc:sldLayoutMkLst>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3" creationId="{717C0B54-3BD7-4DA6-AE03-EC29352167F1}"/>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4" creationId="{8778CC63-62FE-4814-A222-0732C8D6069B}"/>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5" creationId="{ACE234EF-7E53-4DCD-9714-D58673AE8E75}"/>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6" creationId="{1E692543-5927-433D-BCF6-D93900F150BA}"/>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7" creationId="{46B574ED-BD4E-4C9F-A2C9-46BD097455C3}"/>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8" creationId="{C2594043-4B56-4E08-A55E-1FEE859A53F0}"/>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10" creationId="{6D89208B-FF48-432F-BEF6-6035FA6238C1}"/>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12" creationId="{47AB9B47-FFC8-4A98-AE09-08A973F17029}"/>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14" creationId="{121793C2-7F1F-4EC2-92FA-CF1505BCC47C}"/>
            </ac:spMkLst>
          </pc:spChg>
          <pc:spChg chg="add del mod">
            <ac:chgData name="varitsara monsiri" userId="d21832565e14aca8" providerId="LiveId" clId="{E9DC6723-9FC9-431B-87EA-16B4388A27EF}" dt="2023-06-29T11:27:15.367" v="1907" actId="21"/>
            <ac:spMkLst>
              <pc:docMk/>
              <pc:sldMasterMk cId="1384801466" sldId="2147483660"/>
              <pc:sldLayoutMk cId="960737557" sldId="2147483667"/>
              <ac:spMk id="15" creationId="{069DDD12-61E6-43E0-9050-E4256E62912B}"/>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16" creationId="{12B3EA97-240F-48B2-BDDF-417DB7B00347}"/>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17" creationId="{587EF915-0282-4AE1-89E7-A77E822755BF}"/>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18" creationId="{5CD6CA26-9064-45D8-9211-61BC230FBB4F}"/>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19" creationId="{02D69CFD-6D2A-44E8-8084-1AB3DFEAD6BD}"/>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0" creationId="{CE7A2494-C18F-4F60-8251-734EA19D2677}"/>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1" creationId="{64BD93CC-2327-41C7-A08F-8A033436FDB4}"/>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2" creationId="{90CEAE28-39D2-4C75-8111-9838A4A742B2}"/>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3" creationId="{6F789AD3-0529-429E-933D-BDE958ABC660}"/>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4" creationId="{87FC7148-6E28-4C7B-AEB0-BB4F1EB7A7A2}"/>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5" creationId="{E49B1992-3517-4C60-8968-A548F82AD40C}"/>
            </ac:spMkLst>
          </pc:spChg>
          <pc:spChg chg="add del mod">
            <ac:chgData name="varitsara monsiri" userId="d21832565e14aca8" providerId="LiveId" clId="{E9DC6723-9FC9-431B-87EA-16B4388A27EF}" dt="2023-06-29T11:44:36.320" v="2209" actId="478"/>
            <ac:spMkLst>
              <pc:docMk/>
              <pc:sldMasterMk cId="1384801466" sldId="2147483660"/>
              <pc:sldLayoutMk cId="960737557" sldId="2147483667"/>
              <ac:spMk id="26" creationId="{83970FE9-0247-4207-B7AE-053EBE00C54F}"/>
            </ac:spMkLst>
          </pc:spChg>
          <pc:spChg chg="add del mod">
            <ac:chgData name="varitsara monsiri" userId="d21832565e14aca8" providerId="LiveId" clId="{E9DC6723-9FC9-431B-87EA-16B4388A27EF}" dt="2023-06-29T11:44:36.320" v="2209" actId="478"/>
            <ac:spMkLst>
              <pc:docMk/>
              <pc:sldMasterMk cId="1384801466" sldId="2147483660"/>
              <pc:sldLayoutMk cId="960737557" sldId="2147483667"/>
              <ac:spMk id="27" creationId="{8B98C39A-22B7-4AF9-8DFA-137F3016BD76}"/>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8" creationId="{A49B87B3-EFB3-4C4B-BBF6-08AFAB026694}"/>
            </ac:spMkLst>
          </pc:spChg>
          <pc:spChg chg="add del mod">
            <ac:chgData name="varitsara monsiri" userId="d21832565e14aca8" providerId="LiveId" clId="{E9DC6723-9FC9-431B-87EA-16B4388A27EF}" dt="2023-06-29T11:45:57.339" v="2223" actId="21"/>
            <ac:spMkLst>
              <pc:docMk/>
              <pc:sldMasterMk cId="1384801466" sldId="2147483660"/>
              <pc:sldLayoutMk cId="960737557" sldId="2147483667"/>
              <ac:spMk id="29" creationId="{195C2AD4-9FDA-48B7-A6AE-046D0D1114E0}"/>
            </ac:spMkLst>
          </pc:spChg>
          <pc:spChg chg="add del mod ord">
            <ac:chgData name="varitsara monsiri" userId="d21832565e14aca8" providerId="LiveId" clId="{E9DC6723-9FC9-431B-87EA-16B4388A27EF}" dt="2023-06-29T11:45:57.339" v="2223" actId="21"/>
            <ac:spMkLst>
              <pc:docMk/>
              <pc:sldMasterMk cId="1384801466" sldId="2147483660"/>
              <pc:sldLayoutMk cId="960737557" sldId="2147483667"/>
              <ac:spMk id="30" creationId="{FB075EED-645C-435D-9F17-2A61401296FD}"/>
            </ac:spMkLst>
          </pc:spChg>
          <pc:spChg chg="add del mod">
            <ac:chgData name="varitsara monsiri" userId="d21832565e14aca8" providerId="LiveId" clId="{E9DC6723-9FC9-431B-87EA-16B4388A27EF}" dt="2023-06-29T12:20:29.568" v="2648" actId="478"/>
            <ac:spMkLst>
              <pc:docMk/>
              <pc:sldMasterMk cId="1384801466" sldId="2147483660"/>
              <pc:sldLayoutMk cId="960737557" sldId="2147483667"/>
              <ac:spMk id="31" creationId="{B6B5D02C-BA69-459F-8159-EADF50F03F11}"/>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2" creationId="{F6DAAA02-FE5A-47A0-8F8D-60D455FA9680}"/>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3" creationId="{0EB1465A-1416-42DA-8899-97604E59F354}"/>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4" creationId="{FDA951CB-11A3-4D17-A5AD-E4058DF1D1D0}"/>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5" creationId="{99C2CB19-B19D-4592-8399-3BCDD2451F47}"/>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6" creationId="{8571C799-7FBC-4E77-A9DE-C4FD648E8E9D}"/>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7" creationId="{CCE4ED1D-B83C-42C8-9D41-F28C331CC1A9}"/>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8" creationId="{1001F183-F3B1-46C8-AFC8-F7E87EEF5B82}"/>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39" creationId="{DC066F6E-210E-4154-B139-2368F98CF772}"/>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40" creationId="{12219876-6294-416D-A3C3-525CECDC57F6}"/>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41" creationId="{1590CF20-A892-4FE5-A774-2C348D7B3206}"/>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42" creationId="{AFCC7373-EB5B-48EE-BBA1-81A8FE6F0334}"/>
            </ac:spMkLst>
          </pc:spChg>
          <pc:spChg chg="add mod">
            <ac:chgData name="varitsara monsiri" userId="d21832565e14aca8" providerId="LiveId" clId="{E9DC6723-9FC9-431B-87EA-16B4388A27EF}" dt="2023-06-29T12:27:36.951" v="2858" actId="1035"/>
            <ac:spMkLst>
              <pc:docMk/>
              <pc:sldMasterMk cId="1384801466" sldId="2147483660"/>
              <pc:sldLayoutMk cId="960737557" sldId="2147483667"/>
              <ac:spMk id="43" creationId="{2298D146-320A-4BBA-BB08-C149E31B9206}"/>
            </ac:spMkLst>
          </pc:spChg>
          <pc:spChg chg="add mod">
            <ac:chgData name="varitsara monsiri" userId="d21832565e14aca8" providerId="LiveId" clId="{E9DC6723-9FC9-431B-87EA-16B4388A27EF}" dt="2023-06-29T12:21:30.116" v="2690" actId="1035"/>
            <ac:spMkLst>
              <pc:docMk/>
              <pc:sldMasterMk cId="1384801466" sldId="2147483660"/>
              <pc:sldLayoutMk cId="960737557" sldId="2147483667"/>
              <ac:spMk id="44" creationId="{A69693CB-E325-4032-909F-8E3CE3233D9C}"/>
            </ac:spMkLst>
          </pc:spChg>
          <pc:spChg chg="add mod">
            <ac:chgData name="varitsara monsiri" userId="d21832565e14aca8" providerId="LiveId" clId="{E9DC6723-9FC9-431B-87EA-16B4388A27EF}" dt="2023-06-29T12:21:30.116" v="2690" actId="1035"/>
            <ac:spMkLst>
              <pc:docMk/>
              <pc:sldMasterMk cId="1384801466" sldId="2147483660"/>
              <pc:sldLayoutMk cId="960737557" sldId="2147483667"/>
              <ac:spMk id="45" creationId="{4C87AB39-22AD-4A85-9199-6D623B75E97D}"/>
            </ac:spMkLst>
          </pc:spChg>
          <pc:picChg chg="add del mod">
            <ac:chgData name="varitsara monsiri" userId="d21832565e14aca8" providerId="LiveId" clId="{E9DC6723-9FC9-431B-87EA-16B4388A27EF}" dt="2023-06-29T10:37:02.150" v="1190" actId="478"/>
            <ac:picMkLst>
              <pc:docMk/>
              <pc:sldMasterMk cId="1384801466" sldId="2147483660"/>
              <pc:sldLayoutMk cId="960737557" sldId="2147483667"/>
              <ac:picMk id="2" creationId="{17311099-2958-4055-B3CE-15BA27EF9708}"/>
            </ac:picMkLst>
          </pc:picChg>
          <pc:picChg chg="add del mod">
            <ac:chgData name="varitsara monsiri" userId="d21832565e14aca8" providerId="LiveId" clId="{E9DC6723-9FC9-431B-87EA-16B4388A27EF}" dt="2023-06-29T10:41:38.008" v="1300" actId="21"/>
            <ac:picMkLst>
              <pc:docMk/>
              <pc:sldMasterMk cId="1384801466" sldId="2147483660"/>
              <pc:sldLayoutMk cId="960737557" sldId="2147483667"/>
              <ac:picMk id="9" creationId="{E4D1F4F5-902D-40A8-9E49-312EE989A328}"/>
            </ac:picMkLst>
          </pc:picChg>
          <pc:picChg chg="add del mod">
            <ac:chgData name="varitsara monsiri" userId="d21832565e14aca8" providerId="LiveId" clId="{E9DC6723-9FC9-431B-87EA-16B4388A27EF}" dt="2023-06-29T10:41:38.008" v="1300" actId="21"/>
            <ac:picMkLst>
              <pc:docMk/>
              <pc:sldMasterMk cId="1384801466" sldId="2147483660"/>
              <pc:sldLayoutMk cId="960737557" sldId="2147483667"/>
              <ac:picMk id="11" creationId="{DAAD629F-78B6-49C6-ADE6-82B3787D57A7}"/>
            </ac:picMkLst>
          </pc:picChg>
          <pc:picChg chg="add del mod">
            <ac:chgData name="varitsara monsiri" userId="d21832565e14aca8" providerId="LiveId" clId="{E9DC6723-9FC9-431B-87EA-16B4388A27EF}" dt="2023-06-29T10:41:38.008" v="1300" actId="21"/>
            <ac:picMkLst>
              <pc:docMk/>
              <pc:sldMasterMk cId="1384801466" sldId="2147483660"/>
              <pc:sldLayoutMk cId="960737557" sldId="2147483667"/>
              <ac:picMk id="13" creationId="{CBB9B6F1-FDB9-4455-B157-0C6814AB5D7F}"/>
            </ac:picMkLst>
          </pc:picChg>
        </pc:sldLayoutChg>
        <pc:sldLayoutChg chg="addSp delSp modSp mod">
          <pc:chgData name="varitsara monsiri" userId="d21832565e14aca8" providerId="LiveId" clId="{E9DC6723-9FC9-431B-87EA-16B4388A27EF}" dt="2023-06-30T12:16:35.599" v="7497" actId="21"/>
          <pc:sldLayoutMkLst>
            <pc:docMk/>
            <pc:sldMasterMk cId="1384801466" sldId="2147483660"/>
            <pc:sldLayoutMk cId="3913015382" sldId="2147483668"/>
          </pc:sldLayoutMkLst>
          <pc:spChg chg="add del mod">
            <ac:chgData name="varitsara monsiri" userId="d21832565e14aca8" providerId="LiveId" clId="{E9DC6723-9FC9-431B-87EA-16B4388A27EF}" dt="2023-06-30T12:16:35.599" v="7497" actId="21"/>
            <ac:spMkLst>
              <pc:docMk/>
              <pc:sldMasterMk cId="1384801466" sldId="2147483660"/>
              <pc:sldLayoutMk cId="3913015382" sldId="2147483668"/>
              <ac:spMk id="2" creationId="{890F66A6-41FE-4F6E-884B-A0CFEDFE98CA}"/>
            </ac:spMkLst>
          </pc:spChg>
          <pc:spChg chg="add mod">
            <ac:chgData name="varitsara monsiri" userId="d21832565e14aca8" providerId="LiveId" clId="{E9DC6723-9FC9-431B-87EA-16B4388A27EF}" dt="2023-06-29T12:07:41.850" v="2265" actId="404"/>
            <ac:spMkLst>
              <pc:docMk/>
              <pc:sldMasterMk cId="1384801466" sldId="2147483660"/>
              <pc:sldLayoutMk cId="3913015382" sldId="2147483668"/>
              <ac:spMk id="3" creationId="{E35AB86C-C525-4833-B721-AAF9742309DC}"/>
            </ac:spMkLst>
          </pc:spChg>
          <pc:spChg chg="add mod">
            <ac:chgData name="varitsara monsiri" userId="d21832565e14aca8" providerId="LiveId" clId="{E9DC6723-9FC9-431B-87EA-16B4388A27EF}" dt="2023-06-29T12:08:25.465" v="2270" actId="14100"/>
            <ac:spMkLst>
              <pc:docMk/>
              <pc:sldMasterMk cId="1384801466" sldId="2147483660"/>
              <pc:sldLayoutMk cId="3913015382" sldId="2147483668"/>
              <ac:spMk id="4" creationId="{AD3238D9-56CA-4896-B06A-90BBE9141918}"/>
            </ac:spMkLst>
          </pc:spChg>
          <pc:spChg chg="add mod">
            <ac:chgData name="varitsara monsiri" userId="d21832565e14aca8" providerId="LiveId" clId="{E9DC6723-9FC9-431B-87EA-16B4388A27EF}" dt="2023-06-29T12:09:09.871" v="2297" actId="207"/>
            <ac:spMkLst>
              <pc:docMk/>
              <pc:sldMasterMk cId="1384801466" sldId="2147483660"/>
              <pc:sldLayoutMk cId="3913015382" sldId="2147483668"/>
              <ac:spMk id="5" creationId="{D5B3087A-1C35-45B6-8CD6-DB59D8DE3556}"/>
            </ac:spMkLst>
          </pc:spChg>
          <pc:spChg chg="add mod">
            <ac:chgData name="varitsara monsiri" userId="d21832565e14aca8" providerId="LiveId" clId="{E9DC6723-9FC9-431B-87EA-16B4388A27EF}" dt="2023-06-29T12:08:47.802" v="2295" actId="1037"/>
            <ac:spMkLst>
              <pc:docMk/>
              <pc:sldMasterMk cId="1384801466" sldId="2147483660"/>
              <pc:sldLayoutMk cId="3913015382" sldId="2147483668"/>
              <ac:spMk id="6" creationId="{71F1A480-D086-4324-9A01-45331E9EED31}"/>
            </ac:spMkLst>
          </pc:spChg>
          <pc:spChg chg="add mod">
            <ac:chgData name="varitsara monsiri" userId="d21832565e14aca8" providerId="LiveId" clId="{E9DC6723-9FC9-431B-87EA-16B4388A27EF}" dt="2023-06-29T12:08:25.465" v="2270" actId="14100"/>
            <ac:spMkLst>
              <pc:docMk/>
              <pc:sldMasterMk cId="1384801466" sldId="2147483660"/>
              <pc:sldLayoutMk cId="3913015382" sldId="2147483668"/>
              <ac:spMk id="7" creationId="{BA2DC6DE-2983-4763-813C-7EF734E61EBC}"/>
            </ac:spMkLst>
          </pc:spChg>
          <pc:spChg chg="add mod">
            <ac:chgData name="varitsara monsiri" userId="d21832565e14aca8" providerId="LiveId" clId="{E9DC6723-9FC9-431B-87EA-16B4388A27EF}" dt="2023-06-29T12:09:09.871" v="2297" actId="207"/>
            <ac:spMkLst>
              <pc:docMk/>
              <pc:sldMasterMk cId="1384801466" sldId="2147483660"/>
              <pc:sldLayoutMk cId="3913015382" sldId="2147483668"/>
              <ac:spMk id="8" creationId="{91198FDB-C55B-41FB-B338-B242A5181B29}"/>
            </ac:spMkLst>
          </pc:spChg>
          <pc:spChg chg="add mod">
            <ac:chgData name="varitsara monsiri" userId="d21832565e14aca8" providerId="LiveId" clId="{E9DC6723-9FC9-431B-87EA-16B4388A27EF}" dt="2023-06-29T12:08:47.802" v="2295" actId="1037"/>
            <ac:spMkLst>
              <pc:docMk/>
              <pc:sldMasterMk cId="1384801466" sldId="2147483660"/>
              <pc:sldLayoutMk cId="3913015382" sldId="2147483668"/>
              <ac:spMk id="9" creationId="{33C54390-1772-4F3B-A103-606E83EE0689}"/>
            </ac:spMkLst>
          </pc:spChg>
          <pc:spChg chg="add mod">
            <ac:chgData name="varitsara monsiri" userId="d21832565e14aca8" providerId="LiveId" clId="{E9DC6723-9FC9-431B-87EA-16B4388A27EF}" dt="2023-06-29T12:08:25.465" v="2270" actId="14100"/>
            <ac:spMkLst>
              <pc:docMk/>
              <pc:sldMasterMk cId="1384801466" sldId="2147483660"/>
              <pc:sldLayoutMk cId="3913015382" sldId="2147483668"/>
              <ac:spMk id="10" creationId="{D02454A5-BC4F-48EC-ADCE-083AE9E465A7}"/>
            </ac:spMkLst>
          </pc:spChg>
          <pc:spChg chg="add mod">
            <ac:chgData name="varitsara monsiri" userId="d21832565e14aca8" providerId="LiveId" clId="{E9DC6723-9FC9-431B-87EA-16B4388A27EF}" dt="2023-06-29T12:09:09.871" v="2297" actId="207"/>
            <ac:spMkLst>
              <pc:docMk/>
              <pc:sldMasterMk cId="1384801466" sldId="2147483660"/>
              <pc:sldLayoutMk cId="3913015382" sldId="2147483668"/>
              <ac:spMk id="11" creationId="{EFC12189-5772-47C1-B5E9-274EE5B7483C}"/>
            </ac:spMkLst>
          </pc:spChg>
          <pc:spChg chg="add mod">
            <ac:chgData name="varitsara monsiri" userId="d21832565e14aca8" providerId="LiveId" clId="{E9DC6723-9FC9-431B-87EA-16B4388A27EF}" dt="2023-06-29T12:08:47.802" v="2295" actId="1037"/>
            <ac:spMkLst>
              <pc:docMk/>
              <pc:sldMasterMk cId="1384801466" sldId="2147483660"/>
              <pc:sldLayoutMk cId="3913015382" sldId="2147483668"/>
              <ac:spMk id="12" creationId="{7FF356C9-8539-4E4E-A19A-EA9FB7ED7BFE}"/>
            </ac:spMkLst>
          </pc:spChg>
          <pc:spChg chg="add mod">
            <ac:chgData name="varitsara monsiri" userId="d21832565e14aca8" providerId="LiveId" clId="{E9DC6723-9FC9-431B-87EA-16B4388A27EF}" dt="2023-06-29T11:45:59.924" v="2224"/>
            <ac:spMkLst>
              <pc:docMk/>
              <pc:sldMasterMk cId="1384801466" sldId="2147483660"/>
              <pc:sldLayoutMk cId="3913015382" sldId="2147483668"/>
              <ac:spMk id="13" creationId="{6DAE9304-DF36-4798-84F3-5070D94004F2}"/>
            </ac:spMkLst>
          </pc:spChg>
          <pc:spChg chg="add mod">
            <ac:chgData name="varitsara monsiri" userId="d21832565e14aca8" providerId="LiveId" clId="{E9DC6723-9FC9-431B-87EA-16B4388A27EF}" dt="2023-06-29T11:45:59.924" v="2224"/>
            <ac:spMkLst>
              <pc:docMk/>
              <pc:sldMasterMk cId="1384801466" sldId="2147483660"/>
              <pc:sldLayoutMk cId="3913015382" sldId="2147483668"/>
              <ac:spMk id="14" creationId="{CD13983D-8D93-49D2-AB83-7F4BEF93AAB8}"/>
            </ac:spMkLst>
          </pc:spChg>
        </pc:sldLayoutChg>
        <pc:sldLayoutChg chg="addSp modSp mod">
          <pc:chgData name="varitsara monsiri" userId="d21832565e14aca8" providerId="LiveId" clId="{E9DC6723-9FC9-431B-87EA-16B4388A27EF}" dt="2023-06-29T12:12:54.779" v="2362" actId="207"/>
          <pc:sldLayoutMkLst>
            <pc:docMk/>
            <pc:sldMasterMk cId="1384801466" sldId="2147483660"/>
            <pc:sldLayoutMk cId="3097305502" sldId="2147483669"/>
          </pc:sldLayoutMkLst>
          <pc:spChg chg="add mod">
            <ac:chgData name="varitsara monsiri" userId="d21832565e14aca8" providerId="LiveId" clId="{E9DC6723-9FC9-431B-87EA-16B4388A27EF}" dt="2023-06-29T12:12:51.295" v="2361" actId="1035"/>
            <ac:spMkLst>
              <pc:docMk/>
              <pc:sldMasterMk cId="1384801466" sldId="2147483660"/>
              <pc:sldLayoutMk cId="3097305502" sldId="2147483669"/>
              <ac:spMk id="2" creationId="{FEFE5052-8B53-4C76-9AAF-B4648FF69DAF}"/>
            </ac:spMkLst>
          </pc:spChg>
          <pc:spChg chg="add mod">
            <ac:chgData name="varitsara monsiri" userId="d21832565e14aca8" providerId="LiveId" clId="{E9DC6723-9FC9-431B-87EA-16B4388A27EF}" dt="2023-06-29T12:12:54.779" v="2362" actId="207"/>
            <ac:spMkLst>
              <pc:docMk/>
              <pc:sldMasterMk cId="1384801466" sldId="2147483660"/>
              <pc:sldLayoutMk cId="3097305502" sldId="2147483669"/>
              <ac:spMk id="3" creationId="{4AC37746-532A-4BCC-9F37-B39EB53644BA}"/>
            </ac:spMkLst>
          </pc:spChg>
        </pc:sldLayoutChg>
        <pc:sldLayoutChg chg="addSp modSp ord">
          <pc:chgData name="varitsara monsiri" userId="d21832565e14aca8" providerId="LiveId" clId="{E9DC6723-9FC9-431B-87EA-16B4388A27EF}" dt="2023-06-29T11:43:05.257" v="2197" actId="20578"/>
          <pc:sldLayoutMkLst>
            <pc:docMk/>
            <pc:sldMasterMk cId="1384801466" sldId="2147483660"/>
            <pc:sldLayoutMk cId="3038028928" sldId="2147483670"/>
          </pc:sldLayoutMkLst>
          <pc:spChg chg="add mod">
            <ac:chgData name="varitsara monsiri" userId="d21832565e14aca8" providerId="LiveId" clId="{E9DC6723-9FC9-431B-87EA-16B4388A27EF}" dt="2023-06-29T11:27:20.927" v="1908"/>
            <ac:spMkLst>
              <pc:docMk/>
              <pc:sldMasterMk cId="1384801466" sldId="2147483660"/>
              <pc:sldLayoutMk cId="3038028928" sldId="2147483670"/>
              <ac:spMk id="2" creationId="{D1AACF2E-99CE-4170-B18F-D6FFDF3D4EAC}"/>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3" creationId="{DEE4B04F-E1C3-4DA7-ACD2-F19A0383228D}"/>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4" creationId="{A2C15114-319B-4FFD-A1F8-0C619C827C97}"/>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5" creationId="{668EACBE-BF5D-46ED-B6B1-B12138E209AF}"/>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6" creationId="{EFC10D99-47FC-4B28-B543-FF51D38C5294}"/>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7" creationId="{3FE5682B-3B3A-4DBE-A2C2-6DEA2516126E}"/>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8" creationId="{98CDFC4F-962D-4420-BF75-13F1D177D5C6}"/>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9" creationId="{75107D49-112B-425B-9E81-4B2D7829C9DD}"/>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10" creationId="{AA7A0359-AD7E-4AAB-A7D2-A397B82FA25E}"/>
            </ac:spMkLst>
          </pc:spChg>
          <pc:spChg chg="add mod">
            <ac:chgData name="varitsara monsiri" userId="d21832565e14aca8" providerId="LiveId" clId="{E9DC6723-9FC9-431B-87EA-16B4388A27EF}" dt="2023-06-29T11:27:20.927" v="1908"/>
            <ac:spMkLst>
              <pc:docMk/>
              <pc:sldMasterMk cId="1384801466" sldId="2147483660"/>
              <pc:sldLayoutMk cId="3038028928" sldId="2147483670"/>
              <ac:spMk id="11" creationId="{45F81497-F6B4-4FC9-A4D6-15DFB8C6304B}"/>
            </ac:spMkLst>
          </pc:spChg>
        </pc:sldLayoutChg>
        <pc:sldLayoutChg chg="addSp delSp modSp mod">
          <pc:chgData name="varitsara monsiri" userId="d21832565e14aca8" providerId="LiveId" clId="{E9DC6723-9FC9-431B-87EA-16B4388A27EF}" dt="2023-06-30T12:17:08.359" v="7504" actId="21"/>
          <pc:sldLayoutMkLst>
            <pc:docMk/>
            <pc:sldMasterMk cId="1384801466" sldId="2147483660"/>
            <pc:sldLayoutMk cId="340570563" sldId="2147483671"/>
          </pc:sldLayoutMkLst>
          <pc:spChg chg="add del mod">
            <ac:chgData name="varitsara monsiri" userId="d21832565e14aca8" providerId="LiveId" clId="{E9DC6723-9FC9-431B-87EA-16B4388A27EF}" dt="2023-06-30T09:03:48.174" v="4233" actId="478"/>
            <ac:spMkLst>
              <pc:docMk/>
              <pc:sldMasterMk cId="1384801466" sldId="2147483660"/>
              <pc:sldLayoutMk cId="340570563" sldId="2147483671"/>
              <ac:spMk id="3" creationId="{08BD3C73-E34F-43E8-8B8C-18814E5CD2AD}"/>
            </ac:spMkLst>
          </pc:spChg>
          <pc:spChg chg="add del mod">
            <ac:chgData name="varitsara monsiri" userId="d21832565e14aca8" providerId="LiveId" clId="{E9DC6723-9FC9-431B-87EA-16B4388A27EF}" dt="2023-06-30T09:03:35.058" v="4229" actId="21"/>
            <ac:spMkLst>
              <pc:docMk/>
              <pc:sldMasterMk cId="1384801466" sldId="2147483660"/>
              <pc:sldLayoutMk cId="340570563" sldId="2147483671"/>
              <ac:spMk id="4" creationId="{369E57BF-5A5F-41A1-AB18-BADC6ECF266F}"/>
            </ac:spMkLst>
          </pc:spChg>
          <pc:spChg chg="add del mod">
            <ac:chgData name="varitsara monsiri" userId="d21832565e14aca8" providerId="LiveId" clId="{E9DC6723-9FC9-431B-87EA-16B4388A27EF}" dt="2023-06-30T09:03:35.058" v="4229" actId="21"/>
            <ac:spMkLst>
              <pc:docMk/>
              <pc:sldMasterMk cId="1384801466" sldId="2147483660"/>
              <pc:sldLayoutMk cId="340570563" sldId="2147483671"/>
              <ac:spMk id="5" creationId="{6CD4045B-D8F5-4FCD-96CD-9A748EC7B8B4}"/>
            </ac:spMkLst>
          </pc:spChg>
          <pc:spChg chg="add mod">
            <ac:chgData name="varitsara monsiri" userId="d21832565e14aca8" providerId="LiveId" clId="{E9DC6723-9FC9-431B-87EA-16B4388A27EF}" dt="2023-06-30T09:19:18.614" v="4695" actId="12788"/>
            <ac:spMkLst>
              <pc:docMk/>
              <pc:sldMasterMk cId="1384801466" sldId="2147483660"/>
              <pc:sldLayoutMk cId="340570563" sldId="2147483671"/>
              <ac:spMk id="8" creationId="{2B46B172-204A-4388-B637-899266B46C6A}"/>
            </ac:spMkLst>
          </pc:spChg>
          <pc:spChg chg="add mod">
            <ac:chgData name="varitsara monsiri" userId="d21832565e14aca8" providerId="LiveId" clId="{E9DC6723-9FC9-431B-87EA-16B4388A27EF}" dt="2023-06-30T09:20:59.563" v="4737" actId="20577"/>
            <ac:spMkLst>
              <pc:docMk/>
              <pc:sldMasterMk cId="1384801466" sldId="2147483660"/>
              <pc:sldLayoutMk cId="340570563" sldId="2147483671"/>
              <ac:spMk id="9" creationId="{1B83FDCA-B896-4A9A-B695-F5E5956E37B4}"/>
            </ac:spMkLst>
          </pc:spChg>
          <pc:spChg chg="add mod">
            <ac:chgData name="varitsara monsiri" userId="d21832565e14aca8" providerId="LiveId" clId="{E9DC6723-9FC9-431B-87EA-16B4388A27EF}" dt="2023-06-30T12:16:52.826" v="7500" actId="164"/>
            <ac:spMkLst>
              <pc:docMk/>
              <pc:sldMasterMk cId="1384801466" sldId="2147483660"/>
              <pc:sldLayoutMk cId="340570563" sldId="2147483671"/>
              <ac:spMk id="10" creationId="{72A7ADD4-16D3-418F-B2D2-17FE0C5701B5}"/>
            </ac:spMkLst>
          </pc:spChg>
          <pc:spChg chg="add mod ord">
            <ac:chgData name="varitsara monsiri" userId="d21832565e14aca8" providerId="LiveId" clId="{E9DC6723-9FC9-431B-87EA-16B4388A27EF}" dt="2023-06-30T12:16:52.826" v="7500" actId="164"/>
            <ac:spMkLst>
              <pc:docMk/>
              <pc:sldMasterMk cId="1384801466" sldId="2147483660"/>
              <pc:sldLayoutMk cId="340570563" sldId="2147483671"/>
              <ac:spMk id="11" creationId="{1229B36C-A015-4E0F-94D3-FF6117840F24}"/>
            </ac:spMkLst>
          </pc:spChg>
          <pc:spChg chg="add mod">
            <ac:chgData name="varitsara monsiri" userId="d21832565e14aca8" providerId="LiveId" clId="{E9DC6723-9FC9-431B-87EA-16B4388A27EF}" dt="2023-06-30T09:21:27.295" v="4743" actId="207"/>
            <ac:spMkLst>
              <pc:docMk/>
              <pc:sldMasterMk cId="1384801466" sldId="2147483660"/>
              <pc:sldLayoutMk cId="340570563" sldId="2147483671"/>
              <ac:spMk id="12" creationId="{C4008191-2FFA-4F16-B40A-D7A22876347E}"/>
            </ac:spMkLst>
          </pc:spChg>
          <pc:spChg chg="add mod">
            <ac:chgData name="varitsara monsiri" userId="d21832565e14aca8" providerId="LiveId" clId="{E9DC6723-9FC9-431B-87EA-16B4388A27EF}" dt="2023-06-30T12:16:56.613" v="7501" actId="164"/>
            <ac:spMkLst>
              <pc:docMk/>
              <pc:sldMasterMk cId="1384801466" sldId="2147483660"/>
              <pc:sldLayoutMk cId="340570563" sldId="2147483671"/>
              <ac:spMk id="13" creationId="{40DC6EDA-80C9-4621-B22A-9E79405B4643}"/>
            </ac:spMkLst>
          </pc:spChg>
          <pc:spChg chg="add mod">
            <ac:chgData name="varitsara monsiri" userId="d21832565e14aca8" providerId="LiveId" clId="{E9DC6723-9FC9-431B-87EA-16B4388A27EF}" dt="2023-06-30T09:22:33.560" v="4750" actId="1076"/>
            <ac:spMkLst>
              <pc:docMk/>
              <pc:sldMasterMk cId="1384801466" sldId="2147483660"/>
              <pc:sldLayoutMk cId="340570563" sldId="2147483671"/>
              <ac:spMk id="14" creationId="{A3308639-FEAE-4B26-B576-72D107362B5D}"/>
            </ac:spMkLst>
          </pc:spChg>
          <pc:spChg chg="add mod">
            <ac:chgData name="varitsara monsiri" userId="d21832565e14aca8" providerId="LiveId" clId="{E9DC6723-9FC9-431B-87EA-16B4388A27EF}" dt="2023-06-30T09:23:27.708" v="4759" actId="20577"/>
            <ac:spMkLst>
              <pc:docMk/>
              <pc:sldMasterMk cId="1384801466" sldId="2147483660"/>
              <pc:sldLayoutMk cId="340570563" sldId="2147483671"/>
              <ac:spMk id="15" creationId="{822E0687-778C-4BE9-9D26-0186C9DB11CE}"/>
            </ac:spMkLst>
          </pc:spChg>
          <pc:spChg chg="add mod">
            <ac:chgData name="varitsara monsiri" userId="d21832565e14aca8" providerId="LiveId" clId="{E9DC6723-9FC9-431B-87EA-16B4388A27EF}" dt="2023-06-30T12:16:56.613" v="7501" actId="164"/>
            <ac:spMkLst>
              <pc:docMk/>
              <pc:sldMasterMk cId="1384801466" sldId="2147483660"/>
              <pc:sldLayoutMk cId="340570563" sldId="2147483671"/>
              <ac:spMk id="16" creationId="{18C89328-03AA-426F-BD39-998B0DF70271}"/>
            </ac:spMkLst>
          </pc:spChg>
          <pc:spChg chg="add mod">
            <ac:chgData name="varitsara monsiri" userId="d21832565e14aca8" providerId="LiveId" clId="{E9DC6723-9FC9-431B-87EA-16B4388A27EF}" dt="2023-06-30T09:22:33.560" v="4750" actId="1076"/>
            <ac:spMkLst>
              <pc:docMk/>
              <pc:sldMasterMk cId="1384801466" sldId="2147483660"/>
              <pc:sldLayoutMk cId="340570563" sldId="2147483671"/>
              <ac:spMk id="17" creationId="{6BE33074-DFFB-46FC-9F8D-51D2713B96DB}"/>
            </ac:spMkLst>
          </pc:spChg>
          <pc:spChg chg="add mod">
            <ac:chgData name="varitsara monsiri" userId="d21832565e14aca8" providerId="LiveId" clId="{E9DC6723-9FC9-431B-87EA-16B4388A27EF}" dt="2023-06-30T12:17:03.815" v="7503" actId="164"/>
            <ac:spMkLst>
              <pc:docMk/>
              <pc:sldMasterMk cId="1384801466" sldId="2147483660"/>
              <pc:sldLayoutMk cId="340570563" sldId="2147483671"/>
              <ac:spMk id="18" creationId="{88B88514-84F5-4D88-9979-A09A24294CBB}"/>
            </ac:spMkLst>
          </pc:spChg>
          <pc:spChg chg="add mod">
            <ac:chgData name="varitsara monsiri" userId="d21832565e14aca8" providerId="LiveId" clId="{E9DC6723-9FC9-431B-87EA-16B4388A27EF}" dt="2023-06-30T09:21:58.084" v="4747" actId="1076"/>
            <ac:spMkLst>
              <pc:docMk/>
              <pc:sldMasterMk cId="1384801466" sldId="2147483660"/>
              <pc:sldLayoutMk cId="340570563" sldId="2147483671"/>
              <ac:spMk id="19" creationId="{D4E71EAB-4EF2-4224-838C-7814FC57F446}"/>
            </ac:spMkLst>
          </pc:spChg>
          <pc:spChg chg="add mod">
            <ac:chgData name="varitsara monsiri" userId="d21832565e14aca8" providerId="LiveId" clId="{E9DC6723-9FC9-431B-87EA-16B4388A27EF}" dt="2023-06-30T09:23:32.987" v="4763" actId="20577"/>
            <ac:spMkLst>
              <pc:docMk/>
              <pc:sldMasterMk cId="1384801466" sldId="2147483660"/>
              <pc:sldLayoutMk cId="340570563" sldId="2147483671"/>
              <ac:spMk id="20" creationId="{3A36DDBD-487F-44D3-B4D9-56B142BDE761}"/>
            </ac:spMkLst>
          </pc:spChg>
          <pc:spChg chg="add mod">
            <ac:chgData name="varitsara monsiri" userId="d21832565e14aca8" providerId="LiveId" clId="{E9DC6723-9FC9-431B-87EA-16B4388A27EF}" dt="2023-06-30T12:17:03.815" v="7503" actId="164"/>
            <ac:spMkLst>
              <pc:docMk/>
              <pc:sldMasterMk cId="1384801466" sldId="2147483660"/>
              <pc:sldLayoutMk cId="340570563" sldId="2147483671"/>
              <ac:spMk id="21" creationId="{7BFDF226-8554-4894-94F4-812FD063F488}"/>
            </ac:spMkLst>
          </pc:spChg>
          <pc:spChg chg="add mod">
            <ac:chgData name="varitsara monsiri" userId="d21832565e14aca8" providerId="LiveId" clId="{E9DC6723-9FC9-431B-87EA-16B4388A27EF}" dt="2023-06-30T09:21:58.084" v="4747" actId="1076"/>
            <ac:spMkLst>
              <pc:docMk/>
              <pc:sldMasterMk cId="1384801466" sldId="2147483660"/>
              <pc:sldLayoutMk cId="340570563" sldId="2147483671"/>
              <ac:spMk id="22" creationId="{18D16C77-F539-4B3E-9424-F44F0DBB411F}"/>
            </ac:spMkLst>
          </pc:spChg>
          <pc:spChg chg="add mod">
            <ac:chgData name="varitsara monsiri" userId="d21832565e14aca8" providerId="LiveId" clId="{E9DC6723-9FC9-431B-87EA-16B4388A27EF}" dt="2023-06-30T12:17:00.358" v="7502" actId="164"/>
            <ac:spMkLst>
              <pc:docMk/>
              <pc:sldMasterMk cId="1384801466" sldId="2147483660"/>
              <pc:sldLayoutMk cId="340570563" sldId="2147483671"/>
              <ac:spMk id="23" creationId="{BEE440CB-FA47-4607-8DDA-DD875834CCB2}"/>
            </ac:spMkLst>
          </pc:spChg>
          <pc:spChg chg="add mod">
            <ac:chgData name="varitsara monsiri" userId="d21832565e14aca8" providerId="LiveId" clId="{E9DC6723-9FC9-431B-87EA-16B4388A27EF}" dt="2023-06-30T09:23:22.056" v="4757" actId="207"/>
            <ac:spMkLst>
              <pc:docMk/>
              <pc:sldMasterMk cId="1384801466" sldId="2147483660"/>
              <pc:sldLayoutMk cId="340570563" sldId="2147483671"/>
              <ac:spMk id="24" creationId="{527EE899-D0E6-4D04-AC9C-97C70E57D4E8}"/>
            </ac:spMkLst>
          </pc:spChg>
          <pc:spChg chg="add mod">
            <ac:chgData name="varitsara monsiri" userId="d21832565e14aca8" providerId="LiveId" clId="{E9DC6723-9FC9-431B-87EA-16B4388A27EF}" dt="2023-06-30T09:23:30.433" v="4761" actId="20577"/>
            <ac:spMkLst>
              <pc:docMk/>
              <pc:sldMasterMk cId="1384801466" sldId="2147483660"/>
              <pc:sldLayoutMk cId="340570563" sldId="2147483671"/>
              <ac:spMk id="25" creationId="{20223B3B-0822-4BB1-9C44-CB351BE4E86D}"/>
            </ac:spMkLst>
          </pc:spChg>
          <pc:spChg chg="add mod">
            <ac:chgData name="varitsara monsiri" userId="d21832565e14aca8" providerId="LiveId" clId="{E9DC6723-9FC9-431B-87EA-16B4388A27EF}" dt="2023-06-30T12:17:00.358" v="7502" actId="164"/>
            <ac:spMkLst>
              <pc:docMk/>
              <pc:sldMasterMk cId="1384801466" sldId="2147483660"/>
              <pc:sldLayoutMk cId="340570563" sldId="2147483671"/>
              <ac:spMk id="26" creationId="{5867E88B-AD85-4FD1-A2DD-F6F167BA3C74}"/>
            </ac:spMkLst>
          </pc:spChg>
          <pc:spChg chg="add mod">
            <ac:chgData name="varitsara monsiri" userId="d21832565e14aca8" providerId="LiveId" clId="{E9DC6723-9FC9-431B-87EA-16B4388A27EF}" dt="2023-06-30T09:28:17.201" v="4837" actId="207"/>
            <ac:spMkLst>
              <pc:docMk/>
              <pc:sldMasterMk cId="1384801466" sldId="2147483660"/>
              <pc:sldLayoutMk cId="340570563" sldId="2147483671"/>
              <ac:spMk id="27" creationId="{E02D8CB6-164D-4A0E-8FCC-470080F58C65}"/>
            </ac:spMkLst>
          </pc:spChg>
          <pc:spChg chg="add mod">
            <ac:chgData name="varitsara monsiri" userId="d21832565e14aca8" providerId="LiveId" clId="{E9DC6723-9FC9-431B-87EA-16B4388A27EF}" dt="2023-06-30T09:24:04.107" v="4785" actId="12788"/>
            <ac:spMkLst>
              <pc:docMk/>
              <pc:sldMasterMk cId="1384801466" sldId="2147483660"/>
              <pc:sldLayoutMk cId="340570563" sldId="2147483671"/>
              <ac:spMk id="28" creationId="{4DFBA27C-710A-4324-8FDF-29859F497AD2}"/>
            </ac:spMkLst>
          </pc:spChg>
          <pc:spChg chg="add mod">
            <ac:chgData name="varitsara monsiri" userId="d21832565e14aca8" providerId="LiveId" clId="{E9DC6723-9FC9-431B-87EA-16B4388A27EF}" dt="2023-06-30T09:27:31.116" v="4813" actId="1035"/>
            <ac:spMkLst>
              <pc:docMk/>
              <pc:sldMasterMk cId="1384801466" sldId="2147483660"/>
              <pc:sldLayoutMk cId="340570563" sldId="2147483671"/>
              <ac:spMk id="29" creationId="{427BEA57-3163-4991-9861-DA764B04D4F8}"/>
            </ac:spMkLst>
          </pc:spChg>
          <pc:grpChg chg="add del mod">
            <ac:chgData name="varitsara monsiri" userId="d21832565e14aca8" providerId="LiveId" clId="{E9DC6723-9FC9-431B-87EA-16B4388A27EF}" dt="2023-06-30T12:17:08.359" v="7504" actId="21"/>
            <ac:grpSpMkLst>
              <pc:docMk/>
              <pc:sldMasterMk cId="1384801466" sldId="2147483660"/>
              <pc:sldLayoutMk cId="340570563" sldId="2147483671"/>
              <ac:grpSpMk id="30" creationId="{CABA06C0-3F88-4CFB-AE4B-9C22BDBDA9D8}"/>
            </ac:grpSpMkLst>
          </pc:grpChg>
          <pc:grpChg chg="add del mod">
            <ac:chgData name="varitsara monsiri" userId="d21832565e14aca8" providerId="LiveId" clId="{E9DC6723-9FC9-431B-87EA-16B4388A27EF}" dt="2023-06-30T12:17:08.359" v="7504" actId="21"/>
            <ac:grpSpMkLst>
              <pc:docMk/>
              <pc:sldMasterMk cId="1384801466" sldId="2147483660"/>
              <pc:sldLayoutMk cId="340570563" sldId="2147483671"/>
              <ac:grpSpMk id="31" creationId="{35538A00-3214-449B-BAC6-3C207329928E}"/>
            </ac:grpSpMkLst>
          </pc:grpChg>
          <pc:grpChg chg="add del mod">
            <ac:chgData name="varitsara monsiri" userId="d21832565e14aca8" providerId="LiveId" clId="{E9DC6723-9FC9-431B-87EA-16B4388A27EF}" dt="2023-06-30T12:17:08.359" v="7504" actId="21"/>
            <ac:grpSpMkLst>
              <pc:docMk/>
              <pc:sldMasterMk cId="1384801466" sldId="2147483660"/>
              <pc:sldLayoutMk cId="340570563" sldId="2147483671"/>
              <ac:grpSpMk id="32" creationId="{5D92491B-5A77-40F9-9CF1-B091FA736649}"/>
            </ac:grpSpMkLst>
          </pc:grpChg>
          <pc:grpChg chg="add del mod">
            <ac:chgData name="varitsara monsiri" userId="d21832565e14aca8" providerId="LiveId" clId="{E9DC6723-9FC9-431B-87EA-16B4388A27EF}" dt="2023-06-30T12:17:08.359" v="7504" actId="21"/>
            <ac:grpSpMkLst>
              <pc:docMk/>
              <pc:sldMasterMk cId="1384801466" sldId="2147483660"/>
              <pc:sldLayoutMk cId="340570563" sldId="2147483671"/>
              <ac:grpSpMk id="33" creationId="{FDA3976B-A0D3-4637-ABF7-88B34C28880D}"/>
            </ac:grpSpMkLst>
          </pc:grpChg>
          <pc:picChg chg="add del mod">
            <ac:chgData name="varitsara monsiri" userId="d21832565e14aca8" providerId="LiveId" clId="{E9DC6723-9FC9-431B-87EA-16B4388A27EF}" dt="2023-06-30T09:03:43.001" v="4230" actId="478"/>
            <ac:picMkLst>
              <pc:docMk/>
              <pc:sldMasterMk cId="1384801466" sldId="2147483660"/>
              <pc:sldLayoutMk cId="340570563" sldId="2147483671"/>
              <ac:picMk id="2" creationId="{9CAD1B9D-36C4-4242-9254-AFB00BAE5272}"/>
            </ac:picMkLst>
          </pc:picChg>
          <pc:picChg chg="add del mod">
            <ac:chgData name="varitsara monsiri" userId="d21832565e14aca8" providerId="LiveId" clId="{E9DC6723-9FC9-431B-87EA-16B4388A27EF}" dt="2023-06-30T09:22:52.003" v="4752" actId="478"/>
            <ac:picMkLst>
              <pc:docMk/>
              <pc:sldMasterMk cId="1384801466" sldId="2147483660"/>
              <pc:sldLayoutMk cId="340570563" sldId="2147483671"/>
              <ac:picMk id="7" creationId="{5D74556A-6E8A-4A88-89F4-44A656FCB4B8}"/>
            </ac:picMkLst>
          </pc:picChg>
        </pc:sldLayoutChg>
        <pc:sldLayoutChg chg="addSp delSp modSp mod">
          <pc:chgData name="varitsara monsiri" userId="d21832565e14aca8" providerId="LiveId" clId="{E9DC6723-9FC9-431B-87EA-16B4388A27EF}" dt="2023-06-30T09:55:57.225" v="5209" actId="1036"/>
          <pc:sldLayoutMkLst>
            <pc:docMk/>
            <pc:sldMasterMk cId="1384801466" sldId="2147483660"/>
            <pc:sldLayoutMk cId="2464726196" sldId="2147483672"/>
          </pc:sldLayoutMkLst>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2" creationId="{76F20EFE-4C6E-473B-B2AB-7AD2FC8F94EE}"/>
            </ac:spMkLst>
          </pc:spChg>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3" creationId="{6BB1A151-B853-40CA-93CA-FCB64F0E0286}"/>
            </ac:spMkLst>
          </pc:spChg>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4" creationId="{B0E85BA5-E6F6-4501-8CA4-2C07C49334C7}"/>
            </ac:spMkLst>
          </pc:spChg>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5" creationId="{934C4ABD-4795-4DEF-958F-E246AAB234BC}"/>
            </ac:spMkLst>
          </pc:spChg>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6" creationId="{5730DC4B-6E78-474A-944C-4B3189EAA990}"/>
            </ac:spMkLst>
          </pc:spChg>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7" creationId="{ECFC4F40-10BC-4E56-8F01-8BAE96808F7A}"/>
            </ac:spMkLst>
          </pc:spChg>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8" creationId="{55E066CC-D65E-470A-ABDB-9D741DB0E0D1}"/>
            </ac:spMkLst>
          </pc:spChg>
          <pc:spChg chg="add del mod">
            <ac:chgData name="varitsara monsiri" userId="d21832565e14aca8" providerId="LiveId" clId="{E9DC6723-9FC9-431B-87EA-16B4388A27EF}" dt="2023-06-30T09:37:56.241" v="4954" actId="21"/>
            <ac:spMkLst>
              <pc:docMk/>
              <pc:sldMasterMk cId="1384801466" sldId="2147483660"/>
              <pc:sldLayoutMk cId="2464726196" sldId="2147483672"/>
              <ac:spMk id="9" creationId="{8CBA0368-0670-4E6B-9461-C869C03B8F6A}"/>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0" creationId="{E435A49F-B369-4FCC-A7BC-BA290094B2D6}"/>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1" creationId="{76B9081B-9C5B-4BBD-B115-91A78564E303}"/>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2" creationId="{6B4F91C4-8916-45FD-B023-05F77FC20C28}"/>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3" creationId="{4F2B2908-CE01-4811-96F4-85F50FF8F2B5}"/>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4" creationId="{E548DB48-6423-4B71-940B-B93E5D93F518}"/>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5" creationId="{D33E6999-BDF4-42D2-BFF1-5F943D014457}"/>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6" creationId="{59631187-D6E7-49EC-8D63-4CDF85C64BBA}"/>
            </ac:spMkLst>
          </pc:spChg>
          <pc:spChg chg="add mod">
            <ac:chgData name="varitsara monsiri" userId="d21832565e14aca8" providerId="LiveId" clId="{E9DC6723-9FC9-431B-87EA-16B4388A27EF}" dt="2023-06-30T09:55:57.225" v="5209" actId="1036"/>
            <ac:spMkLst>
              <pc:docMk/>
              <pc:sldMasterMk cId="1384801466" sldId="2147483660"/>
              <pc:sldLayoutMk cId="2464726196" sldId="2147483672"/>
              <ac:spMk id="17" creationId="{2087B071-5A25-484E-972E-2BEA02FDB91B}"/>
            </ac:spMkLst>
          </pc:spChg>
          <pc:spChg chg="add del mod">
            <ac:chgData name="varitsara monsiri" userId="d21832565e14aca8" providerId="LiveId" clId="{E9DC6723-9FC9-431B-87EA-16B4388A27EF}" dt="2023-06-30T09:41:58.893" v="4978" actId="478"/>
            <ac:spMkLst>
              <pc:docMk/>
              <pc:sldMasterMk cId="1384801466" sldId="2147483660"/>
              <pc:sldLayoutMk cId="2464726196" sldId="2147483672"/>
              <ac:spMk id="18" creationId="{509AB293-26FF-496D-A403-019B2032F1AA}"/>
            </ac:spMkLst>
          </pc:spChg>
          <pc:spChg chg="add del mod">
            <ac:chgData name="varitsara monsiri" userId="d21832565e14aca8" providerId="LiveId" clId="{E9DC6723-9FC9-431B-87EA-16B4388A27EF}" dt="2023-06-30T09:41:58.893" v="4978" actId="478"/>
            <ac:spMkLst>
              <pc:docMk/>
              <pc:sldMasterMk cId="1384801466" sldId="2147483660"/>
              <pc:sldLayoutMk cId="2464726196" sldId="2147483672"/>
              <ac:spMk id="19" creationId="{77811C40-E4A5-4B4F-8C25-7FA483C0490C}"/>
            </ac:spMkLst>
          </pc:spChg>
          <pc:spChg chg="add mod">
            <ac:chgData name="varitsara monsiri" userId="d21832565e14aca8" providerId="LiveId" clId="{E9DC6723-9FC9-431B-87EA-16B4388A27EF}" dt="2023-06-30T09:53:13.817" v="5172" actId="1037"/>
            <ac:spMkLst>
              <pc:docMk/>
              <pc:sldMasterMk cId="1384801466" sldId="2147483660"/>
              <pc:sldLayoutMk cId="2464726196" sldId="2147483672"/>
              <ac:spMk id="20" creationId="{E85F69A9-BCD6-4F44-AEFB-9CE2007492CD}"/>
            </ac:spMkLst>
          </pc:spChg>
          <pc:spChg chg="add mod">
            <ac:chgData name="varitsara monsiri" userId="d21832565e14aca8" providerId="LiveId" clId="{E9DC6723-9FC9-431B-87EA-16B4388A27EF}" dt="2023-06-30T09:53:13.817" v="5172" actId="1037"/>
            <ac:spMkLst>
              <pc:docMk/>
              <pc:sldMasterMk cId="1384801466" sldId="2147483660"/>
              <pc:sldLayoutMk cId="2464726196" sldId="2147483672"/>
              <ac:spMk id="21" creationId="{6CE40E88-06BC-40DE-AFD9-A8A98D4EE1F3}"/>
            </ac:spMkLst>
          </pc:spChg>
        </pc:sldLayoutChg>
        <pc:sldLayoutChg chg="addSp modSp">
          <pc:chgData name="varitsara monsiri" userId="d21832565e14aca8" providerId="LiveId" clId="{E9DC6723-9FC9-431B-87EA-16B4388A27EF}" dt="2023-06-30T09:38:18.607" v="4955"/>
          <pc:sldLayoutMkLst>
            <pc:docMk/>
            <pc:sldMasterMk cId="1384801466" sldId="2147483660"/>
            <pc:sldLayoutMk cId="1864054214" sldId="2147483673"/>
          </pc:sldLayoutMkLst>
          <pc:spChg chg="add mod">
            <ac:chgData name="varitsara monsiri" userId="d21832565e14aca8" providerId="LiveId" clId="{E9DC6723-9FC9-431B-87EA-16B4388A27EF}" dt="2023-06-30T09:38:18.607" v="4955"/>
            <ac:spMkLst>
              <pc:docMk/>
              <pc:sldMasterMk cId="1384801466" sldId="2147483660"/>
              <pc:sldLayoutMk cId="1864054214" sldId="2147483673"/>
              <ac:spMk id="2" creationId="{E6DA2A46-06C6-4BB7-AF17-F757D06DE995}"/>
            </ac:spMkLst>
          </pc:spChg>
          <pc:spChg chg="add mod">
            <ac:chgData name="varitsara monsiri" userId="d21832565e14aca8" providerId="LiveId" clId="{E9DC6723-9FC9-431B-87EA-16B4388A27EF}" dt="2023-06-30T09:38:18.607" v="4955"/>
            <ac:spMkLst>
              <pc:docMk/>
              <pc:sldMasterMk cId="1384801466" sldId="2147483660"/>
              <pc:sldLayoutMk cId="1864054214" sldId="2147483673"/>
              <ac:spMk id="3" creationId="{14244A0C-0911-44EB-8435-CA99085D666E}"/>
            </ac:spMkLst>
          </pc:spChg>
          <pc:spChg chg="add mod">
            <ac:chgData name="varitsara monsiri" userId="d21832565e14aca8" providerId="LiveId" clId="{E9DC6723-9FC9-431B-87EA-16B4388A27EF}" dt="2023-06-30T09:38:18.607" v="4955"/>
            <ac:spMkLst>
              <pc:docMk/>
              <pc:sldMasterMk cId="1384801466" sldId="2147483660"/>
              <pc:sldLayoutMk cId="1864054214" sldId="2147483673"/>
              <ac:spMk id="4" creationId="{F1A048FB-044A-4F2B-AAE7-DB21559E124D}"/>
            </ac:spMkLst>
          </pc:spChg>
          <pc:spChg chg="add mod">
            <ac:chgData name="varitsara monsiri" userId="d21832565e14aca8" providerId="LiveId" clId="{E9DC6723-9FC9-431B-87EA-16B4388A27EF}" dt="2023-06-30T09:38:18.607" v="4955"/>
            <ac:spMkLst>
              <pc:docMk/>
              <pc:sldMasterMk cId="1384801466" sldId="2147483660"/>
              <pc:sldLayoutMk cId="1864054214" sldId="2147483673"/>
              <ac:spMk id="5" creationId="{B6830C2A-E0CF-4BB5-B37A-F8CAA89360F7}"/>
            </ac:spMkLst>
          </pc:spChg>
          <pc:spChg chg="add mod">
            <ac:chgData name="varitsara monsiri" userId="d21832565e14aca8" providerId="LiveId" clId="{E9DC6723-9FC9-431B-87EA-16B4388A27EF}" dt="2023-06-30T09:38:18.607" v="4955"/>
            <ac:spMkLst>
              <pc:docMk/>
              <pc:sldMasterMk cId="1384801466" sldId="2147483660"/>
              <pc:sldLayoutMk cId="1864054214" sldId="2147483673"/>
              <ac:spMk id="6" creationId="{E20E33E4-898F-4DEE-B212-62A1A080EA63}"/>
            </ac:spMkLst>
          </pc:spChg>
          <pc:spChg chg="add mod">
            <ac:chgData name="varitsara monsiri" userId="d21832565e14aca8" providerId="LiveId" clId="{E9DC6723-9FC9-431B-87EA-16B4388A27EF}" dt="2023-06-30T09:38:18.607" v="4955"/>
            <ac:spMkLst>
              <pc:docMk/>
              <pc:sldMasterMk cId="1384801466" sldId="2147483660"/>
              <pc:sldLayoutMk cId="1864054214" sldId="2147483673"/>
              <ac:spMk id="7" creationId="{1D53C3F7-7C91-41EB-BF67-59D8D90B0C9D}"/>
            </ac:spMkLst>
          </pc:spChg>
          <pc:spChg chg="add mod">
            <ac:chgData name="varitsara monsiri" userId="d21832565e14aca8" providerId="LiveId" clId="{E9DC6723-9FC9-431B-87EA-16B4388A27EF}" dt="2023-06-30T09:38:18.607" v="4955"/>
            <ac:spMkLst>
              <pc:docMk/>
              <pc:sldMasterMk cId="1384801466" sldId="2147483660"/>
              <pc:sldLayoutMk cId="1864054214" sldId="2147483673"/>
              <ac:spMk id="8" creationId="{DC7757D3-7317-4624-8DBA-AF47E58DB915}"/>
            </ac:spMkLst>
          </pc:spChg>
          <pc:spChg chg="add mod">
            <ac:chgData name="varitsara monsiri" userId="d21832565e14aca8" providerId="LiveId" clId="{E9DC6723-9FC9-431B-87EA-16B4388A27EF}" dt="2023-06-30T09:38:18.607" v="4955"/>
            <ac:spMkLst>
              <pc:docMk/>
              <pc:sldMasterMk cId="1384801466" sldId="2147483660"/>
              <pc:sldLayoutMk cId="1864054214" sldId="2147483673"/>
              <ac:spMk id="9" creationId="{957FB165-094C-49E9-8306-ABC60B8DE0CF}"/>
            </ac:spMkLst>
          </pc:spChg>
        </pc:sldLayoutChg>
        <pc:sldLayoutChg chg="addSp delSp modSp mod">
          <pc:chgData name="varitsara monsiri" userId="d21832565e14aca8" providerId="LiveId" clId="{E9DC6723-9FC9-431B-87EA-16B4388A27EF}" dt="2023-06-30T12:07:11.706" v="7269" actId="21"/>
          <pc:sldLayoutMkLst>
            <pc:docMk/>
            <pc:sldMasterMk cId="1384801466" sldId="2147483660"/>
            <pc:sldLayoutMk cId="1295258648" sldId="2147483674"/>
          </pc:sldLayoutMkLst>
          <pc:spChg chg="mod">
            <ac:chgData name="varitsara monsiri" userId="d21832565e14aca8" providerId="LiveId" clId="{E9DC6723-9FC9-431B-87EA-16B4388A27EF}" dt="2023-06-30T10:24:04.714" v="5782" actId="165"/>
            <ac:spMkLst>
              <pc:docMk/>
              <pc:sldMasterMk cId="1384801466" sldId="2147483660"/>
              <pc:sldLayoutMk cId="1295258648" sldId="2147483674"/>
              <ac:spMk id="3" creationId="{F1430218-0636-4543-B814-2266194BF2B4}"/>
            </ac:spMkLst>
          </pc:spChg>
          <pc:spChg chg="mod">
            <ac:chgData name="varitsara monsiri" userId="d21832565e14aca8" providerId="LiveId" clId="{E9DC6723-9FC9-431B-87EA-16B4388A27EF}" dt="2023-06-30T10:24:04.714" v="5782" actId="165"/>
            <ac:spMkLst>
              <pc:docMk/>
              <pc:sldMasterMk cId="1384801466" sldId="2147483660"/>
              <pc:sldLayoutMk cId="1295258648" sldId="2147483674"/>
              <ac:spMk id="4" creationId="{FCAD941B-F1E1-45C9-B8A1-97CE24CA6076}"/>
            </ac:spMkLst>
          </pc:spChg>
          <pc:spChg chg="mod">
            <ac:chgData name="varitsara monsiri" userId="d21832565e14aca8" providerId="LiveId" clId="{E9DC6723-9FC9-431B-87EA-16B4388A27EF}" dt="2023-06-30T10:24:04.714" v="5782" actId="165"/>
            <ac:spMkLst>
              <pc:docMk/>
              <pc:sldMasterMk cId="1384801466" sldId="2147483660"/>
              <pc:sldLayoutMk cId="1295258648" sldId="2147483674"/>
              <ac:spMk id="5" creationId="{B5CFA7D7-C71F-426A-A911-2ADF26ABE522}"/>
            </ac:spMkLst>
          </pc:spChg>
          <pc:spChg chg="mod">
            <ac:chgData name="varitsara monsiri" userId="d21832565e14aca8" providerId="LiveId" clId="{E9DC6723-9FC9-431B-87EA-16B4388A27EF}" dt="2023-06-30T10:24:04.714" v="5782" actId="165"/>
            <ac:spMkLst>
              <pc:docMk/>
              <pc:sldMasterMk cId="1384801466" sldId="2147483660"/>
              <pc:sldLayoutMk cId="1295258648" sldId="2147483674"/>
              <ac:spMk id="6" creationId="{81E2226F-D25E-4380-BF33-14A22DCA83AB}"/>
            </ac:spMkLst>
          </pc:spChg>
          <pc:spChg chg="add del mod ord topLvl">
            <ac:chgData name="varitsara monsiri" userId="d21832565e14aca8" providerId="LiveId" clId="{E9DC6723-9FC9-431B-87EA-16B4388A27EF}" dt="2023-06-30T12:07:11.706" v="7269" actId="21"/>
            <ac:spMkLst>
              <pc:docMk/>
              <pc:sldMasterMk cId="1384801466" sldId="2147483660"/>
              <pc:sldLayoutMk cId="1295258648" sldId="2147483674"/>
              <ac:spMk id="7" creationId="{9DD7EACF-1DEC-4916-A387-ECB7D4F213C1}"/>
            </ac:spMkLst>
          </pc:spChg>
          <pc:spChg chg="add mod">
            <ac:chgData name="varitsara monsiri" userId="d21832565e14aca8" providerId="LiveId" clId="{E9DC6723-9FC9-431B-87EA-16B4388A27EF}" dt="2023-06-30T10:29:42.221" v="5996" actId="1036"/>
            <ac:spMkLst>
              <pc:docMk/>
              <pc:sldMasterMk cId="1384801466" sldId="2147483660"/>
              <pc:sldLayoutMk cId="1295258648" sldId="2147483674"/>
              <ac:spMk id="9" creationId="{36CCCFDE-A865-43E0-B2DE-8B243274576E}"/>
            </ac:spMkLst>
          </pc:spChg>
          <pc:spChg chg="add mod">
            <ac:chgData name="varitsara monsiri" userId="d21832565e14aca8" providerId="LiveId" clId="{E9DC6723-9FC9-431B-87EA-16B4388A27EF}" dt="2023-06-30T10:29:42.221" v="5996" actId="1036"/>
            <ac:spMkLst>
              <pc:docMk/>
              <pc:sldMasterMk cId="1384801466" sldId="2147483660"/>
              <pc:sldLayoutMk cId="1295258648" sldId="2147483674"/>
              <ac:spMk id="10" creationId="{B3AEAB62-5B55-4C16-A48C-30A860553701}"/>
            </ac:spMkLst>
          </pc:spChg>
          <pc:spChg chg="add mod">
            <ac:chgData name="varitsara monsiri" userId="d21832565e14aca8" providerId="LiveId" clId="{E9DC6723-9FC9-431B-87EA-16B4388A27EF}" dt="2023-06-30T10:31:04.451" v="6010" actId="113"/>
            <ac:spMkLst>
              <pc:docMk/>
              <pc:sldMasterMk cId="1384801466" sldId="2147483660"/>
              <pc:sldLayoutMk cId="1295258648" sldId="2147483674"/>
              <ac:spMk id="11" creationId="{20CC9C86-374A-4A25-B3F8-F30A3D66A488}"/>
            </ac:spMkLst>
          </pc:spChg>
          <pc:spChg chg="add mod ord">
            <ac:chgData name="varitsara monsiri" userId="d21832565e14aca8" providerId="LiveId" clId="{E9DC6723-9FC9-431B-87EA-16B4388A27EF}" dt="2023-06-30T12:07:07.843" v="7268" actId="164"/>
            <ac:spMkLst>
              <pc:docMk/>
              <pc:sldMasterMk cId="1384801466" sldId="2147483660"/>
              <pc:sldLayoutMk cId="1295258648" sldId="2147483674"/>
              <ac:spMk id="12" creationId="{8887BFC1-DA8C-4F0B-95F8-75619A706F4C}"/>
            </ac:spMkLst>
          </pc:spChg>
          <pc:grpChg chg="add del mod topLvl">
            <ac:chgData name="varitsara monsiri" userId="d21832565e14aca8" providerId="LiveId" clId="{E9DC6723-9FC9-431B-87EA-16B4388A27EF}" dt="2023-06-30T12:07:07.843" v="7268" actId="164"/>
            <ac:grpSpMkLst>
              <pc:docMk/>
              <pc:sldMasterMk cId="1384801466" sldId="2147483660"/>
              <pc:sldLayoutMk cId="1295258648" sldId="2147483674"/>
              <ac:grpSpMk id="2" creationId="{A5CB2274-67C2-4EAD-90AB-B88D3EEE50AB}"/>
            </ac:grpSpMkLst>
          </pc:grpChg>
          <pc:grpChg chg="add del mod">
            <ac:chgData name="varitsara monsiri" userId="d21832565e14aca8" providerId="LiveId" clId="{E9DC6723-9FC9-431B-87EA-16B4388A27EF}" dt="2023-06-30T10:24:04.714" v="5782" actId="165"/>
            <ac:grpSpMkLst>
              <pc:docMk/>
              <pc:sldMasterMk cId="1384801466" sldId="2147483660"/>
              <pc:sldLayoutMk cId="1295258648" sldId="2147483674"/>
              <ac:grpSpMk id="8" creationId="{5410D640-B945-4763-8CA1-1812C6AFE4E8}"/>
            </ac:grpSpMkLst>
          </pc:grpChg>
          <pc:grpChg chg="add del mod">
            <ac:chgData name="varitsara monsiri" userId="d21832565e14aca8" providerId="LiveId" clId="{E9DC6723-9FC9-431B-87EA-16B4388A27EF}" dt="2023-06-30T12:07:11.706" v="7269" actId="21"/>
            <ac:grpSpMkLst>
              <pc:docMk/>
              <pc:sldMasterMk cId="1384801466" sldId="2147483660"/>
              <pc:sldLayoutMk cId="1295258648" sldId="2147483674"/>
              <ac:grpSpMk id="13" creationId="{B5506E30-DA87-4036-809E-7853146F911E}"/>
            </ac:grpSpMkLst>
          </pc:grpChg>
        </pc:sldLayoutChg>
        <pc:sldLayoutChg chg="addSp delSp modSp mod">
          <pc:chgData name="varitsara monsiri" userId="d21832565e14aca8" providerId="LiveId" clId="{E9DC6723-9FC9-431B-87EA-16B4388A27EF}" dt="2023-06-30T12:03:10.565" v="7221" actId="21"/>
          <pc:sldLayoutMkLst>
            <pc:docMk/>
            <pc:sldMasterMk cId="1384801466" sldId="2147483660"/>
            <pc:sldLayoutMk cId="2435313192" sldId="2147483675"/>
          </pc:sldLayoutMkLst>
          <pc:spChg chg="mod">
            <ac:chgData name="varitsara monsiri" userId="d21832565e14aca8" providerId="LiveId" clId="{E9DC6723-9FC9-431B-87EA-16B4388A27EF}" dt="2023-06-30T10:01:35.533" v="5348"/>
            <ac:spMkLst>
              <pc:docMk/>
              <pc:sldMasterMk cId="1384801466" sldId="2147483660"/>
              <pc:sldLayoutMk cId="2435313192" sldId="2147483675"/>
              <ac:spMk id="3" creationId="{4F48B05F-2BA8-4B50-8947-72B7B5D0794D}"/>
            </ac:spMkLst>
          </pc:spChg>
          <pc:spChg chg="mod">
            <ac:chgData name="varitsara monsiri" userId="d21832565e14aca8" providerId="LiveId" clId="{E9DC6723-9FC9-431B-87EA-16B4388A27EF}" dt="2023-06-30T10:01:35.533" v="5348"/>
            <ac:spMkLst>
              <pc:docMk/>
              <pc:sldMasterMk cId="1384801466" sldId="2147483660"/>
              <pc:sldLayoutMk cId="2435313192" sldId="2147483675"/>
              <ac:spMk id="4" creationId="{C248CFC1-A1A5-482C-B3F9-55137C77C1EE}"/>
            </ac:spMkLst>
          </pc:spChg>
          <pc:spChg chg="mod">
            <ac:chgData name="varitsara monsiri" userId="d21832565e14aca8" providerId="LiveId" clId="{E9DC6723-9FC9-431B-87EA-16B4388A27EF}" dt="2023-06-30T10:01:35.533" v="5348"/>
            <ac:spMkLst>
              <pc:docMk/>
              <pc:sldMasterMk cId="1384801466" sldId="2147483660"/>
              <pc:sldLayoutMk cId="2435313192" sldId="2147483675"/>
              <ac:spMk id="5" creationId="{AD68BD7E-416B-4905-A469-911955C26A0D}"/>
            </ac:spMkLst>
          </pc:spChg>
          <pc:spChg chg="mod">
            <ac:chgData name="varitsara monsiri" userId="d21832565e14aca8" providerId="LiveId" clId="{E9DC6723-9FC9-431B-87EA-16B4388A27EF}" dt="2023-06-30T10:01:35.533" v="5348"/>
            <ac:spMkLst>
              <pc:docMk/>
              <pc:sldMasterMk cId="1384801466" sldId="2147483660"/>
              <pc:sldLayoutMk cId="2435313192" sldId="2147483675"/>
              <ac:spMk id="6" creationId="{4533D5D1-82D8-476A-9980-0240716F99B6}"/>
            </ac:spMkLst>
          </pc:spChg>
          <pc:spChg chg="mod">
            <ac:chgData name="varitsara monsiri" userId="d21832565e14aca8" providerId="LiveId" clId="{E9DC6723-9FC9-431B-87EA-16B4388A27EF}" dt="2023-06-30T10:01:35.533" v="5348"/>
            <ac:spMkLst>
              <pc:docMk/>
              <pc:sldMasterMk cId="1384801466" sldId="2147483660"/>
              <pc:sldLayoutMk cId="2435313192" sldId="2147483675"/>
              <ac:spMk id="8" creationId="{409B76BD-3207-407E-AC9F-53C7FE9210FF}"/>
            </ac:spMkLst>
          </pc:spChg>
          <pc:spChg chg="mod">
            <ac:chgData name="varitsara monsiri" userId="d21832565e14aca8" providerId="LiveId" clId="{E9DC6723-9FC9-431B-87EA-16B4388A27EF}" dt="2023-06-30T10:01:35.533" v="5348"/>
            <ac:spMkLst>
              <pc:docMk/>
              <pc:sldMasterMk cId="1384801466" sldId="2147483660"/>
              <pc:sldLayoutMk cId="2435313192" sldId="2147483675"/>
              <ac:spMk id="9" creationId="{AD951719-E5D9-4C37-BD19-A7D1C44CB23E}"/>
            </ac:spMkLst>
          </pc:spChg>
          <pc:spChg chg="mod">
            <ac:chgData name="varitsara monsiri" userId="d21832565e14aca8" providerId="LiveId" clId="{E9DC6723-9FC9-431B-87EA-16B4388A27EF}" dt="2023-06-30T10:01:35.533" v="5348"/>
            <ac:spMkLst>
              <pc:docMk/>
              <pc:sldMasterMk cId="1384801466" sldId="2147483660"/>
              <pc:sldLayoutMk cId="2435313192" sldId="2147483675"/>
              <ac:spMk id="10" creationId="{E2464DAA-C86A-4141-B18D-B18CCF14ABEB}"/>
            </ac:spMkLst>
          </pc:spChg>
          <pc:spChg chg="mod">
            <ac:chgData name="varitsara monsiri" userId="d21832565e14aca8" providerId="LiveId" clId="{E9DC6723-9FC9-431B-87EA-16B4388A27EF}" dt="2023-06-30T10:01:35.533" v="5348"/>
            <ac:spMkLst>
              <pc:docMk/>
              <pc:sldMasterMk cId="1384801466" sldId="2147483660"/>
              <pc:sldLayoutMk cId="2435313192" sldId="2147483675"/>
              <ac:spMk id="11" creationId="{896B683E-8C45-40D1-B123-60C033368B53}"/>
            </ac:spMkLst>
          </pc:spChg>
          <pc:spChg chg="add mod">
            <ac:chgData name="varitsara monsiri" userId="d21832565e14aca8" providerId="LiveId" clId="{E9DC6723-9FC9-431B-87EA-16B4388A27EF}" dt="2023-06-30T10:13:35.226" v="5656" actId="1035"/>
            <ac:spMkLst>
              <pc:docMk/>
              <pc:sldMasterMk cId="1384801466" sldId="2147483660"/>
              <pc:sldLayoutMk cId="2435313192" sldId="2147483675"/>
              <ac:spMk id="12" creationId="{04B0FB77-75FA-4D12-AA45-9DA5358FB429}"/>
            </ac:spMkLst>
          </pc:spChg>
          <pc:spChg chg="add mod">
            <ac:chgData name="varitsara monsiri" userId="d21832565e14aca8" providerId="LiveId" clId="{E9DC6723-9FC9-431B-87EA-16B4388A27EF}" dt="2023-06-30T10:13:32.826" v="5653" actId="1035"/>
            <ac:spMkLst>
              <pc:docMk/>
              <pc:sldMasterMk cId="1384801466" sldId="2147483660"/>
              <pc:sldLayoutMk cId="2435313192" sldId="2147483675"/>
              <ac:spMk id="13" creationId="{57496DA3-453F-447F-BBAB-3AF566712CBF}"/>
            </ac:spMkLst>
          </pc:spChg>
          <pc:grpChg chg="add del mod">
            <ac:chgData name="varitsara monsiri" userId="d21832565e14aca8" providerId="LiveId" clId="{E9DC6723-9FC9-431B-87EA-16B4388A27EF}" dt="2023-06-30T12:03:10.565" v="7221" actId="21"/>
            <ac:grpSpMkLst>
              <pc:docMk/>
              <pc:sldMasterMk cId="1384801466" sldId="2147483660"/>
              <pc:sldLayoutMk cId="2435313192" sldId="2147483675"/>
              <ac:grpSpMk id="2" creationId="{88EB2BBC-5636-41F8-B06A-D3F07EB8C877}"/>
            </ac:grpSpMkLst>
          </pc:grpChg>
          <pc:grpChg chg="add del mod">
            <ac:chgData name="varitsara monsiri" userId="d21832565e14aca8" providerId="LiveId" clId="{E9DC6723-9FC9-431B-87EA-16B4388A27EF}" dt="2023-06-30T12:03:10.565" v="7221" actId="21"/>
            <ac:grpSpMkLst>
              <pc:docMk/>
              <pc:sldMasterMk cId="1384801466" sldId="2147483660"/>
              <pc:sldLayoutMk cId="2435313192" sldId="2147483675"/>
              <ac:grpSpMk id="7" creationId="{97807449-9BC1-4550-865C-EA343ADD2E04}"/>
            </ac:grpSpMkLst>
          </pc:grpChg>
        </pc:sldLayoutChg>
        <pc:sldLayoutChg chg="addSp delSp modSp mod">
          <pc:chgData name="varitsara monsiri" userId="d21832565e14aca8" providerId="LiveId" clId="{E9DC6723-9FC9-431B-87EA-16B4388A27EF}" dt="2023-06-30T11:59:46.313" v="7186" actId="21"/>
          <pc:sldLayoutMkLst>
            <pc:docMk/>
            <pc:sldMasterMk cId="1384801466" sldId="2147483660"/>
            <pc:sldLayoutMk cId="3916363040" sldId="2147483676"/>
          </pc:sldLayoutMkLst>
          <pc:spChg chg="add del mod">
            <ac:chgData name="varitsara monsiri" userId="d21832565e14aca8" providerId="LiveId" clId="{E9DC6723-9FC9-431B-87EA-16B4388A27EF}" dt="2023-06-30T11:19:58.169" v="6287" actId="478"/>
            <ac:spMkLst>
              <pc:docMk/>
              <pc:sldMasterMk cId="1384801466" sldId="2147483660"/>
              <pc:sldLayoutMk cId="3916363040" sldId="2147483676"/>
              <ac:spMk id="2" creationId="{5DC39968-F371-4E10-A30B-4A9BD11AE6C8}"/>
            </ac:spMkLst>
          </pc:spChg>
          <pc:spChg chg="add del mod">
            <ac:chgData name="varitsara monsiri" userId="d21832565e14aca8" providerId="LiveId" clId="{E9DC6723-9FC9-431B-87EA-16B4388A27EF}" dt="2023-06-30T10:36:33.921" v="6021" actId="478"/>
            <ac:spMkLst>
              <pc:docMk/>
              <pc:sldMasterMk cId="1384801466" sldId="2147483660"/>
              <pc:sldLayoutMk cId="3916363040" sldId="2147483676"/>
              <ac:spMk id="3" creationId="{7F5D690F-C935-496C-8754-5A5376D304A1}"/>
            </ac:spMkLst>
          </pc:spChg>
          <pc:spChg chg="add mod">
            <ac:chgData name="varitsara monsiri" userId="d21832565e14aca8" providerId="LiveId" clId="{E9DC6723-9FC9-431B-87EA-16B4388A27EF}" dt="2023-06-30T10:44:25.684" v="6116" actId="1037"/>
            <ac:spMkLst>
              <pc:docMk/>
              <pc:sldMasterMk cId="1384801466" sldId="2147483660"/>
              <pc:sldLayoutMk cId="3916363040" sldId="2147483676"/>
              <ac:spMk id="4" creationId="{CCD5666B-5316-466D-8A0A-1F9182A93C62}"/>
            </ac:spMkLst>
          </pc:spChg>
          <pc:spChg chg="add mod">
            <ac:chgData name="varitsara monsiri" userId="d21832565e14aca8" providerId="LiveId" clId="{E9DC6723-9FC9-431B-87EA-16B4388A27EF}" dt="2023-06-30T10:44:25.684" v="6116" actId="1037"/>
            <ac:spMkLst>
              <pc:docMk/>
              <pc:sldMasterMk cId="1384801466" sldId="2147483660"/>
              <pc:sldLayoutMk cId="3916363040" sldId="2147483676"/>
              <ac:spMk id="5" creationId="{7CE655D8-6A63-41A0-8AE4-FB6B923DE349}"/>
            </ac:spMkLst>
          </pc:spChg>
          <pc:spChg chg="add mod">
            <ac:chgData name="varitsara monsiri" userId="d21832565e14aca8" providerId="LiveId" clId="{E9DC6723-9FC9-431B-87EA-16B4388A27EF}" dt="2023-06-30T10:44:25.684" v="6116" actId="1037"/>
            <ac:spMkLst>
              <pc:docMk/>
              <pc:sldMasterMk cId="1384801466" sldId="2147483660"/>
              <pc:sldLayoutMk cId="3916363040" sldId="2147483676"/>
              <ac:spMk id="6" creationId="{D7243363-1758-4C04-8AE8-33E8F961AEA1}"/>
            </ac:spMkLst>
          </pc:spChg>
          <pc:spChg chg="add mod">
            <ac:chgData name="varitsara monsiri" userId="d21832565e14aca8" providerId="LiveId" clId="{E9DC6723-9FC9-431B-87EA-16B4388A27EF}" dt="2023-06-30T10:44:25.684" v="6116" actId="1037"/>
            <ac:spMkLst>
              <pc:docMk/>
              <pc:sldMasterMk cId="1384801466" sldId="2147483660"/>
              <pc:sldLayoutMk cId="3916363040" sldId="2147483676"/>
              <ac:spMk id="7" creationId="{BB7B6FAE-695E-4814-8377-A4948C814692}"/>
            </ac:spMkLst>
          </pc:spChg>
          <pc:spChg chg="add del mod ord">
            <ac:chgData name="varitsara monsiri" userId="d21832565e14aca8" providerId="LiveId" clId="{E9DC6723-9FC9-431B-87EA-16B4388A27EF}" dt="2023-06-30T10:38:07.899" v="6058" actId="478"/>
            <ac:spMkLst>
              <pc:docMk/>
              <pc:sldMasterMk cId="1384801466" sldId="2147483660"/>
              <pc:sldLayoutMk cId="3916363040" sldId="2147483676"/>
              <ac:spMk id="8" creationId="{3E22F2EF-D2A0-4486-94B7-F0EA7678FE7A}"/>
            </ac:spMkLst>
          </pc:spChg>
          <pc:spChg chg="mod">
            <ac:chgData name="varitsara monsiri" userId="d21832565e14aca8" providerId="LiveId" clId="{E9DC6723-9FC9-431B-87EA-16B4388A27EF}" dt="2023-06-30T10:38:36.029" v="6059"/>
            <ac:spMkLst>
              <pc:docMk/>
              <pc:sldMasterMk cId="1384801466" sldId="2147483660"/>
              <pc:sldLayoutMk cId="3916363040" sldId="2147483676"/>
              <ac:spMk id="10" creationId="{57A3F9E5-8A59-4CC6-B0F3-2A7B8BFED455}"/>
            </ac:spMkLst>
          </pc:spChg>
          <pc:spChg chg="mod">
            <ac:chgData name="varitsara monsiri" userId="d21832565e14aca8" providerId="LiveId" clId="{E9DC6723-9FC9-431B-87EA-16B4388A27EF}" dt="2023-06-30T10:38:36.029" v="6059"/>
            <ac:spMkLst>
              <pc:docMk/>
              <pc:sldMasterMk cId="1384801466" sldId="2147483660"/>
              <pc:sldLayoutMk cId="3916363040" sldId="2147483676"/>
              <ac:spMk id="11" creationId="{E4C10824-645B-4B04-8E82-39F0DDF38B3F}"/>
            </ac:spMkLst>
          </pc:spChg>
          <pc:spChg chg="mod">
            <ac:chgData name="varitsara monsiri" userId="d21832565e14aca8" providerId="LiveId" clId="{E9DC6723-9FC9-431B-87EA-16B4388A27EF}" dt="2023-06-30T10:38:36.029" v="6059"/>
            <ac:spMkLst>
              <pc:docMk/>
              <pc:sldMasterMk cId="1384801466" sldId="2147483660"/>
              <pc:sldLayoutMk cId="3916363040" sldId="2147483676"/>
              <ac:spMk id="12" creationId="{C57CC605-9B71-42B8-9A7D-C54A69B75887}"/>
            </ac:spMkLst>
          </pc:spChg>
          <pc:spChg chg="mod">
            <ac:chgData name="varitsara monsiri" userId="d21832565e14aca8" providerId="LiveId" clId="{E9DC6723-9FC9-431B-87EA-16B4388A27EF}" dt="2023-06-30T10:38:36.029" v="6059"/>
            <ac:spMkLst>
              <pc:docMk/>
              <pc:sldMasterMk cId="1384801466" sldId="2147483660"/>
              <pc:sldLayoutMk cId="3916363040" sldId="2147483676"/>
              <ac:spMk id="13" creationId="{38EFA7B6-6920-4CF4-893B-A5B839B1794C}"/>
            </ac:spMkLst>
          </pc:spChg>
          <pc:grpChg chg="add del mod ord">
            <ac:chgData name="varitsara monsiri" userId="d21832565e14aca8" providerId="LiveId" clId="{E9DC6723-9FC9-431B-87EA-16B4388A27EF}" dt="2023-06-30T11:59:46.313" v="7186" actId="21"/>
            <ac:grpSpMkLst>
              <pc:docMk/>
              <pc:sldMasterMk cId="1384801466" sldId="2147483660"/>
              <pc:sldLayoutMk cId="3916363040" sldId="2147483676"/>
              <ac:grpSpMk id="9" creationId="{DA2D0ADE-52BA-4543-BE6A-87426BC75B97}"/>
            </ac:grpSpMkLst>
          </pc:grpChg>
        </pc:sldLayoutChg>
        <pc:sldLayoutChg chg="addSp modSp">
          <pc:chgData name="varitsara monsiri" userId="d21832565e14aca8" providerId="LiveId" clId="{E9DC6723-9FC9-431B-87EA-16B4388A27EF}" dt="2023-06-30T11:10:55.790" v="6184"/>
          <pc:sldLayoutMkLst>
            <pc:docMk/>
            <pc:sldMasterMk cId="1384801466" sldId="2147483660"/>
            <pc:sldLayoutMk cId="3381845238" sldId="2147483677"/>
          </pc:sldLayoutMkLst>
          <pc:spChg chg="add mod">
            <ac:chgData name="varitsara monsiri" userId="d21832565e14aca8" providerId="LiveId" clId="{E9DC6723-9FC9-431B-87EA-16B4388A27EF}" dt="2023-06-30T11:10:27.889" v="6182" actId="207"/>
            <ac:spMkLst>
              <pc:docMk/>
              <pc:sldMasterMk cId="1384801466" sldId="2147483660"/>
              <pc:sldLayoutMk cId="3381845238" sldId="2147483677"/>
              <ac:spMk id="2" creationId="{DDF5DF0D-93D5-4813-A6A1-81E892B2BF94}"/>
            </ac:spMkLst>
          </pc:spChg>
          <pc:spChg chg="add mod">
            <ac:chgData name="varitsara monsiri" userId="d21832565e14aca8" providerId="LiveId" clId="{E9DC6723-9FC9-431B-87EA-16B4388A27EF}" dt="2023-06-30T11:10:55.790" v="6184"/>
            <ac:spMkLst>
              <pc:docMk/>
              <pc:sldMasterMk cId="1384801466" sldId="2147483660"/>
              <pc:sldLayoutMk cId="3381845238" sldId="2147483677"/>
              <ac:spMk id="3" creationId="{F9BBA7DD-E18A-4485-B911-7117EC5B3CF1}"/>
            </ac:spMkLst>
          </pc:spChg>
          <pc:spChg chg="add mod">
            <ac:chgData name="varitsara monsiri" userId="d21832565e14aca8" providerId="LiveId" clId="{E9DC6723-9FC9-431B-87EA-16B4388A27EF}" dt="2023-06-30T11:10:27.889" v="6182" actId="207"/>
            <ac:spMkLst>
              <pc:docMk/>
              <pc:sldMasterMk cId="1384801466" sldId="2147483660"/>
              <pc:sldLayoutMk cId="3381845238" sldId="2147483677"/>
              <ac:spMk id="4" creationId="{179C3717-FDC8-4CDE-98B0-D05A0AA179EA}"/>
            </ac:spMkLst>
          </pc:spChg>
          <pc:spChg chg="add mod">
            <ac:chgData name="varitsara monsiri" userId="d21832565e14aca8" providerId="LiveId" clId="{E9DC6723-9FC9-431B-87EA-16B4388A27EF}" dt="2023-06-30T11:10:55.790" v="6184"/>
            <ac:spMkLst>
              <pc:docMk/>
              <pc:sldMasterMk cId="1384801466" sldId="2147483660"/>
              <pc:sldLayoutMk cId="3381845238" sldId="2147483677"/>
              <ac:spMk id="5" creationId="{5ECD0892-2E2D-4CF1-B411-2238EBC03AE9}"/>
            </ac:spMkLst>
          </pc:spChg>
          <pc:spChg chg="add mod">
            <ac:chgData name="varitsara monsiri" userId="d21832565e14aca8" providerId="LiveId" clId="{E9DC6723-9FC9-431B-87EA-16B4388A27EF}" dt="2023-06-30T11:10:27.889" v="6182" actId="207"/>
            <ac:spMkLst>
              <pc:docMk/>
              <pc:sldMasterMk cId="1384801466" sldId="2147483660"/>
              <pc:sldLayoutMk cId="3381845238" sldId="2147483677"/>
              <ac:spMk id="6" creationId="{FB16CD51-622E-409B-8300-C8E13FDE66AD}"/>
            </ac:spMkLst>
          </pc:spChg>
          <pc:spChg chg="add mod">
            <ac:chgData name="varitsara monsiri" userId="d21832565e14aca8" providerId="LiveId" clId="{E9DC6723-9FC9-431B-87EA-16B4388A27EF}" dt="2023-06-30T11:10:55.790" v="6184"/>
            <ac:spMkLst>
              <pc:docMk/>
              <pc:sldMasterMk cId="1384801466" sldId="2147483660"/>
              <pc:sldLayoutMk cId="3381845238" sldId="2147483677"/>
              <ac:spMk id="7" creationId="{5A7609E1-59A7-452A-81E1-4950200CF29E}"/>
            </ac:spMkLst>
          </pc:spChg>
          <pc:spChg chg="add mod">
            <ac:chgData name="varitsara monsiri" userId="d21832565e14aca8" providerId="LiveId" clId="{E9DC6723-9FC9-431B-87EA-16B4388A27EF}" dt="2023-06-30T11:10:27.889" v="6182" actId="207"/>
            <ac:spMkLst>
              <pc:docMk/>
              <pc:sldMasterMk cId="1384801466" sldId="2147483660"/>
              <pc:sldLayoutMk cId="3381845238" sldId="2147483677"/>
              <ac:spMk id="8" creationId="{16F37F7C-AECB-4E78-B635-D211B22F5124}"/>
            </ac:spMkLst>
          </pc:spChg>
          <pc:spChg chg="add mod">
            <ac:chgData name="varitsara monsiri" userId="d21832565e14aca8" providerId="LiveId" clId="{E9DC6723-9FC9-431B-87EA-16B4388A27EF}" dt="2023-06-30T11:10:55.790" v="6184"/>
            <ac:spMkLst>
              <pc:docMk/>
              <pc:sldMasterMk cId="1384801466" sldId="2147483660"/>
              <pc:sldLayoutMk cId="3381845238" sldId="2147483677"/>
              <ac:spMk id="9" creationId="{3A65CB48-9408-46AA-A8BD-9CF2E70187E6}"/>
            </ac:spMkLst>
          </pc:spChg>
          <pc:spChg chg="add mod">
            <ac:chgData name="varitsara monsiri" userId="d21832565e14aca8" providerId="LiveId" clId="{E9DC6723-9FC9-431B-87EA-16B4388A27EF}" dt="2023-06-30T11:10:40.336" v="6183"/>
            <ac:spMkLst>
              <pc:docMk/>
              <pc:sldMasterMk cId="1384801466" sldId="2147483660"/>
              <pc:sldLayoutMk cId="3381845238" sldId="2147483677"/>
              <ac:spMk id="10" creationId="{B289D2AB-7722-4A54-BB63-6FC5BBEB7DA9}"/>
            </ac:spMkLst>
          </pc:spChg>
          <pc:spChg chg="add mod">
            <ac:chgData name="varitsara monsiri" userId="d21832565e14aca8" providerId="LiveId" clId="{E9DC6723-9FC9-431B-87EA-16B4388A27EF}" dt="2023-06-30T11:10:40.336" v="6183"/>
            <ac:spMkLst>
              <pc:docMk/>
              <pc:sldMasterMk cId="1384801466" sldId="2147483660"/>
              <pc:sldLayoutMk cId="3381845238" sldId="2147483677"/>
              <ac:spMk id="11" creationId="{8B935273-8E21-43B5-8AFF-3D0E677432D0}"/>
            </ac:spMkLst>
          </pc:spChg>
        </pc:sldLayoutChg>
        <pc:sldLayoutChg chg="addSp modSp">
          <pc:chgData name="varitsara monsiri" userId="d21832565e14aca8" providerId="LiveId" clId="{E9DC6723-9FC9-431B-87EA-16B4388A27EF}" dt="2023-06-30T11:29:22.988" v="6419"/>
          <pc:sldLayoutMkLst>
            <pc:docMk/>
            <pc:sldMasterMk cId="1384801466" sldId="2147483660"/>
            <pc:sldLayoutMk cId="4268816704" sldId="2147483679"/>
          </pc:sldLayoutMkLst>
          <pc:spChg chg="add mod">
            <ac:chgData name="varitsara monsiri" userId="d21832565e14aca8" providerId="LiveId" clId="{E9DC6723-9FC9-431B-87EA-16B4388A27EF}" dt="2023-06-30T11:29:00.989" v="6417"/>
            <ac:spMkLst>
              <pc:docMk/>
              <pc:sldMasterMk cId="1384801466" sldId="2147483660"/>
              <pc:sldLayoutMk cId="4268816704" sldId="2147483679"/>
              <ac:spMk id="2" creationId="{1D74FA31-926C-42C8-B23C-DAA93548ED0B}"/>
            </ac:spMkLst>
          </pc:spChg>
          <pc:spChg chg="add mod">
            <ac:chgData name="varitsara monsiri" userId="d21832565e14aca8" providerId="LiveId" clId="{E9DC6723-9FC9-431B-87EA-16B4388A27EF}" dt="2023-06-30T11:29:13.784" v="6418"/>
            <ac:spMkLst>
              <pc:docMk/>
              <pc:sldMasterMk cId="1384801466" sldId="2147483660"/>
              <pc:sldLayoutMk cId="4268816704" sldId="2147483679"/>
              <ac:spMk id="3" creationId="{31537372-25AD-47FF-A242-34C2E4A43494}"/>
            </ac:spMkLst>
          </pc:spChg>
          <pc:spChg chg="add mod">
            <ac:chgData name="varitsara monsiri" userId="d21832565e14aca8" providerId="LiveId" clId="{E9DC6723-9FC9-431B-87EA-16B4388A27EF}" dt="2023-06-30T11:29:00.989" v="6417"/>
            <ac:spMkLst>
              <pc:docMk/>
              <pc:sldMasterMk cId="1384801466" sldId="2147483660"/>
              <pc:sldLayoutMk cId="4268816704" sldId="2147483679"/>
              <ac:spMk id="4" creationId="{BB0CAA41-57D9-402E-9C5A-871060C690DB}"/>
            </ac:spMkLst>
          </pc:spChg>
          <pc:spChg chg="add mod">
            <ac:chgData name="varitsara monsiri" userId="d21832565e14aca8" providerId="LiveId" clId="{E9DC6723-9FC9-431B-87EA-16B4388A27EF}" dt="2023-06-30T11:29:13.784" v="6418"/>
            <ac:spMkLst>
              <pc:docMk/>
              <pc:sldMasterMk cId="1384801466" sldId="2147483660"/>
              <pc:sldLayoutMk cId="4268816704" sldId="2147483679"/>
              <ac:spMk id="5" creationId="{081D7A57-9A1A-42CB-A00E-F5B7BB6344B8}"/>
            </ac:spMkLst>
          </pc:spChg>
          <pc:spChg chg="add mod">
            <ac:chgData name="varitsara monsiri" userId="d21832565e14aca8" providerId="LiveId" clId="{E9DC6723-9FC9-431B-87EA-16B4388A27EF}" dt="2023-06-30T11:29:00.989" v="6417"/>
            <ac:spMkLst>
              <pc:docMk/>
              <pc:sldMasterMk cId="1384801466" sldId="2147483660"/>
              <pc:sldLayoutMk cId="4268816704" sldId="2147483679"/>
              <ac:spMk id="6" creationId="{66A2AC03-8BA9-4409-B283-89BDD4EC57F9}"/>
            </ac:spMkLst>
          </pc:spChg>
          <pc:spChg chg="add mod">
            <ac:chgData name="varitsara monsiri" userId="d21832565e14aca8" providerId="LiveId" clId="{E9DC6723-9FC9-431B-87EA-16B4388A27EF}" dt="2023-06-30T11:29:13.784" v="6418"/>
            <ac:spMkLst>
              <pc:docMk/>
              <pc:sldMasterMk cId="1384801466" sldId="2147483660"/>
              <pc:sldLayoutMk cId="4268816704" sldId="2147483679"/>
              <ac:spMk id="7" creationId="{BD2C3D21-B434-47FD-A3BF-29F2941F4F63}"/>
            </ac:spMkLst>
          </pc:spChg>
          <pc:spChg chg="add mod">
            <ac:chgData name="varitsara monsiri" userId="d21832565e14aca8" providerId="LiveId" clId="{E9DC6723-9FC9-431B-87EA-16B4388A27EF}" dt="2023-06-30T11:29:22.988" v="6419"/>
            <ac:spMkLst>
              <pc:docMk/>
              <pc:sldMasterMk cId="1384801466" sldId="2147483660"/>
              <pc:sldLayoutMk cId="4268816704" sldId="2147483679"/>
              <ac:spMk id="8" creationId="{605A75B7-E39D-43A2-A695-33E5C665287B}"/>
            </ac:spMkLst>
          </pc:spChg>
          <pc:spChg chg="add mod">
            <ac:chgData name="varitsara monsiri" userId="d21832565e14aca8" providerId="LiveId" clId="{E9DC6723-9FC9-431B-87EA-16B4388A27EF}" dt="2023-06-30T11:29:22.988" v="6419"/>
            <ac:spMkLst>
              <pc:docMk/>
              <pc:sldMasterMk cId="1384801466" sldId="2147483660"/>
              <pc:sldLayoutMk cId="4268816704" sldId="2147483679"/>
              <ac:spMk id="9" creationId="{813B9861-37D5-483C-BF80-3D89EE4DCA4F}"/>
            </ac:spMkLst>
          </pc:spChg>
        </pc:sldLayoutChg>
        <pc:sldLayoutChg chg="addSp delSp modSp mod">
          <pc:chgData name="varitsara monsiri" userId="d21832565e14aca8" providerId="LiveId" clId="{E9DC6723-9FC9-431B-87EA-16B4388A27EF}" dt="2023-06-30T07:09:52.964" v="3449" actId="1037"/>
          <pc:sldLayoutMkLst>
            <pc:docMk/>
            <pc:sldMasterMk cId="1384801466" sldId="2147483660"/>
            <pc:sldLayoutMk cId="909152134" sldId="2147483680"/>
          </pc:sldLayoutMkLst>
          <pc:spChg chg="add mod">
            <ac:chgData name="varitsara monsiri" userId="d21832565e14aca8" providerId="LiveId" clId="{E9DC6723-9FC9-431B-87EA-16B4388A27EF}" dt="2023-06-30T07:01:09.453" v="3185" actId="1037"/>
            <ac:spMkLst>
              <pc:docMk/>
              <pc:sldMasterMk cId="1384801466" sldId="2147483660"/>
              <pc:sldLayoutMk cId="909152134" sldId="2147483680"/>
              <ac:spMk id="2" creationId="{9D38DAD8-87A5-4A3C-965C-23E8475F492B}"/>
            </ac:spMkLst>
          </pc:spChg>
          <pc:spChg chg="add mod">
            <ac:chgData name="varitsara monsiri" userId="d21832565e14aca8" providerId="LiveId" clId="{E9DC6723-9FC9-431B-87EA-16B4388A27EF}" dt="2023-06-30T07:09:52.964" v="3449" actId="1037"/>
            <ac:spMkLst>
              <pc:docMk/>
              <pc:sldMasterMk cId="1384801466" sldId="2147483660"/>
              <pc:sldLayoutMk cId="909152134" sldId="2147483680"/>
              <ac:spMk id="3" creationId="{777C0B4C-8BE6-42D1-8BE3-F200F64AFF97}"/>
            </ac:spMkLst>
          </pc:spChg>
          <pc:spChg chg="add mod">
            <ac:chgData name="varitsara monsiri" userId="d21832565e14aca8" providerId="LiveId" clId="{E9DC6723-9FC9-431B-87EA-16B4388A27EF}" dt="2023-06-30T07:09:52.964" v="3449" actId="1037"/>
            <ac:spMkLst>
              <pc:docMk/>
              <pc:sldMasterMk cId="1384801466" sldId="2147483660"/>
              <pc:sldLayoutMk cId="909152134" sldId="2147483680"/>
              <ac:spMk id="4" creationId="{45C9A155-3183-4801-83E9-88F913DAA848}"/>
            </ac:spMkLst>
          </pc:spChg>
          <pc:spChg chg="add mod">
            <ac:chgData name="varitsara monsiri" userId="d21832565e14aca8" providerId="LiveId" clId="{E9DC6723-9FC9-431B-87EA-16B4388A27EF}" dt="2023-06-30T07:09:52.964" v="3449" actId="1037"/>
            <ac:spMkLst>
              <pc:docMk/>
              <pc:sldMasterMk cId="1384801466" sldId="2147483660"/>
              <pc:sldLayoutMk cId="909152134" sldId="2147483680"/>
              <ac:spMk id="5" creationId="{5A406F9F-DE38-4885-B570-B4A02063829F}"/>
            </ac:spMkLst>
          </pc:spChg>
          <pc:spChg chg="add mod">
            <ac:chgData name="varitsara monsiri" userId="d21832565e14aca8" providerId="LiveId" clId="{E9DC6723-9FC9-431B-87EA-16B4388A27EF}" dt="2023-06-30T07:09:52.964" v="3449" actId="1037"/>
            <ac:spMkLst>
              <pc:docMk/>
              <pc:sldMasterMk cId="1384801466" sldId="2147483660"/>
              <pc:sldLayoutMk cId="909152134" sldId="2147483680"/>
              <ac:spMk id="6" creationId="{ABB5A359-02B3-4103-A317-4AC5AD12F590}"/>
            </ac:spMkLst>
          </pc:spChg>
          <pc:spChg chg="add del mod">
            <ac:chgData name="varitsara monsiri" userId="d21832565e14aca8" providerId="LiveId" clId="{E9DC6723-9FC9-431B-87EA-16B4388A27EF}" dt="2023-06-30T07:00:04.262" v="3136" actId="478"/>
            <ac:spMkLst>
              <pc:docMk/>
              <pc:sldMasterMk cId="1384801466" sldId="2147483660"/>
              <pc:sldLayoutMk cId="909152134" sldId="2147483680"/>
              <ac:spMk id="7" creationId="{FF829B10-1AF4-4AFF-AB45-320E77FF9537}"/>
            </ac:spMkLst>
          </pc:spChg>
          <pc:spChg chg="add del mod">
            <ac:chgData name="varitsara monsiri" userId="d21832565e14aca8" providerId="LiveId" clId="{E9DC6723-9FC9-431B-87EA-16B4388A27EF}" dt="2023-06-30T07:00:04.262" v="3136" actId="478"/>
            <ac:spMkLst>
              <pc:docMk/>
              <pc:sldMasterMk cId="1384801466" sldId="2147483660"/>
              <pc:sldLayoutMk cId="909152134" sldId="2147483680"/>
              <ac:spMk id="8" creationId="{566E5309-F12A-4406-96BB-C8854FF07E88}"/>
            </ac:spMkLst>
          </pc:spChg>
          <pc:spChg chg="add mod">
            <ac:chgData name="varitsara monsiri" userId="d21832565e14aca8" providerId="LiveId" clId="{E9DC6723-9FC9-431B-87EA-16B4388A27EF}" dt="2023-06-30T07:09:49.427" v="3446" actId="121"/>
            <ac:spMkLst>
              <pc:docMk/>
              <pc:sldMasterMk cId="1384801466" sldId="2147483660"/>
              <pc:sldLayoutMk cId="909152134" sldId="2147483680"/>
              <ac:spMk id="9" creationId="{A6C60D04-3001-4B91-83C4-CF432D0C1C77}"/>
            </ac:spMkLst>
          </pc:spChg>
          <pc:spChg chg="add mod">
            <ac:chgData name="varitsara monsiri" userId="d21832565e14aca8" providerId="LiveId" clId="{E9DC6723-9FC9-431B-87EA-16B4388A27EF}" dt="2023-06-30T07:09:49.427" v="3446" actId="121"/>
            <ac:spMkLst>
              <pc:docMk/>
              <pc:sldMasterMk cId="1384801466" sldId="2147483660"/>
              <pc:sldLayoutMk cId="909152134" sldId="2147483680"/>
              <ac:spMk id="10" creationId="{D455D340-427A-49F6-A7B7-199D79ADD476}"/>
            </ac:spMkLst>
          </pc:spChg>
        </pc:sldLayoutChg>
        <pc:sldLayoutChg chg="addSp delSp modSp mod">
          <pc:chgData name="varitsara monsiri" userId="d21832565e14aca8" providerId="LiveId" clId="{E9DC6723-9FC9-431B-87EA-16B4388A27EF}" dt="2023-06-30T08:06:52.928" v="3940" actId="1038"/>
          <pc:sldLayoutMkLst>
            <pc:docMk/>
            <pc:sldMasterMk cId="1384801466" sldId="2147483660"/>
            <pc:sldLayoutMk cId="1910895655" sldId="2147483681"/>
          </pc:sldLayoutMkLst>
          <pc:spChg chg="add mod">
            <ac:chgData name="varitsara monsiri" userId="d21832565e14aca8" providerId="LiveId" clId="{E9DC6723-9FC9-431B-87EA-16B4388A27EF}" dt="2023-06-30T08:06:52.928" v="3940" actId="1038"/>
            <ac:spMkLst>
              <pc:docMk/>
              <pc:sldMasterMk cId="1384801466" sldId="2147483660"/>
              <pc:sldLayoutMk cId="1910895655" sldId="2147483681"/>
              <ac:spMk id="2" creationId="{243A9D31-9EC2-4E86-821D-3B66CDD180B2}"/>
            </ac:spMkLst>
          </pc:spChg>
          <pc:spChg chg="add mod">
            <ac:chgData name="varitsara monsiri" userId="d21832565e14aca8" providerId="LiveId" clId="{E9DC6723-9FC9-431B-87EA-16B4388A27EF}" dt="2023-06-30T08:06:52.928" v="3940" actId="1038"/>
            <ac:spMkLst>
              <pc:docMk/>
              <pc:sldMasterMk cId="1384801466" sldId="2147483660"/>
              <pc:sldLayoutMk cId="1910895655" sldId="2147483681"/>
              <ac:spMk id="3" creationId="{98384AA1-BFAA-4589-A8F3-86E1B53E98AC}"/>
            </ac:spMkLst>
          </pc:spChg>
          <pc:spChg chg="add mod">
            <ac:chgData name="varitsara monsiri" userId="d21832565e14aca8" providerId="LiveId" clId="{E9DC6723-9FC9-431B-87EA-16B4388A27EF}" dt="2023-06-30T07:24:44.687" v="3651" actId="1037"/>
            <ac:spMkLst>
              <pc:docMk/>
              <pc:sldMasterMk cId="1384801466" sldId="2147483660"/>
              <pc:sldLayoutMk cId="1910895655" sldId="2147483681"/>
              <ac:spMk id="4" creationId="{59BDC698-5364-45F8-BA9A-76BB071E34D8}"/>
            </ac:spMkLst>
          </pc:spChg>
          <pc:spChg chg="add mod">
            <ac:chgData name="varitsara monsiri" userId="d21832565e14aca8" providerId="LiveId" clId="{E9DC6723-9FC9-431B-87EA-16B4388A27EF}" dt="2023-06-30T07:26:31.626" v="3666" actId="1035"/>
            <ac:spMkLst>
              <pc:docMk/>
              <pc:sldMasterMk cId="1384801466" sldId="2147483660"/>
              <pc:sldLayoutMk cId="1910895655" sldId="2147483681"/>
              <ac:spMk id="5" creationId="{213D9524-F22D-485E-A49C-D362A1BBA63F}"/>
            </ac:spMkLst>
          </pc:spChg>
          <pc:spChg chg="add del mod">
            <ac:chgData name="varitsara monsiri" userId="d21832565e14aca8" providerId="LiveId" clId="{E9DC6723-9FC9-431B-87EA-16B4388A27EF}" dt="2023-06-30T07:23:23.618" v="3531" actId="478"/>
            <ac:spMkLst>
              <pc:docMk/>
              <pc:sldMasterMk cId="1384801466" sldId="2147483660"/>
              <pc:sldLayoutMk cId="1910895655" sldId="2147483681"/>
              <ac:spMk id="6" creationId="{86BA1166-484C-48F4-97B9-C58EE2E9C954}"/>
            </ac:spMkLst>
          </pc:spChg>
          <pc:spChg chg="add del mod">
            <ac:chgData name="varitsara monsiri" userId="d21832565e14aca8" providerId="LiveId" clId="{E9DC6723-9FC9-431B-87EA-16B4388A27EF}" dt="2023-06-30T07:23:23.618" v="3531" actId="478"/>
            <ac:spMkLst>
              <pc:docMk/>
              <pc:sldMasterMk cId="1384801466" sldId="2147483660"/>
              <pc:sldLayoutMk cId="1910895655" sldId="2147483681"/>
              <ac:spMk id="7" creationId="{A566BB87-B080-4183-8A1B-1A5F0FC29308}"/>
            </ac:spMkLst>
          </pc:spChg>
          <pc:spChg chg="add mod">
            <ac:chgData name="varitsara monsiri" userId="d21832565e14aca8" providerId="LiveId" clId="{E9DC6723-9FC9-431B-87EA-16B4388A27EF}" dt="2023-06-30T07:25:58.216" v="3652" actId="122"/>
            <ac:spMkLst>
              <pc:docMk/>
              <pc:sldMasterMk cId="1384801466" sldId="2147483660"/>
              <pc:sldLayoutMk cId="1910895655" sldId="2147483681"/>
              <ac:spMk id="8" creationId="{98B12CC5-DFED-4C9C-AFEB-281D19A88698}"/>
            </ac:spMkLst>
          </pc:spChg>
          <pc:spChg chg="add mod">
            <ac:chgData name="varitsara monsiri" userId="d21832565e14aca8" providerId="LiveId" clId="{E9DC6723-9FC9-431B-87EA-16B4388A27EF}" dt="2023-06-30T07:26:12.856" v="3659" actId="1035"/>
            <ac:spMkLst>
              <pc:docMk/>
              <pc:sldMasterMk cId="1384801466" sldId="2147483660"/>
              <pc:sldLayoutMk cId="1910895655" sldId="2147483681"/>
              <ac:spMk id="9" creationId="{850ACA76-291F-42E3-8B31-2C6DF4F9F116}"/>
            </ac:spMkLst>
          </pc:spChg>
        </pc:sldLayoutChg>
        <pc:sldLayoutChg chg="addSp delSp modSp mod">
          <pc:chgData name="varitsara monsiri" userId="d21832565e14aca8" providerId="LiveId" clId="{E9DC6723-9FC9-431B-87EA-16B4388A27EF}" dt="2023-06-30T11:42:35.821" v="6913" actId="21"/>
          <pc:sldLayoutMkLst>
            <pc:docMk/>
            <pc:sldMasterMk cId="1384801466" sldId="2147483660"/>
            <pc:sldLayoutMk cId="465011990" sldId="2147483683"/>
          </pc:sldLayoutMkLst>
          <pc:spChg chg="add del mod">
            <ac:chgData name="varitsara monsiri" userId="d21832565e14aca8" providerId="LiveId" clId="{E9DC6723-9FC9-431B-87EA-16B4388A27EF}" dt="2023-06-30T11:42:08.317" v="6909"/>
            <ac:spMkLst>
              <pc:docMk/>
              <pc:sldMasterMk cId="1384801466" sldId="2147483660"/>
              <pc:sldLayoutMk cId="465011990" sldId="2147483683"/>
              <ac:spMk id="2" creationId="{7B55B51A-3486-4980-86B7-1AD1553BD283}"/>
            </ac:spMkLst>
          </pc:spChg>
          <pc:spChg chg="del mod topLvl">
            <ac:chgData name="varitsara monsiri" userId="d21832565e14aca8" providerId="LiveId" clId="{E9DC6723-9FC9-431B-87EA-16B4388A27EF}" dt="2023-06-30T11:41:38.279" v="6899"/>
            <ac:spMkLst>
              <pc:docMk/>
              <pc:sldMasterMk cId="1384801466" sldId="2147483660"/>
              <pc:sldLayoutMk cId="465011990" sldId="2147483683"/>
              <ac:spMk id="4" creationId="{3568C117-A3AD-44AE-AD62-37795EE1218F}"/>
            </ac:spMkLst>
          </pc:spChg>
          <pc:spChg chg="del mod topLvl">
            <ac:chgData name="varitsara monsiri" userId="d21832565e14aca8" providerId="LiveId" clId="{E9DC6723-9FC9-431B-87EA-16B4388A27EF}" dt="2023-06-30T11:41:17.806" v="6891"/>
            <ac:spMkLst>
              <pc:docMk/>
              <pc:sldMasterMk cId="1384801466" sldId="2147483660"/>
              <pc:sldLayoutMk cId="465011990" sldId="2147483683"/>
              <ac:spMk id="5" creationId="{C87D45E7-6457-4DB7-938E-43737A2BA1B8}"/>
            </ac:spMkLst>
          </pc:spChg>
          <pc:spChg chg="add del mod topLvl">
            <ac:chgData name="varitsara monsiri" userId="d21832565e14aca8" providerId="LiveId" clId="{E9DC6723-9FC9-431B-87EA-16B4388A27EF}" dt="2023-06-30T11:40:57.423" v="6884"/>
            <ac:spMkLst>
              <pc:docMk/>
              <pc:sldMasterMk cId="1384801466" sldId="2147483660"/>
              <pc:sldLayoutMk cId="465011990" sldId="2147483683"/>
              <ac:spMk id="6" creationId="{7F662AC5-DB76-4A07-A058-DC9BB3CDF8F2}"/>
            </ac:spMkLst>
          </pc:spChg>
          <pc:spChg chg="add del mod topLvl">
            <ac:chgData name="varitsara monsiri" userId="d21832565e14aca8" providerId="LiveId" clId="{E9DC6723-9FC9-431B-87EA-16B4388A27EF}" dt="2023-06-30T11:40:16.849" v="6872"/>
            <ac:spMkLst>
              <pc:docMk/>
              <pc:sldMasterMk cId="1384801466" sldId="2147483660"/>
              <pc:sldLayoutMk cId="465011990" sldId="2147483683"/>
              <ac:spMk id="7" creationId="{F4F26255-3AA4-4A33-8063-08FACC615324}"/>
            </ac:spMkLst>
          </pc:spChg>
          <pc:spChg chg="add mod">
            <ac:chgData name="varitsara monsiri" userId="d21832565e14aca8" providerId="LiveId" clId="{E9DC6723-9FC9-431B-87EA-16B4388A27EF}" dt="2023-06-30T11:39:08.949" v="6867" actId="1037"/>
            <ac:spMkLst>
              <pc:docMk/>
              <pc:sldMasterMk cId="1384801466" sldId="2147483660"/>
              <pc:sldLayoutMk cId="465011990" sldId="2147483683"/>
              <ac:spMk id="8" creationId="{B8D6CF78-3FF8-4F1E-BE1B-DA8D08D5B763}"/>
            </ac:spMkLst>
          </pc:spChg>
          <pc:spChg chg="add mod">
            <ac:chgData name="varitsara monsiri" userId="d21832565e14aca8" providerId="LiveId" clId="{E9DC6723-9FC9-431B-87EA-16B4388A27EF}" dt="2023-06-30T11:39:08.949" v="6867" actId="1037"/>
            <ac:spMkLst>
              <pc:docMk/>
              <pc:sldMasterMk cId="1384801466" sldId="2147483660"/>
              <pc:sldLayoutMk cId="465011990" sldId="2147483683"/>
              <ac:spMk id="9" creationId="{5EBD5275-5019-46F4-9A3D-719873732E29}"/>
            </ac:spMkLst>
          </pc:spChg>
          <pc:spChg chg="add del">
            <ac:chgData name="varitsara monsiri" userId="d21832565e14aca8" providerId="LiveId" clId="{E9DC6723-9FC9-431B-87EA-16B4388A27EF}" dt="2023-06-30T11:40:16.849" v="6872"/>
            <ac:spMkLst>
              <pc:docMk/>
              <pc:sldMasterMk cId="1384801466" sldId="2147483660"/>
              <pc:sldLayoutMk cId="465011990" sldId="2147483683"/>
              <ac:spMk id="10" creationId="{F9814E77-9E9B-4E5E-B7EC-4F06AEE30496}"/>
            </ac:spMkLst>
          </pc:spChg>
          <pc:spChg chg="mod">
            <ac:chgData name="varitsara monsiri" userId="d21832565e14aca8" providerId="LiveId" clId="{E9DC6723-9FC9-431B-87EA-16B4388A27EF}" dt="2023-06-30T11:40:05.160" v="6871"/>
            <ac:spMkLst>
              <pc:docMk/>
              <pc:sldMasterMk cId="1384801466" sldId="2147483660"/>
              <pc:sldLayoutMk cId="465011990" sldId="2147483683"/>
              <ac:spMk id="11" creationId="{6C48D386-9377-4D7A-98F0-0519F6800635}"/>
            </ac:spMkLst>
          </pc:spChg>
          <pc:spChg chg="mod">
            <ac:chgData name="varitsara monsiri" userId="d21832565e14aca8" providerId="LiveId" clId="{E9DC6723-9FC9-431B-87EA-16B4388A27EF}" dt="2023-06-30T11:40:05.160" v="6871"/>
            <ac:spMkLst>
              <pc:docMk/>
              <pc:sldMasterMk cId="1384801466" sldId="2147483660"/>
              <pc:sldLayoutMk cId="465011990" sldId="2147483683"/>
              <ac:spMk id="12" creationId="{8904A910-FDFF-4130-94D7-735AC24209F1}"/>
            </ac:spMkLst>
          </pc:spChg>
          <pc:spChg chg="mod">
            <ac:chgData name="varitsara monsiri" userId="d21832565e14aca8" providerId="LiveId" clId="{E9DC6723-9FC9-431B-87EA-16B4388A27EF}" dt="2023-06-30T11:40:05.160" v="6871"/>
            <ac:spMkLst>
              <pc:docMk/>
              <pc:sldMasterMk cId="1384801466" sldId="2147483660"/>
              <pc:sldLayoutMk cId="465011990" sldId="2147483683"/>
              <ac:spMk id="13" creationId="{4F70CC33-C3C8-4A9F-BB96-2DD021C8FF3A}"/>
            </ac:spMkLst>
          </pc:spChg>
          <pc:spChg chg="mod">
            <ac:chgData name="varitsara monsiri" userId="d21832565e14aca8" providerId="LiveId" clId="{E9DC6723-9FC9-431B-87EA-16B4388A27EF}" dt="2023-06-30T11:41:51.536" v="6904" actId="164"/>
            <ac:spMkLst>
              <pc:docMk/>
              <pc:sldMasterMk cId="1384801466" sldId="2147483660"/>
              <pc:sldLayoutMk cId="465011990" sldId="2147483683"/>
              <ac:spMk id="14" creationId="{09133B71-FF93-44A5-BD40-9DEEB66812CF}"/>
            </ac:spMkLst>
          </pc:spChg>
          <pc:spChg chg="del mod">
            <ac:chgData name="varitsara monsiri" userId="d21832565e14aca8" providerId="LiveId" clId="{E9DC6723-9FC9-431B-87EA-16B4388A27EF}" dt="2023-06-30T11:40:19.877" v="6873" actId="478"/>
            <ac:spMkLst>
              <pc:docMk/>
              <pc:sldMasterMk cId="1384801466" sldId="2147483660"/>
              <pc:sldLayoutMk cId="465011990" sldId="2147483683"/>
              <ac:spMk id="15" creationId="{8D6AF2E7-2169-4D4F-8D77-8DE7CAA9357F}"/>
            </ac:spMkLst>
          </pc:spChg>
          <pc:spChg chg="del mod">
            <ac:chgData name="varitsara monsiri" userId="d21832565e14aca8" providerId="LiveId" clId="{E9DC6723-9FC9-431B-87EA-16B4388A27EF}" dt="2023-06-30T11:40:19.877" v="6873" actId="478"/>
            <ac:spMkLst>
              <pc:docMk/>
              <pc:sldMasterMk cId="1384801466" sldId="2147483660"/>
              <pc:sldLayoutMk cId="465011990" sldId="2147483683"/>
              <ac:spMk id="16" creationId="{244068D0-8CF6-4D64-BF5F-495F8DBB3EB7}"/>
            </ac:spMkLst>
          </pc:spChg>
          <pc:spChg chg="add del mod">
            <ac:chgData name="varitsara monsiri" userId="d21832565e14aca8" providerId="LiveId" clId="{E9DC6723-9FC9-431B-87EA-16B4388A27EF}" dt="2023-06-30T11:40:57.423" v="6884"/>
            <ac:spMkLst>
              <pc:docMk/>
              <pc:sldMasterMk cId="1384801466" sldId="2147483660"/>
              <pc:sldLayoutMk cId="465011990" sldId="2147483683"/>
              <ac:spMk id="17" creationId="{FB537078-C38F-4F7A-9DFA-D4E91AC10C7C}"/>
            </ac:spMkLst>
          </pc:spChg>
          <pc:spChg chg="mod">
            <ac:chgData name="varitsara monsiri" userId="d21832565e14aca8" providerId="LiveId" clId="{E9DC6723-9FC9-431B-87EA-16B4388A27EF}" dt="2023-06-30T11:40:50.189" v="6883"/>
            <ac:spMkLst>
              <pc:docMk/>
              <pc:sldMasterMk cId="1384801466" sldId="2147483660"/>
              <pc:sldLayoutMk cId="465011990" sldId="2147483683"/>
              <ac:spMk id="18" creationId="{A3EBE421-AC86-49E5-943D-801A33E878BE}"/>
            </ac:spMkLst>
          </pc:spChg>
          <pc:spChg chg="add del mod">
            <ac:chgData name="varitsara monsiri" userId="d21832565e14aca8" providerId="LiveId" clId="{E9DC6723-9FC9-431B-87EA-16B4388A27EF}" dt="2023-06-30T11:40:50.189" v="6883"/>
            <ac:spMkLst>
              <pc:docMk/>
              <pc:sldMasterMk cId="1384801466" sldId="2147483660"/>
              <pc:sldLayoutMk cId="465011990" sldId="2147483683"/>
              <ac:spMk id="19" creationId="{80723C21-7F3B-40A4-B42C-D6FDB0EEF9D2}"/>
            </ac:spMkLst>
          </pc:spChg>
          <pc:spChg chg="add del mod">
            <ac:chgData name="varitsara monsiri" userId="d21832565e14aca8" providerId="LiveId" clId="{E9DC6723-9FC9-431B-87EA-16B4388A27EF}" dt="2023-06-30T11:40:50.189" v="6883"/>
            <ac:spMkLst>
              <pc:docMk/>
              <pc:sldMasterMk cId="1384801466" sldId="2147483660"/>
              <pc:sldLayoutMk cId="465011990" sldId="2147483683"/>
              <ac:spMk id="20" creationId="{084B4299-1FB4-4B76-9F80-151638ED9AF6}"/>
            </ac:spMkLst>
          </pc:spChg>
          <pc:spChg chg="mod ord">
            <ac:chgData name="varitsara monsiri" userId="d21832565e14aca8" providerId="LiveId" clId="{E9DC6723-9FC9-431B-87EA-16B4388A27EF}" dt="2023-06-30T11:41:51.536" v="6904" actId="164"/>
            <ac:spMkLst>
              <pc:docMk/>
              <pc:sldMasterMk cId="1384801466" sldId="2147483660"/>
              <pc:sldLayoutMk cId="465011990" sldId="2147483683"/>
              <ac:spMk id="21" creationId="{1398F576-93C4-4D7B-8453-496F7729C78C}"/>
            </ac:spMkLst>
          </pc:spChg>
          <pc:spChg chg="del mod">
            <ac:chgData name="varitsara monsiri" userId="d21832565e14aca8" providerId="LiveId" clId="{E9DC6723-9FC9-431B-87EA-16B4388A27EF}" dt="2023-06-30T11:40:59.438" v="6885" actId="478"/>
            <ac:spMkLst>
              <pc:docMk/>
              <pc:sldMasterMk cId="1384801466" sldId="2147483660"/>
              <pc:sldLayoutMk cId="465011990" sldId="2147483683"/>
              <ac:spMk id="22" creationId="{EDB11F11-8196-4AED-BD0F-403240C17C70}"/>
            </ac:spMkLst>
          </pc:spChg>
          <pc:spChg chg="del mod">
            <ac:chgData name="varitsara monsiri" userId="d21832565e14aca8" providerId="LiveId" clId="{E9DC6723-9FC9-431B-87EA-16B4388A27EF}" dt="2023-06-30T11:41:00.227" v="6886" actId="478"/>
            <ac:spMkLst>
              <pc:docMk/>
              <pc:sldMasterMk cId="1384801466" sldId="2147483660"/>
              <pc:sldLayoutMk cId="465011990" sldId="2147483683"/>
              <ac:spMk id="23" creationId="{173F7F4D-490A-4C73-A62F-902A94541868}"/>
            </ac:spMkLst>
          </pc:spChg>
          <pc:spChg chg="add del mod">
            <ac:chgData name="varitsara monsiri" userId="d21832565e14aca8" providerId="LiveId" clId="{E9DC6723-9FC9-431B-87EA-16B4388A27EF}" dt="2023-06-30T11:41:17.806" v="6891"/>
            <ac:spMkLst>
              <pc:docMk/>
              <pc:sldMasterMk cId="1384801466" sldId="2147483660"/>
              <pc:sldLayoutMk cId="465011990" sldId="2147483683"/>
              <ac:spMk id="24" creationId="{4FE2948A-F9A2-4248-885C-51775E194A45}"/>
            </ac:spMkLst>
          </pc:spChg>
          <pc:spChg chg="mod ord">
            <ac:chgData name="varitsara monsiri" userId="d21832565e14aca8" providerId="LiveId" clId="{E9DC6723-9FC9-431B-87EA-16B4388A27EF}" dt="2023-06-30T11:41:51.536" v="6904" actId="164"/>
            <ac:spMkLst>
              <pc:docMk/>
              <pc:sldMasterMk cId="1384801466" sldId="2147483660"/>
              <pc:sldLayoutMk cId="465011990" sldId="2147483683"/>
              <ac:spMk id="25" creationId="{33926B47-4EE7-445D-8EE2-C8D31A6449F9}"/>
            </ac:spMkLst>
          </pc:spChg>
          <pc:spChg chg="del mod">
            <ac:chgData name="varitsara monsiri" userId="d21832565e14aca8" providerId="LiveId" clId="{E9DC6723-9FC9-431B-87EA-16B4388A27EF}" dt="2023-06-30T11:41:20.270" v="6892" actId="478"/>
            <ac:spMkLst>
              <pc:docMk/>
              <pc:sldMasterMk cId="1384801466" sldId="2147483660"/>
              <pc:sldLayoutMk cId="465011990" sldId="2147483683"/>
              <ac:spMk id="26" creationId="{EEE4AAD8-395F-4F3C-9912-59B824ABE6D3}"/>
            </ac:spMkLst>
          </pc:spChg>
          <pc:spChg chg="del mod">
            <ac:chgData name="varitsara monsiri" userId="d21832565e14aca8" providerId="LiveId" clId="{E9DC6723-9FC9-431B-87EA-16B4388A27EF}" dt="2023-06-30T11:41:20.270" v="6892" actId="478"/>
            <ac:spMkLst>
              <pc:docMk/>
              <pc:sldMasterMk cId="1384801466" sldId="2147483660"/>
              <pc:sldLayoutMk cId="465011990" sldId="2147483683"/>
              <ac:spMk id="27" creationId="{2B53082E-8EA9-4942-BBEB-D05A1AAB121B}"/>
            </ac:spMkLst>
          </pc:spChg>
          <pc:spChg chg="add del mod">
            <ac:chgData name="varitsara monsiri" userId="d21832565e14aca8" providerId="LiveId" clId="{E9DC6723-9FC9-431B-87EA-16B4388A27EF}" dt="2023-06-30T11:41:38.279" v="6899"/>
            <ac:spMkLst>
              <pc:docMk/>
              <pc:sldMasterMk cId="1384801466" sldId="2147483660"/>
              <pc:sldLayoutMk cId="465011990" sldId="2147483683"/>
              <ac:spMk id="28" creationId="{A6D8C83E-8DEC-45A6-8B98-9F71D5E34C0B}"/>
            </ac:spMkLst>
          </pc:spChg>
          <pc:spChg chg="mod ord">
            <ac:chgData name="varitsara monsiri" userId="d21832565e14aca8" providerId="LiveId" clId="{E9DC6723-9FC9-431B-87EA-16B4388A27EF}" dt="2023-06-30T11:41:51.536" v="6904" actId="164"/>
            <ac:spMkLst>
              <pc:docMk/>
              <pc:sldMasterMk cId="1384801466" sldId="2147483660"/>
              <pc:sldLayoutMk cId="465011990" sldId="2147483683"/>
              <ac:spMk id="29" creationId="{BABF82AE-3D58-4C48-A486-4705C3A6B55A}"/>
            </ac:spMkLst>
          </pc:spChg>
          <pc:spChg chg="del mod">
            <ac:chgData name="varitsara monsiri" userId="d21832565e14aca8" providerId="LiveId" clId="{E9DC6723-9FC9-431B-87EA-16B4388A27EF}" dt="2023-06-30T11:41:40.747" v="6900" actId="478"/>
            <ac:spMkLst>
              <pc:docMk/>
              <pc:sldMasterMk cId="1384801466" sldId="2147483660"/>
              <pc:sldLayoutMk cId="465011990" sldId="2147483683"/>
              <ac:spMk id="30" creationId="{11E70F3B-449F-4B69-8596-C9F539D45CF9}"/>
            </ac:spMkLst>
          </pc:spChg>
          <pc:spChg chg="del mod">
            <ac:chgData name="varitsara monsiri" userId="d21832565e14aca8" providerId="LiveId" clId="{E9DC6723-9FC9-431B-87EA-16B4388A27EF}" dt="2023-06-30T11:41:40.747" v="6900" actId="478"/>
            <ac:spMkLst>
              <pc:docMk/>
              <pc:sldMasterMk cId="1384801466" sldId="2147483660"/>
              <pc:sldLayoutMk cId="465011990" sldId="2147483683"/>
              <ac:spMk id="31" creationId="{3D7A9059-D43F-44FF-A391-DB7B78340C10}"/>
            </ac:spMkLst>
          </pc:spChg>
          <pc:spChg chg="add del mod">
            <ac:chgData name="varitsara monsiri" userId="d21832565e14aca8" providerId="LiveId" clId="{E9DC6723-9FC9-431B-87EA-16B4388A27EF}" dt="2023-06-30T11:42:08.317" v="6909"/>
            <ac:spMkLst>
              <pc:docMk/>
              <pc:sldMasterMk cId="1384801466" sldId="2147483660"/>
              <pc:sldLayoutMk cId="465011990" sldId="2147483683"/>
              <ac:spMk id="33" creationId="{11FD5168-F49C-4966-A2A5-6C432C0779D7}"/>
            </ac:spMkLst>
          </pc:spChg>
          <pc:spChg chg="del mod">
            <ac:chgData name="varitsara monsiri" userId="d21832565e14aca8" providerId="LiveId" clId="{E9DC6723-9FC9-431B-87EA-16B4388A27EF}" dt="2023-06-30T11:42:35.821" v="6913" actId="21"/>
            <ac:spMkLst>
              <pc:docMk/>
              <pc:sldMasterMk cId="1384801466" sldId="2147483660"/>
              <pc:sldLayoutMk cId="465011990" sldId="2147483683"/>
              <ac:spMk id="34" creationId="{316FA1A9-18E6-4EE0-84E0-1DED8B5D1267}"/>
            </ac:spMkLst>
          </pc:spChg>
          <pc:spChg chg="del mod">
            <ac:chgData name="varitsara monsiri" userId="d21832565e14aca8" providerId="LiveId" clId="{E9DC6723-9FC9-431B-87EA-16B4388A27EF}" dt="2023-06-30T11:42:10.411" v="6910" actId="478"/>
            <ac:spMkLst>
              <pc:docMk/>
              <pc:sldMasterMk cId="1384801466" sldId="2147483660"/>
              <pc:sldLayoutMk cId="465011990" sldId="2147483683"/>
              <ac:spMk id="35" creationId="{6836C920-172C-4882-972B-645EB3777D56}"/>
            </ac:spMkLst>
          </pc:spChg>
          <pc:spChg chg="del mod">
            <ac:chgData name="varitsara monsiri" userId="d21832565e14aca8" providerId="LiveId" clId="{E9DC6723-9FC9-431B-87EA-16B4388A27EF}" dt="2023-06-30T11:42:10.411" v="6910" actId="478"/>
            <ac:spMkLst>
              <pc:docMk/>
              <pc:sldMasterMk cId="1384801466" sldId="2147483660"/>
              <pc:sldLayoutMk cId="465011990" sldId="2147483683"/>
              <ac:spMk id="36" creationId="{FF563FCC-1D52-474B-BBB1-9CA4A4F0D394}"/>
            </ac:spMkLst>
          </pc:spChg>
          <pc:grpChg chg="add del mod">
            <ac:chgData name="varitsara monsiri" userId="d21832565e14aca8" providerId="LiveId" clId="{E9DC6723-9FC9-431B-87EA-16B4388A27EF}" dt="2023-06-30T11:39:46.761" v="6869" actId="165"/>
            <ac:grpSpMkLst>
              <pc:docMk/>
              <pc:sldMasterMk cId="1384801466" sldId="2147483660"/>
              <pc:sldLayoutMk cId="465011990" sldId="2147483683"/>
              <ac:grpSpMk id="3" creationId="{63749FA3-8BC9-4A89-8BCE-DEBC6A23D5DF}"/>
            </ac:grpSpMkLst>
          </pc:grpChg>
          <pc:grpChg chg="add del mod">
            <ac:chgData name="varitsara monsiri" userId="d21832565e14aca8" providerId="LiveId" clId="{E9DC6723-9FC9-431B-87EA-16B4388A27EF}" dt="2023-06-30T11:42:35.821" v="6913" actId="21"/>
            <ac:grpSpMkLst>
              <pc:docMk/>
              <pc:sldMasterMk cId="1384801466" sldId="2147483660"/>
              <pc:sldLayoutMk cId="465011990" sldId="2147483683"/>
              <ac:grpSpMk id="32" creationId="{59BB9355-3ACF-4FB7-AD0F-9DAB55EFFDE6}"/>
            </ac:grpSpMkLst>
          </pc:grpChg>
        </pc:sldLayoutChg>
        <pc:sldLayoutChg chg="del">
          <pc:chgData name="varitsara monsiri" userId="d21832565e14aca8" providerId="LiveId" clId="{E9DC6723-9FC9-431B-87EA-16B4388A27EF}" dt="2023-06-30T06:44:45.198" v="3008" actId="2696"/>
          <pc:sldLayoutMkLst>
            <pc:docMk/>
            <pc:sldMasterMk cId="1384801466" sldId="2147483660"/>
            <pc:sldLayoutMk cId="2721608933" sldId="2147483685"/>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Sheet1!$A$2:$A$13</c:f>
              <c:strCache>
                <c:ptCount val="12"/>
                <c:pt idx="0">
                  <c:v>JAN</c:v>
                </c:pt>
                <c:pt idx="1">
                  <c:v>FEB</c:v>
                </c:pt>
                <c:pt idx="2">
                  <c:v>MAR</c:v>
                </c:pt>
                <c:pt idx="3">
                  <c:v>ABP</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70</c:v>
                </c:pt>
                <c:pt idx="1">
                  <c:v>80</c:v>
                </c:pt>
                <c:pt idx="2">
                  <c:v>60</c:v>
                </c:pt>
                <c:pt idx="3">
                  <c:v>50</c:v>
                </c:pt>
                <c:pt idx="4">
                  <c:v>75</c:v>
                </c:pt>
                <c:pt idx="5">
                  <c:v>85</c:v>
                </c:pt>
                <c:pt idx="6">
                  <c:v>45</c:v>
                </c:pt>
                <c:pt idx="7">
                  <c:v>65</c:v>
                </c:pt>
                <c:pt idx="8">
                  <c:v>35</c:v>
                </c:pt>
                <c:pt idx="9">
                  <c:v>55</c:v>
                </c:pt>
                <c:pt idx="10">
                  <c:v>70</c:v>
                </c:pt>
                <c:pt idx="11">
                  <c:v>90</c:v>
                </c:pt>
              </c:numCache>
            </c:numRef>
          </c:val>
          <c:extLst>
            <c:ext xmlns:c16="http://schemas.microsoft.com/office/drawing/2014/chart" uri="{C3380CC4-5D6E-409C-BE32-E72D297353CC}">
              <c16:uniqueId val="{00000000-516E-4942-BF1B-2CD3C8CA07DF}"/>
            </c:ext>
          </c:extLst>
        </c:ser>
        <c:dLbls>
          <c:showLegendKey val="0"/>
          <c:showVal val="0"/>
          <c:showCatName val="0"/>
          <c:showSerName val="0"/>
          <c:showPercent val="0"/>
          <c:showBubbleSize val="0"/>
        </c:dLbls>
        <c:gapWidth val="200"/>
        <c:overlap val="-27"/>
        <c:axId val="2145096687"/>
        <c:axId val="2145105423"/>
      </c:barChart>
      <c:catAx>
        <c:axId val="2145096687"/>
        <c:scaling>
          <c:orientation val="minMax"/>
        </c:scaling>
        <c:delete val="0"/>
        <c:axPos val="b"/>
        <c:numFmt formatCode="General" sourceLinked="1"/>
        <c:majorTickMark val="none"/>
        <c:minorTickMark val="none"/>
        <c:tickLblPos val="nextTo"/>
        <c:spPr>
          <a:noFill/>
          <a:ln w="222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j-lt"/>
                <a:ea typeface="+mn-ea"/>
                <a:cs typeface="+mj-cs"/>
              </a:defRPr>
            </a:pPr>
            <a:endParaRPr lang="en-US"/>
          </a:p>
        </c:txPr>
        <c:crossAx val="2145105423"/>
        <c:crosses val="autoZero"/>
        <c:auto val="1"/>
        <c:lblAlgn val="ctr"/>
        <c:lblOffset val="100"/>
        <c:noMultiLvlLbl val="0"/>
      </c:catAx>
      <c:valAx>
        <c:axId val="2145105423"/>
        <c:scaling>
          <c:orientation val="minMax"/>
        </c:scaling>
        <c:delete val="0"/>
        <c:axPos val="l"/>
        <c:majorGridlines>
          <c:spPr>
            <a:ln w="6350" cap="flat" cmpd="sng" algn="ctr">
              <a:solidFill>
                <a:schemeClr val="tx1"/>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j-lt"/>
                <a:ea typeface="+mn-ea"/>
                <a:cs typeface="+mj-cs"/>
              </a:defRPr>
            </a:pPr>
            <a:endParaRPr lang="en-US"/>
          </a:p>
        </c:txPr>
        <c:crossAx val="2145096687"/>
        <c:crosses val="autoZero"/>
        <c:crossBetween val="between"/>
        <c:maj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baseline="0">
          <a:solidFill>
            <a:schemeClr val="tx2"/>
          </a:solidFill>
          <a:latin typeface="+mj-lt"/>
          <a:cs typeface="+mj-cs"/>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9771D3-C0EA-4D4F-A750-D83D49A977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01B086D-E6A2-4193-9C31-77918BA9C5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68DE0E-4665-4CFA-98A3-F35F0B00ECA4}" type="datetimeFigureOut">
              <a:rPr lang="en-US" smtClean="0"/>
              <a:t>12/2/2025</a:t>
            </a:fld>
            <a:endParaRPr lang="en-US"/>
          </a:p>
        </p:txBody>
      </p:sp>
      <p:sp>
        <p:nvSpPr>
          <p:cNvPr id="4" name="Footer Placeholder 3">
            <a:extLst>
              <a:ext uri="{FF2B5EF4-FFF2-40B4-BE49-F238E27FC236}">
                <a16:creationId xmlns:a16="http://schemas.microsoft.com/office/drawing/2014/main" id="{2F4C0667-81FD-4EFF-8073-EB053AB821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5963AB6-871E-4546-A03D-3F25FDC265B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189956-32C8-457A-A5AE-49DFE8F2EF63}" type="slidenum">
              <a:rPr lang="en-US" smtClean="0"/>
              <a:t>‹#›</a:t>
            </a:fld>
            <a:endParaRPr lang="en-US"/>
          </a:p>
        </p:txBody>
      </p:sp>
    </p:spTree>
    <p:extLst>
      <p:ext uri="{BB962C8B-B14F-4D97-AF65-F5344CB8AC3E}">
        <p14:creationId xmlns:p14="http://schemas.microsoft.com/office/powerpoint/2010/main" val="380588012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ตัวแทนข้อความ 257">
            <a:extLst>
              <a:ext uri="{FF2B5EF4-FFF2-40B4-BE49-F238E27FC236}">
                <a16:creationId xmlns:a16="http://schemas.microsoft.com/office/drawing/2014/main" id="{2FEB5674-06D3-4DD3-8A4E-8647B104EAC0}"/>
              </a:ext>
            </a:extLst>
          </p:cNvPr>
          <p:cNvSpPr>
            <a:spLocks noGrp="1"/>
          </p:cNvSpPr>
          <p:nvPr>
            <p:ph type="body" sz="quarter" idx="12" hasCustomPrompt="1"/>
          </p:nvPr>
        </p:nvSpPr>
        <p:spPr>
          <a:xfrm>
            <a:off x="376738" y="2494021"/>
            <a:ext cx="4710399" cy="713646"/>
          </a:xfrm>
        </p:spPr>
        <p:txBody>
          <a:bodyPr>
            <a:noAutofit/>
          </a:bodyPr>
          <a:lstStyle>
            <a:lvl1pPr marL="0" indent="0" algn="l">
              <a:buNone/>
              <a:defRPr sz="5400" b="1" baseline="0">
                <a:ln w="12700">
                  <a:noFill/>
                </a:ln>
                <a:solidFill>
                  <a:schemeClr val="bg1"/>
                </a:solidFill>
                <a:latin typeface="+mj-lt"/>
                <a:cs typeface="+mj-cs"/>
              </a:defRPr>
            </a:lvl1pPr>
          </a:lstStyle>
          <a:p>
            <a:pPr lvl="0"/>
            <a:r>
              <a:rPr lang="en-US" dirty="0"/>
              <a:t>Business</a:t>
            </a:r>
          </a:p>
        </p:txBody>
      </p:sp>
      <p:sp>
        <p:nvSpPr>
          <p:cNvPr id="10" name="ตัวแทนข้อความ 257">
            <a:extLst>
              <a:ext uri="{FF2B5EF4-FFF2-40B4-BE49-F238E27FC236}">
                <a16:creationId xmlns:a16="http://schemas.microsoft.com/office/drawing/2014/main" id="{782048DE-5BAC-4E6D-80EF-416C1CDF2DAE}"/>
              </a:ext>
            </a:extLst>
          </p:cNvPr>
          <p:cNvSpPr>
            <a:spLocks noGrp="1"/>
          </p:cNvSpPr>
          <p:nvPr>
            <p:ph type="body" sz="quarter" idx="14" hasCustomPrompt="1"/>
          </p:nvPr>
        </p:nvSpPr>
        <p:spPr>
          <a:xfrm>
            <a:off x="5011261" y="483828"/>
            <a:ext cx="3131090" cy="220979"/>
          </a:xfrm>
        </p:spPr>
        <p:txBody>
          <a:bodyPr>
            <a:noAutofit/>
          </a:bodyPr>
          <a:lstStyle>
            <a:lvl1pPr marL="0" indent="0" algn="r">
              <a:buNone/>
              <a:defRPr sz="1200" b="0" spc="300" baseline="0">
                <a:solidFill>
                  <a:schemeClr val="bg1"/>
                </a:solidFill>
                <a:latin typeface="+mj-lt"/>
                <a:cs typeface="+mj-cs"/>
              </a:defRPr>
            </a:lvl1pPr>
          </a:lstStyle>
          <a:p>
            <a:pPr lvl="0"/>
            <a:r>
              <a:rPr lang="en-US" dirty="0"/>
              <a:t>POWERPOINTHUB.COM</a:t>
            </a:r>
          </a:p>
        </p:txBody>
      </p:sp>
      <p:sp>
        <p:nvSpPr>
          <p:cNvPr id="11" name="ตัวแทนข้อความ 257">
            <a:extLst>
              <a:ext uri="{FF2B5EF4-FFF2-40B4-BE49-F238E27FC236}">
                <a16:creationId xmlns:a16="http://schemas.microsoft.com/office/drawing/2014/main" id="{725489AA-8C86-4397-AB88-D55A9E65079A}"/>
              </a:ext>
            </a:extLst>
          </p:cNvPr>
          <p:cNvSpPr>
            <a:spLocks noGrp="1"/>
          </p:cNvSpPr>
          <p:nvPr>
            <p:ph type="body" sz="quarter" idx="15" hasCustomPrompt="1"/>
          </p:nvPr>
        </p:nvSpPr>
        <p:spPr>
          <a:xfrm>
            <a:off x="376738" y="3181422"/>
            <a:ext cx="5530076" cy="713646"/>
          </a:xfrm>
        </p:spPr>
        <p:txBody>
          <a:bodyPr>
            <a:noAutofit/>
          </a:bodyPr>
          <a:lstStyle>
            <a:lvl1pPr marL="0" indent="0" algn="l">
              <a:buNone/>
              <a:defRPr sz="5400" b="1" baseline="0">
                <a:solidFill>
                  <a:schemeClr val="bg1"/>
                </a:solidFill>
                <a:latin typeface="+mj-lt"/>
                <a:cs typeface="+mj-cs"/>
              </a:defRPr>
            </a:lvl1pPr>
          </a:lstStyle>
          <a:p>
            <a:pPr lvl="0"/>
            <a:r>
              <a:rPr lang="en-US" dirty="0"/>
              <a:t>Data Analysis</a:t>
            </a:r>
          </a:p>
        </p:txBody>
      </p:sp>
      <p:sp>
        <p:nvSpPr>
          <p:cNvPr id="12" name="ตัวแทนข้อความ 257">
            <a:extLst>
              <a:ext uri="{FF2B5EF4-FFF2-40B4-BE49-F238E27FC236}">
                <a16:creationId xmlns:a16="http://schemas.microsoft.com/office/drawing/2014/main" id="{FDC8ABE1-FE0C-49BC-9266-CABF4304A24F}"/>
              </a:ext>
            </a:extLst>
          </p:cNvPr>
          <p:cNvSpPr>
            <a:spLocks noGrp="1"/>
          </p:cNvSpPr>
          <p:nvPr>
            <p:ph type="body" sz="quarter" idx="16" hasCustomPrompt="1"/>
          </p:nvPr>
        </p:nvSpPr>
        <p:spPr>
          <a:xfrm>
            <a:off x="376738" y="4280594"/>
            <a:ext cx="3131090" cy="220979"/>
          </a:xfrm>
        </p:spPr>
        <p:txBody>
          <a:bodyPr>
            <a:noAutofit/>
          </a:bodyPr>
          <a:lstStyle>
            <a:lvl1pPr marL="0" indent="0" algn="l">
              <a:buNone/>
              <a:defRPr sz="1400" b="0" spc="300" baseline="0">
                <a:solidFill>
                  <a:schemeClr val="bg1"/>
                </a:solidFill>
                <a:latin typeface="+mj-lt"/>
                <a:cs typeface="+mj-cs"/>
              </a:defRPr>
            </a:lvl1pPr>
          </a:lstStyle>
          <a:p>
            <a:pPr lvl="0"/>
            <a:r>
              <a:rPr lang="en-US" dirty="0"/>
              <a:t>Company Name</a:t>
            </a:r>
          </a:p>
        </p:txBody>
      </p:sp>
    </p:spTree>
    <p:extLst>
      <p:ext uri="{BB962C8B-B14F-4D97-AF65-F5344CB8AC3E}">
        <p14:creationId xmlns:p14="http://schemas.microsoft.com/office/powerpoint/2010/main" val="360943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ตัวแทนข้อความ 6">
            <a:extLst>
              <a:ext uri="{FF2B5EF4-FFF2-40B4-BE49-F238E27FC236}">
                <a16:creationId xmlns:a16="http://schemas.microsoft.com/office/drawing/2014/main" id="{B50BE604-89A1-4F44-8D73-76BA3637CC0F}"/>
              </a:ext>
            </a:extLst>
          </p:cNvPr>
          <p:cNvSpPr>
            <a:spLocks noGrp="1"/>
          </p:cNvSpPr>
          <p:nvPr>
            <p:ph type="body" sz="quarter" idx="21" hasCustomPrompt="1"/>
          </p:nvPr>
        </p:nvSpPr>
        <p:spPr>
          <a:xfrm>
            <a:off x="4383576" y="838949"/>
            <a:ext cx="3202844" cy="400915"/>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6" name="ตัวแทนข้อความ 6">
            <a:extLst>
              <a:ext uri="{FF2B5EF4-FFF2-40B4-BE49-F238E27FC236}">
                <a16:creationId xmlns:a16="http://schemas.microsoft.com/office/drawing/2014/main" id="{6FAD9679-D2A7-41DE-AB3F-DB431A26319D}"/>
              </a:ext>
            </a:extLst>
          </p:cNvPr>
          <p:cNvSpPr>
            <a:spLocks noGrp="1"/>
          </p:cNvSpPr>
          <p:nvPr>
            <p:ph type="body" sz="quarter" idx="22" hasCustomPrompt="1"/>
          </p:nvPr>
        </p:nvSpPr>
        <p:spPr>
          <a:xfrm>
            <a:off x="4383576" y="526418"/>
            <a:ext cx="2066114" cy="299785"/>
          </a:xfrm>
        </p:spPr>
        <p:txBody>
          <a:bodyPr>
            <a:noAutofit/>
          </a:bodyPr>
          <a:lstStyle>
            <a:lvl1pPr marL="0" indent="0" algn="l">
              <a:buNone/>
              <a:defRPr sz="1600" b="1" spc="0" baseline="0">
                <a:solidFill>
                  <a:schemeClr val="accent1"/>
                </a:solidFill>
                <a:effectLst/>
                <a:latin typeface="+mj-lt"/>
                <a:cs typeface="+mj-cs"/>
              </a:defRPr>
            </a:lvl1pPr>
          </a:lstStyle>
          <a:p>
            <a:pPr lvl="0"/>
            <a:r>
              <a:rPr lang="en-US" dirty="0"/>
              <a:t>Lorem  Ipsum 01</a:t>
            </a:r>
          </a:p>
        </p:txBody>
      </p:sp>
      <p:sp>
        <p:nvSpPr>
          <p:cNvPr id="7" name="ตัวแทนข้อความ 6">
            <a:extLst>
              <a:ext uri="{FF2B5EF4-FFF2-40B4-BE49-F238E27FC236}">
                <a16:creationId xmlns:a16="http://schemas.microsoft.com/office/drawing/2014/main" id="{9ADBA3E6-ADBB-426E-84C0-907301C25D4F}"/>
              </a:ext>
            </a:extLst>
          </p:cNvPr>
          <p:cNvSpPr>
            <a:spLocks noGrp="1"/>
          </p:cNvSpPr>
          <p:nvPr>
            <p:ph type="body" sz="quarter" idx="23" hasCustomPrompt="1"/>
          </p:nvPr>
        </p:nvSpPr>
        <p:spPr>
          <a:xfrm>
            <a:off x="4383576" y="1977683"/>
            <a:ext cx="3202844" cy="400915"/>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8" name="ตัวแทนข้อความ 6">
            <a:extLst>
              <a:ext uri="{FF2B5EF4-FFF2-40B4-BE49-F238E27FC236}">
                <a16:creationId xmlns:a16="http://schemas.microsoft.com/office/drawing/2014/main" id="{C35536B2-C424-4433-8428-0EAF495F1DFB}"/>
              </a:ext>
            </a:extLst>
          </p:cNvPr>
          <p:cNvSpPr>
            <a:spLocks noGrp="1"/>
          </p:cNvSpPr>
          <p:nvPr>
            <p:ph type="body" sz="quarter" idx="24" hasCustomPrompt="1"/>
          </p:nvPr>
        </p:nvSpPr>
        <p:spPr>
          <a:xfrm>
            <a:off x="4383576" y="1665152"/>
            <a:ext cx="2066114" cy="299785"/>
          </a:xfrm>
        </p:spPr>
        <p:txBody>
          <a:bodyPr>
            <a:noAutofit/>
          </a:bodyPr>
          <a:lstStyle>
            <a:lvl1pPr marL="0" indent="0" algn="l">
              <a:buNone/>
              <a:defRPr sz="1600" b="1" spc="0" baseline="0">
                <a:solidFill>
                  <a:schemeClr val="accent1"/>
                </a:solidFill>
                <a:effectLst/>
                <a:latin typeface="+mj-lt"/>
                <a:cs typeface="+mj-cs"/>
              </a:defRPr>
            </a:lvl1pPr>
          </a:lstStyle>
          <a:p>
            <a:pPr lvl="0"/>
            <a:r>
              <a:rPr lang="en-US" dirty="0"/>
              <a:t>Lorem  Ipsum 02</a:t>
            </a:r>
          </a:p>
        </p:txBody>
      </p:sp>
      <p:sp>
        <p:nvSpPr>
          <p:cNvPr id="9" name="ตัวแทนข้อความ 6">
            <a:extLst>
              <a:ext uri="{FF2B5EF4-FFF2-40B4-BE49-F238E27FC236}">
                <a16:creationId xmlns:a16="http://schemas.microsoft.com/office/drawing/2014/main" id="{A0EE274F-A1E8-4750-A8B1-C80AF4F22A2D}"/>
              </a:ext>
            </a:extLst>
          </p:cNvPr>
          <p:cNvSpPr>
            <a:spLocks noGrp="1"/>
          </p:cNvSpPr>
          <p:nvPr>
            <p:ph type="body" sz="quarter" idx="25" hasCustomPrompt="1"/>
          </p:nvPr>
        </p:nvSpPr>
        <p:spPr>
          <a:xfrm>
            <a:off x="4383576" y="3116417"/>
            <a:ext cx="3202844" cy="400915"/>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10" name="ตัวแทนข้อความ 6">
            <a:extLst>
              <a:ext uri="{FF2B5EF4-FFF2-40B4-BE49-F238E27FC236}">
                <a16:creationId xmlns:a16="http://schemas.microsoft.com/office/drawing/2014/main" id="{F1E7DA9C-A268-4667-A4BE-AED02D7654D7}"/>
              </a:ext>
            </a:extLst>
          </p:cNvPr>
          <p:cNvSpPr>
            <a:spLocks noGrp="1"/>
          </p:cNvSpPr>
          <p:nvPr>
            <p:ph type="body" sz="quarter" idx="26" hasCustomPrompt="1"/>
          </p:nvPr>
        </p:nvSpPr>
        <p:spPr>
          <a:xfrm>
            <a:off x="4383576" y="2803886"/>
            <a:ext cx="2066114" cy="299785"/>
          </a:xfrm>
        </p:spPr>
        <p:txBody>
          <a:bodyPr>
            <a:noAutofit/>
          </a:bodyPr>
          <a:lstStyle>
            <a:lvl1pPr marL="0" indent="0" algn="l">
              <a:buNone/>
              <a:defRPr sz="1600" b="1" spc="0" baseline="0">
                <a:solidFill>
                  <a:schemeClr val="accent1"/>
                </a:solidFill>
                <a:effectLst/>
                <a:latin typeface="+mj-lt"/>
                <a:cs typeface="+mj-cs"/>
              </a:defRPr>
            </a:lvl1pPr>
          </a:lstStyle>
          <a:p>
            <a:pPr lvl="0"/>
            <a:r>
              <a:rPr lang="en-US" dirty="0"/>
              <a:t>Lorem  Ipsum 03</a:t>
            </a:r>
          </a:p>
        </p:txBody>
      </p:sp>
      <p:sp>
        <p:nvSpPr>
          <p:cNvPr id="11" name="ตัวแทนข้อความ 6">
            <a:extLst>
              <a:ext uri="{FF2B5EF4-FFF2-40B4-BE49-F238E27FC236}">
                <a16:creationId xmlns:a16="http://schemas.microsoft.com/office/drawing/2014/main" id="{5238EE19-C88E-4393-BD9D-5AD7FC83BEEE}"/>
              </a:ext>
            </a:extLst>
          </p:cNvPr>
          <p:cNvSpPr>
            <a:spLocks noGrp="1"/>
          </p:cNvSpPr>
          <p:nvPr>
            <p:ph type="body" sz="quarter" idx="27" hasCustomPrompt="1"/>
          </p:nvPr>
        </p:nvSpPr>
        <p:spPr>
          <a:xfrm>
            <a:off x="4383576" y="4255151"/>
            <a:ext cx="3202844" cy="400915"/>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12" name="ตัวแทนข้อความ 6">
            <a:extLst>
              <a:ext uri="{FF2B5EF4-FFF2-40B4-BE49-F238E27FC236}">
                <a16:creationId xmlns:a16="http://schemas.microsoft.com/office/drawing/2014/main" id="{70C34D99-C6BC-41E0-92F8-BE4051328B17}"/>
              </a:ext>
            </a:extLst>
          </p:cNvPr>
          <p:cNvSpPr>
            <a:spLocks noGrp="1"/>
          </p:cNvSpPr>
          <p:nvPr>
            <p:ph type="body" sz="quarter" idx="28" hasCustomPrompt="1"/>
          </p:nvPr>
        </p:nvSpPr>
        <p:spPr>
          <a:xfrm>
            <a:off x="4383576" y="3942620"/>
            <a:ext cx="2066114" cy="299785"/>
          </a:xfrm>
        </p:spPr>
        <p:txBody>
          <a:bodyPr>
            <a:noAutofit/>
          </a:bodyPr>
          <a:lstStyle>
            <a:lvl1pPr marL="0" indent="0" algn="l">
              <a:buNone/>
              <a:defRPr sz="1600" b="1" spc="0" baseline="0">
                <a:solidFill>
                  <a:schemeClr val="accent1"/>
                </a:solidFill>
                <a:effectLst/>
                <a:latin typeface="+mj-lt"/>
                <a:cs typeface="+mj-cs"/>
              </a:defRPr>
            </a:lvl1pPr>
          </a:lstStyle>
          <a:p>
            <a:pPr lvl="0"/>
            <a:r>
              <a:rPr lang="en-US" dirty="0"/>
              <a:t>Lorem  Ipsum 04</a:t>
            </a:r>
          </a:p>
        </p:txBody>
      </p:sp>
      <p:sp>
        <p:nvSpPr>
          <p:cNvPr id="13" name="ตัวแทนข้อความ 386">
            <a:extLst>
              <a:ext uri="{FF2B5EF4-FFF2-40B4-BE49-F238E27FC236}">
                <a16:creationId xmlns:a16="http://schemas.microsoft.com/office/drawing/2014/main" id="{850E9693-8EAA-439A-8155-F3F79624BD20}"/>
              </a:ext>
            </a:extLst>
          </p:cNvPr>
          <p:cNvSpPr>
            <a:spLocks noGrp="1"/>
          </p:cNvSpPr>
          <p:nvPr>
            <p:ph type="body" sz="quarter" idx="10" hasCustomPrompt="1"/>
          </p:nvPr>
        </p:nvSpPr>
        <p:spPr>
          <a:xfrm>
            <a:off x="405121" y="603908"/>
            <a:ext cx="2942514" cy="1138734"/>
          </a:xfrm>
        </p:spPr>
        <p:txBody>
          <a:bodyPr>
            <a:noAutofit/>
          </a:bodyPr>
          <a:lstStyle>
            <a:lvl1pPr marL="0" indent="0" algn="l">
              <a:buNone/>
              <a:defRPr sz="4400" b="1" spc="0" baseline="0">
                <a:solidFill>
                  <a:schemeClr val="tx1"/>
                </a:solidFill>
                <a:latin typeface="+mj-lt"/>
                <a:cs typeface="+mj-cs"/>
              </a:defRPr>
            </a:lvl1pPr>
          </a:lstStyle>
          <a:p>
            <a:pPr marL="0" indent="0">
              <a:buNone/>
            </a:pPr>
            <a:r>
              <a:rPr lang="en" dirty="0"/>
              <a:t>Table Of Contents</a:t>
            </a:r>
            <a:endParaRPr lang="en-US" dirty="0"/>
          </a:p>
        </p:txBody>
      </p:sp>
    </p:spTree>
    <p:extLst>
      <p:ext uri="{BB962C8B-B14F-4D97-AF65-F5344CB8AC3E}">
        <p14:creationId xmlns:p14="http://schemas.microsoft.com/office/powerpoint/2010/main" val="1164661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69D86DB-E619-4808-BCB1-F8592E7A742B}"/>
              </a:ext>
            </a:extLst>
          </p:cNvPr>
          <p:cNvSpPr>
            <a:spLocks noGrp="1"/>
          </p:cNvSpPr>
          <p:nvPr>
            <p:ph type="pic" sz="quarter" idx="10"/>
          </p:nvPr>
        </p:nvSpPr>
        <p:spPr>
          <a:xfrm>
            <a:off x="900303" y="0"/>
            <a:ext cx="3098673" cy="5143500"/>
          </a:xfrm>
        </p:spPr>
        <p:txBody>
          <a:bodyPr>
            <a:normAutofit/>
          </a:bodyPr>
          <a:lstStyle>
            <a:lvl1pPr>
              <a:defRPr sz="1000"/>
            </a:lvl1pPr>
          </a:lstStyle>
          <a:p>
            <a:endParaRPr lang="en-US" dirty="0"/>
          </a:p>
        </p:txBody>
      </p:sp>
      <p:sp>
        <p:nvSpPr>
          <p:cNvPr id="4" name="ตัวแทนข้อความ 6">
            <a:extLst>
              <a:ext uri="{FF2B5EF4-FFF2-40B4-BE49-F238E27FC236}">
                <a16:creationId xmlns:a16="http://schemas.microsoft.com/office/drawing/2014/main" id="{14A4851B-D0FA-4F26-8908-83669F1A8778}"/>
              </a:ext>
            </a:extLst>
          </p:cNvPr>
          <p:cNvSpPr>
            <a:spLocks noGrp="1"/>
          </p:cNvSpPr>
          <p:nvPr>
            <p:ph type="body" sz="quarter" idx="14" hasCustomPrompt="1"/>
          </p:nvPr>
        </p:nvSpPr>
        <p:spPr>
          <a:xfrm>
            <a:off x="4777360" y="992677"/>
            <a:ext cx="3344417" cy="1055579"/>
          </a:xfrm>
        </p:spPr>
        <p:txBody>
          <a:bodyPr vert="horz" lIns="91440" tIns="45720" rIns="91440" bIns="45720" rtlCol="0">
            <a:noAutofit/>
          </a:bodyPr>
          <a:lstStyle>
            <a:lvl1pPr algn="l">
              <a:defRPr lang="en-US" sz="3200" b="1" i="0" spc="0" baseline="0" dirty="0">
                <a:solidFill>
                  <a:schemeClr val="tx1"/>
                </a:solidFill>
                <a:effectLst/>
                <a:latin typeface="+mj-lt"/>
                <a:cs typeface="+mj-cs"/>
              </a:defRPr>
            </a:lvl1pPr>
          </a:lstStyle>
          <a:p>
            <a:pPr marL="0" marR="0" lvl="0" indent="0" algn="ctr" defTabSz="685800" rtl="0" eaLnBrk="1" fontAlgn="auto" latinLnBrk="0" hangingPunct="1">
              <a:lnSpc>
                <a:spcPct val="95000"/>
              </a:lnSpc>
              <a:spcBef>
                <a:spcPts val="0"/>
              </a:spcBef>
              <a:spcAft>
                <a:spcPts val="0"/>
              </a:spcAft>
              <a:buClrTx/>
              <a:buSzTx/>
              <a:buFont typeface="Arial" panose="020B0604020202020204" pitchFamily="34" charset="0"/>
              <a:buNone/>
              <a:tabLst/>
              <a:defRPr/>
            </a:pPr>
            <a:r>
              <a:rPr lang="en-US" dirty="0"/>
              <a:t>About Business Data Analysis </a:t>
            </a:r>
          </a:p>
        </p:txBody>
      </p:sp>
      <p:sp>
        <p:nvSpPr>
          <p:cNvPr id="5" name="ตัวแทนข้อความ 386">
            <a:extLst>
              <a:ext uri="{FF2B5EF4-FFF2-40B4-BE49-F238E27FC236}">
                <a16:creationId xmlns:a16="http://schemas.microsoft.com/office/drawing/2014/main" id="{996B1709-4A91-4C4C-8BED-42FBB0C7698C}"/>
              </a:ext>
            </a:extLst>
          </p:cNvPr>
          <p:cNvSpPr>
            <a:spLocks noGrp="1"/>
          </p:cNvSpPr>
          <p:nvPr>
            <p:ph type="body" sz="quarter" idx="13" hasCustomPrompt="1"/>
          </p:nvPr>
        </p:nvSpPr>
        <p:spPr>
          <a:xfrm>
            <a:off x="4777360" y="2900173"/>
            <a:ext cx="3466337" cy="917080"/>
          </a:xfrm>
        </p:spPr>
        <p:txBody>
          <a:bodyPr>
            <a:noAutofit/>
          </a:bodyPr>
          <a:lstStyle>
            <a:lvl1pPr marL="0" indent="0" algn="thaiDist">
              <a:lnSpc>
                <a:spcPct val="114000"/>
              </a:lnSpc>
              <a:spcBef>
                <a:spcPts val="750"/>
              </a:spcBef>
              <a:spcAft>
                <a:spcPts val="0"/>
              </a:spcAft>
              <a:buNone/>
              <a:defRPr sz="1100" spc="-80" baseline="0">
                <a:solidFill>
                  <a:schemeClr val="tx1"/>
                </a:solidFill>
                <a:latin typeface="+mn-lt"/>
                <a:cs typeface="+mn-cs"/>
              </a:defRPr>
            </a:lvl1pPr>
          </a:lstStyle>
          <a:p>
            <a:r>
              <a:rPr lang="en-US" dirty="0"/>
              <a:t>Lorem Ipsum has been the industry's standard dummy text ever since the 1500s, when an unknown printer took a galley of type and scrambled it to make a type specimen book.</a:t>
            </a:r>
          </a:p>
        </p:txBody>
      </p:sp>
      <p:sp>
        <p:nvSpPr>
          <p:cNvPr id="6" name="ตัวแทนข้อความ 359">
            <a:extLst>
              <a:ext uri="{FF2B5EF4-FFF2-40B4-BE49-F238E27FC236}">
                <a16:creationId xmlns:a16="http://schemas.microsoft.com/office/drawing/2014/main" id="{557435F4-61EA-4C9A-A038-141CC99E432B}"/>
              </a:ext>
            </a:extLst>
          </p:cNvPr>
          <p:cNvSpPr>
            <a:spLocks noGrp="1"/>
          </p:cNvSpPr>
          <p:nvPr>
            <p:ph type="body" sz="quarter" idx="58" hasCustomPrompt="1"/>
          </p:nvPr>
        </p:nvSpPr>
        <p:spPr>
          <a:xfrm>
            <a:off x="4777360" y="2507397"/>
            <a:ext cx="2110070" cy="308955"/>
          </a:xfrm>
        </p:spPr>
        <p:txBody>
          <a:bodyPr>
            <a:noAutofit/>
          </a:bodyPr>
          <a:lstStyle>
            <a:lvl1pPr marL="0" indent="0" algn="l">
              <a:buNone/>
              <a:defRPr sz="1800" b="1" spc="0" baseline="0">
                <a:ln w="19050">
                  <a:noFill/>
                </a:ln>
                <a:solidFill>
                  <a:schemeClr val="accent1"/>
                </a:solidFill>
                <a:latin typeface="+mj-lt"/>
                <a:cs typeface="+mj-cs"/>
              </a:defRPr>
            </a:lvl1pPr>
          </a:lstStyle>
          <a:p>
            <a:pPr lvl="0"/>
            <a:r>
              <a:rPr lang="en-US" dirty="0"/>
              <a:t>Lorem Ipsum</a:t>
            </a:r>
          </a:p>
        </p:txBody>
      </p:sp>
    </p:spTree>
    <p:extLst>
      <p:ext uri="{BB962C8B-B14F-4D97-AF65-F5344CB8AC3E}">
        <p14:creationId xmlns:p14="http://schemas.microsoft.com/office/powerpoint/2010/main" val="2975201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ตัวแทนข้อความ 6">
            <a:extLst>
              <a:ext uri="{FF2B5EF4-FFF2-40B4-BE49-F238E27FC236}">
                <a16:creationId xmlns:a16="http://schemas.microsoft.com/office/drawing/2014/main" id="{D309F968-2CE3-4F2F-9F79-E6E2B92608EE}"/>
              </a:ext>
            </a:extLst>
          </p:cNvPr>
          <p:cNvSpPr>
            <a:spLocks noGrp="1"/>
          </p:cNvSpPr>
          <p:nvPr>
            <p:ph type="body" sz="quarter" idx="21" hasCustomPrompt="1"/>
          </p:nvPr>
        </p:nvSpPr>
        <p:spPr>
          <a:xfrm>
            <a:off x="427046" y="1446766"/>
            <a:ext cx="2371795" cy="631418"/>
          </a:xfrm>
        </p:spPr>
        <p:txBody>
          <a:bodyPr vert="horz" lIns="91440" tIns="45720" rIns="91440" bIns="45720" rtlCol="0">
            <a:noAutofit/>
          </a:bodyPr>
          <a:lstStyle>
            <a:lvl1pPr algn="thaiDist">
              <a:defRPr lang="en-US" sz="1100" spc="20" baseline="0" dirty="0">
                <a:solidFill>
                  <a:schemeClr val="bg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8" name="ตัวแทนข้อความ 6">
            <a:extLst>
              <a:ext uri="{FF2B5EF4-FFF2-40B4-BE49-F238E27FC236}">
                <a16:creationId xmlns:a16="http://schemas.microsoft.com/office/drawing/2014/main" id="{802760A7-6428-417D-A060-ED14D49F704F}"/>
              </a:ext>
            </a:extLst>
          </p:cNvPr>
          <p:cNvSpPr>
            <a:spLocks noGrp="1"/>
          </p:cNvSpPr>
          <p:nvPr>
            <p:ph type="body" sz="quarter" idx="22" hasCustomPrompt="1"/>
          </p:nvPr>
        </p:nvSpPr>
        <p:spPr>
          <a:xfrm>
            <a:off x="1080657" y="756457"/>
            <a:ext cx="1718183" cy="607179"/>
          </a:xfrm>
        </p:spPr>
        <p:txBody>
          <a:bodyPr>
            <a:noAutofit/>
          </a:bodyPr>
          <a:lstStyle>
            <a:lvl1pPr marL="0" indent="0" algn="l">
              <a:buNone/>
              <a:defRPr sz="2000" b="1" spc="0" baseline="0">
                <a:solidFill>
                  <a:schemeClr val="bg1"/>
                </a:solidFill>
                <a:effectLst/>
                <a:latin typeface="+mj-lt"/>
                <a:cs typeface="+mj-cs"/>
              </a:defRPr>
            </a:lvl1pPr>
          </a:lstStyle>
          <a:p>
            <a:pPr lvl="0"/>
            <a:r>
              <a:rPr lang="en-US" dirty="0"/>
              <a:t>Data Analysis 01</a:t>
            </a:r>
          </a:p>
        </p:txBody>
      </p:sp>
      <p:sp>
        <p:nvSpPr>
          <p:cNvPr id="11" name="ตัวแทนข้อความ 6">
            <a:extLst>
              <a:ext uri="{FF2B5EF4-FFF2-40B4-BE49-F238E27FC236}">
                <a16:creationId xmlns:a16="http://schemas.microsoft.com/office/drawing/2014/main" id="{AC91A9BE-4A82-4904-B113-ED1619D04043}"/>
              </a:ext>
            </a:extLst>
          </p:cNvPr>
          <p:cNvSpPr>
            <a:spLocks noGrp="1"/>
          </p:cNvSpPr>
          <p:nvPr>
            <p:ph type="body" sz="quarter" idx="23" hasCustomPrompt="1"/>
          </p:nvPr>
        </p:nvSpPr>
        <p:spPr>
          <a:xfrm>
            <a:off x="3289393" y="1446766"/>
            <a:ext cx="2371795" cy="631418"/>
          </a:xfrm>
        </p:spPr>
        <p:txBody>
          <a:bodyPr vert="horz" lIns="91440" tIns="45720" rIns="91440" bIns="45720" rtlCol="0">
            <a:noAutofit/>
          </a:bodyPr>
          <a:lstStyle>
            <a:lvl1pPr algn="thaiDist">
              <a:defRPr lang="en-US" sz="1100" spc="20" baseline="0" dirty="0">
                <a:solidFill>
                  <a:schemeClr val="bg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12" name="ตัวแทนข้อความ 6">
            <a:extLst>
              <a:ext uri="{FF2B5EF4-FFF2-40B4-BE49-F238E27FC236}">
                <a16:creationId xmlns:a16="http://schemas.microsoft.com/office/drawing/2014/main" id="{D9EBDBF7-8152-47EB-9CE0-E01F4B625593}"/>
              </a:ext>
            </a:extLst>
          </p:cNvPr>
          <p:cNvSpPr>
            <a:spLocks noGrp="1"/>
          </p:cNvSpPr>
          <p:nvPr>
            <p:ph type="body" sz="quarter" idx="24" hasCustomPrompt="1"/>
          </p:nvPr>
        </p:nvSpPr>
        <p:spPr>
          <a:xfrm>
            <a:off x="3943004" y="756457"/>
            <a:ext cx="1718183" cy="607179"/>
          </a:xfrm>
        </p:spPr>
        <p:txBody>
          <a:bodyPr>
            <a:noAutofit/>
          </a:bodyPr>
          <a:lstStyle>
            <a:lvl1pPr marL="0" indent="0" algn="l">
              <a:buNone/>
              <a:defRPr sz="2000" b="1" spc="0" baseline="0">
                <a:solidFill>
                  <a:schemeClr val="bg1"/>
                </a:solidFill>
                <a:effectLst/>
                <a:latin typeface="+mj-lt"/>
                <a:cs typeface="+mj-cs"/>
              </a:defRPr>
            </a:lvl1pPr>
          </a:lstStyle>
          <a:p>
            <a:pPr lvl="0"/>
            <a:r>
              <a:rPr lang="en-US" dirty="0"/>
              <a:t>Data Analysis 02</a:t>
            </a:r>
          </a:p>
        </p:txBody>
      </p:sp>
      <p:sp>
        <p:nvSpPr>
          <p:cNvPr id="13" name="ตัวแทนข้อความ 6">
            <a:extLst>
              <a:ext uri="{FF2B5EF4-FFF2-40B4-BE49-F238E27FC236}">
                <a16:creationId xmlns:a16="http://schemas.microsoft.com/office/drawing/2014/main" id="{F440788A-5528-4E6D-98DF-BB85C8455674}"/>
              </a:ext>
            </a:extLst>
          </p:cNvPr>
          <p:cNvSpPr>
            <a:spLocks noGrp="1"/>
          </p:cNvSpPr>
          <p:nvPr>
            <p:ph type="body" sz="quarter" idx="25" hasCustomPrompt="1"/>
          </p:nvPr>
        </p:nvSpPr>
        <p:spPr>
          <a:xfrm>
            <a:off x="6181679" y="1446766"/>
            <a:ext cx="2371795" cy="631418"/>
          </a:xfrm>
        </p:spPr>
        <p:txBody>
          <a:bodyPr vert="horz" lIns="91440" tIns="45720" rIns="91440" bIns="45720" rtlCol="0">
            <a:noAutofit/>
          </a:bodyPr>
          <a:lstStyle>
            <a:lvl1pPr algn="thaiDist">
              <a:defRPr lang="en-US" sz="1100" spc="20" baseline="0" dirty="0">
                <a:solidFill>
                  <a:schemeClr val="bg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14" name="ตัวแทนข้อความ 6">
            <a:extLst>
              <a:ext uri="{FF2B5EF4-FFF2-40B4-BE49-F238E27FC236}">
                <a16:creationId xmlns:a16="http://schemas.microsoft.com/office/drawing/2014/main" id="{124B827B-916F-46CA-AEBD-7C018F1A4395}"/>
              </a:ext>
            </a:extLst>
          </p:cNvPr>
          <p:cNvSpPr>
            <a:spLocks noGrp="1"/>
          </p:cNvSpPr>
          <p:nvPr>
            <p:ph type="body" sz="quarter" idx="26" hasCustomPrompt="1"/>
          </p:nvPr>
        </p:nvSpPr>
        <p:spPr>
          <a:xfrm>
            <a:off x="6835290" y="756457"/>
            <a:ext cx="1718183" cy="607179"/>
          </a:xfrm>
        </p:spPr>
        <p:txBody>
          <a:bodyPr>
            <a:noAutofit/>
          </a:bodyPr>
          <a:lstStyle>
            <a:lvl1pPr marL="0" indent="0" algn="l">
              <a:buNone/>
              <a:defRPr sz="2000" b="1" spc="0" baseline="0">
                <a:solidFill>
                  <a:schemeClr val="bg1"/>
                </a:solidFill>
                <a:effectLst/>
                <a:latin typeface="+mj-lt"/>
                <a:cs typeface="+mj-cs"/>
              </a:defRPr>
            </a:lvl1pPr>
          </a:lstStyle>
          <a:p>
            <a:pPr lvl="0"/>
            <a:r>
              <a:rPr lang="en-US" dirty="0"/>
              <a:t>Data Analysis 03</a:t>
            </a:r>
          </a:p>
        </p:txBody>
      </p:sp>
      <p:sp>
        <p:nvSpPr>
          <p:cNvPr id="21" name="ตัวแทนข้อความ 6">
            <a:extLst>
              <a:ext uri="{FF2B5EF4-FFF2-40B4-BE49-F238E27FC236}">
                <a16:creationId xmlns:a16="http://schemas.microsoft.com/office/drawing/2014/main" id="{67F02DA9-2D8A-4956-94D8-A80CA761243C}"/>
              </a:ext>
            </a:extLst>
          </p:cNvPr>
          <p:cNvSpPr>
            <a:spLocks noGrp="1"/>
          </p:cNvSpPr>
          <p:nvPr>
            <p:ph type="body" sz="quarter" idx="14" hasCustomPrompt="1"/>
          </p:nvPr>
        </p:nvSpPr>
        <p:spPr>
          <a:xfrm>
            <a:off x="430314" y="3065317"/>
            <a:ext cx="3795105" cy="352783"/>
          </a:xfrm>
        </p:spPr>
        <p:txBody>
          <a:bodyPr vert="horz" lIns="91440" tIns="45720" rIns="91440" bIns="45720" rtlCol="0">
            <a:noAutofit/>
          </a:bodyPr>
          <a:lstStyle>
            <a:lvl1pPr algn="l">
              <a:defRPr lang="en-US" sz="2400" b="1" i="0" spc="0" baseline="0" dirty="0">
                <a:solidFill>
                  <a:schemeClr val="accent1"/>
                </a:solidFill>
                <a:effectLst/>
                <a:latin typeface="+mj-lt"/>
                <a:cs typeface="+mj-cs"/>
              </a:defRPr>
            </a:lvl1pPr>
          </a:lstStyle>
          <a:p>
            <a:pPr marL="0" marR="0" lvl="0" indent="0" algn="ctr" defTabSz="685800" rtl="0" eaLnBrk="1" fontAlgn="auto" latinLnBrk="0" hangingPunct="1">
              <a:lnSpc>
                <a:spcPct val="95000"/>
              </a:lnSpc>
              <a:spcBef>
                <a:spcPts val="0"/>
              </a:spcBef>
              <a:spcAft>
                <a:spcPts val="0"/>
              </a:spcAft>
              <a:buClrTx/>
              <a:buSzTx/>
              <a:buFont typeface="Arial" panose="020B0604020202020204" pitchFamily="34" charset="0"/>
              <a:buNone/>
              <a:tabLst/>
              <a:defRPr/>
            </a:pPr>
            <a:r>
              <a:rPr lang="en-US" dirty="0"/>
              <a:t>Business Data Analysis </a:t>
            </a:r>
          </a:p>
        </p:txBody>
      </p:sp>
      <p:sp>
        <p:nvSpPr>
          <p:cNvPr id="22" name="ตัวแทนข้อความ 6">
            <a:extLst>
              <a:ext uri="{FF2B5EF4-FFF2-40B4-BE49-F238E27FC236}">
                <a16:creationId xmlns:a16="http://schemas.microsoft.com/office/drawing/2014/main" id="{9C628259-DDA3-452E-B27B-C993EDA39B03}"/>
              </a:ext>
            </a:extLst>
          </p:cNvPr>
          <p:cNvSpPr>
            <a:spLocks noGrp="1"/>
          </p:cNvSpPr>
          <p:nvPr>
            <p:ph type="body" sz="quarter" idx="16" hasCustomPrompt="1"/>
          </p:nvPr>
        </p:nvSpPr>
        <p:spPr>
          <a:xfrm>
            <a:off x="430313" y="3523443"/>
            <a:ext cx="4417911" cy="631418"/>
          </a:xfrm>
        </p:spPr>
        <p:txBody>
          <a:bodyPr>
            <a:noAutofit/>
          </a:bodyPr>
          <a:lstStyle>
            <a:lvl1pPr marL="0" indent="0" algn="thaiDist">
              <a:lnSpc>
                <a:spcPct val="105000"/>
              </a:lnSpc>
              <a:buNone/>
              <a:defRPr sz="1050" i="0" spc="0">
                <a:solidFill>
                  <a:schemeClr val="tx1"/>
                </a:solidFill>
                <a:latin typeface="+mn-lt"/>
                <a:cs typeface="IBM Plex Sans Thai ExtraLight" panose="020B0303050203000203" pitchFamily="34" charset="-34"/>
              </a:defRPr>
            </a:lvl1pPr>
          </a:lstStyle>
          <a:p>
            <a:pPr lvl="0"/>
            <a:r>
              <a:rPr lang="en-US" dirty="0"/>
              <a:t>Lorem Ipsum has been the industry's standard dummy text ever since the 1500s, when an unknown printer took a galley of type and scrambled it to make a type specimen book.</a:t>
            </a:r>
          </a:p>
        </p:txBody>
      </p:sp>
      <p:sp>
        <p:nvSpPr>
          <p:cNvPr id="23" name="ตัวแทนข้อความ 6">
            <a:extLst>
              <a:ext uri="{FF2B5EF4-FFF2-40B4-BE49-F238E27FC236}">
                <a16:creationId xmlns:a16="http://schemas.microsoft.com/office/drawing/2014/main" id="{40308F43-29D5-4E6E-99A0-F12D7354319D}"/>
              </a:ext>
            </a:extLst>
          </p:cNvPr>
          <p:cNvSpPr>
            <a:spLocks noGrp="1"/>
          </p:cNvSpPr>
          <p:nvPr>
            <p:ph type="body" sz="quarter" idx="27" hasCustomPrompt="1"/>
          </p:nvPr>
        </p:nvSpPr>
        <p:spPr>
          <a:xfrm>
            <a:off x="430313" y="4257674"/>
            <a:ext cx="4417911" cy="429783"/>
          </a:xfrm>
        </p:spPr>
        <p:txBody>
          <a:bodyPr>
            <a:noAutofit/>
          </a:bodyPr>
          <a:lstStyle>
            <a:lvl1pPr marL="0" indent="0" algn="thaiDist">
              <a:lnSpc>
                <a:spcPct val="105000"/>
              </a:lnSpc>
              <a:buNone/>
              <a:defRPr sz="1050" b="1" i="0" spc="0">
                <a:solidFill>
                  <a:schemeClr val="tx1"/>
                </a:solidFill>
                <a:latin typeface="+mn-lt"/>
                <a:cs typeface="IBM Plex Sans Thai ExtraLight" panose="020B0303050203000203" pitchFamily="34" charset="-34"/>
              </a:defRPr>
            </a:lvl1pPr>
          </a:lstStyle>
          <a:p>
            <a:pPr marL="0" marR="0" lvl="0" indent="0" algn="thaiDist" defTabSz="685800" rtl="0" eaLnBrk="1" fontAlgn="auto" latinLnBrk="0" hangingPunct="1">
              <a:lnSpc>
                <a:spcPct val="105000"/>
              </a:lnSpc>
              <a:spcBef>
                <a:spcPts val="75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Tree>
    <p:extLst>
      <p:ext uri="{BB962C8B-B14F-4D97-AF65-F5344CB8AC3E}">
        <p14:creationId xmlns:p14="http://schemas.microsoft.com/office/powerpoint/2010/main" val="401085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D28B91B-59AA-44DD-B061-0B2899EB0F8B}"/>
              </a:ext>
            </a:extLst>
          </p:cNvPr>
          <p:cNvSpPr>
            <a:spLocks noGrp="1"/>
          </p:cNvSpPr>
          <p:nvPr>
            <p:ph type="pic" sz="quarter" idx="10"/>
          </p:nvPr>
        </p:nvSpPr>
        <p:spPr>
          <a:xfrm>
            <a:off x="2314575" y="728663"/>
            <a:ext cx="3524250" cy="3686175"/>
          </a:xfrm>
        </p:spPr>
        <p:txBody>
          <a:bodyPr>
            <a:normAutofit/>
          </a:bodyPr>
          <a:lstStyle>
            <a:lvl1pPr>
              <a:defRPr sz="1000"/>
            </a:lvl1pPr>
          </a:lstStyle>
          <a:p>
            <a:endParaRPr lang="en-US" dirty="0"/>
          </a:p>
        </p:txBody>
      </p:sp>
      <p:sp>
        <p:nvSpPr>
          <p:cNvPr id="5" name="ตัวแทนข้อความ 6">
            <a:extLst>
              <a:ext uri="{FF2B5EF4-FFF2-40B4-BE49-F238E27FC236}">
                <a16:creationId xmlns:a16="http://schemas.microsoft.com/office/drawing/2014/main" id="{8256693A-1DA9-44AB-8DA5-A1C352688C02}"/>
              </a:ext>
            </a:extLst>
          </p:cNvPr>
          <p:cNvSpPr>
            <a:spLocks noGrp="1"/>
          </p:cNvSpPr>
          <p:nvPr>
            <p:ph type="body" sz="quarter" idx="14" hasCustomPrompt="1"/>
          </p:nvPr>
        </p:nvSpPr>
        <p:spPr>
          <a:xfrm rot="16200000">
            <a:off x="-74511" y="2417617"/>
            <a:ext cx="3795105" cy="352783"/>
          </a:xfrm>
        </p:spPr>
        <p:txBody>
          <a:bodyPr vert="horz" lIns="91440" tIns="45720" rIns="91440" bIns="45720" rtlCol="0">
            <a:noAutofit/>
          </a:bodyPr>
          <a:lstStyle>
            <a:lvl1pPr algn="l">
              <a:defRPr lang="en-US" sz="2400" b="1" i="0" spc="0" baseline="0" dirty="0">
                <a:solidFill>
                  <a:schemeClr val="tx1"/>
                </a:solidFill>
                <a:effectLst/>
                <a:latin typeface="+mj-lt"/>
                <a:cs typeface="+mj-cs"/>
              </a:defRPr>
            </a:lvl1pPr>
          </a:lstStyle>
          <a:p>
            <a:pPr marL="0" marR="0" lvl="0" indent="0" algn="ctr" defTabSz="685800" rtl="0" eaLnBrk="1" fontAlgn="auto" latinLnBrk="0" hangingPunct="1">
              <a:lnSpc>
                <a:spcPct val="95000"/>
              </a:lnSpc>
              <a:spcBef>
                <a:spcPts val="0"/>
              </a:spcBef>
              <a:spcAft>
                <a:spcPts val="0"/>
              </a:spcAft>
              <a:buClrTx/>
              <a:buSzTx/>
              <a:buFont typeface="Arial" panose="020B0604020202020204" pitchFamily="34" charset="0"/>
              <a:buNone/>
              <a:tabLst/>
              <a:defRPr/>
            </a:pPr>
            <a:r>
              <a:rPr lang="en-US" dirty="0"/>
              <a:t>Business Data Analysis </a:t>
            </a:r>
          </a:p>
        </p:txBody>
      </p:sp>
      <p:sp>
        <p:nvSpPr>
          <p:cNvPr id="6" name="ตัวแทนข้อความ 6">
            <a:extLst>
              <a:ext uri="{FF2B5EF4-FFF2-40B4-BE49-F238E27FC236}">
                <a16:creationId xmlns:a16="http://schemas.microsoft.com/office/drawing/2014/main" id="{313C3517-D15A-4C0B-9EFF-D7507FC9D46D}"/>
              </a:ext>
            </a:extLst>
          </p:cNvPr>
          <p:cNvSpPr>
            <a:spLocks noGrp="1"/>
          </p:cNvSpPr>
          <p:nvPr>
            <p:ph type="body" sz="quarter" idx="19" hasCustomPrompt="1"/>
          </p:nvPr>
        </p:nvSpPr>
        <p:spPr>
          <a:xfrm>
            <a:off x="6776168" y="2225085"/>
            <a:ext cx="1882057" cy="693330"/>
          </a:xfrm>
        </p:spPr>
        <p:txBody>
          <a:bodyPr>
            <a:noAutofit/>
          </a:bodyPr>
          <a:lstStyle>
            <a:lvl1pPr marL="0" indent="0" algn="thaiDist">
              <a:lnSpc>
                <a:spcPct val="105000"/>
              </a:lnSpc>
              <a:buNone/>
              <a:defRPr sz="1000" spc="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7" name="ตัวแทนข้อความ 6">
            <a:extLst>
              <a:ext uri="{FF2B5EF4-FFF2-40B4-BE49-F238E27FC236}">
                <a16:creationId xmlns:a16="http://schemas.microsoft.com/office/drawing/2014/main" id="{8219BDC3-F26B-410B-A3B2-BE69FE56787C}"/>
              </a:ext>
            </a:extLst>
          </p:cNvPr>
          <p:cNvSpPr>
            <a:spLocks noGrp="1"/>
          </p:cNvSpPr>
          <p:nvPr>
            <p:ph type="body" sz="quarter" idx="20" hasCustomPrompt="1"/>
          </p:nvPr>
        </p:nvSpPr>
        <p:spPr>
          <a:xfrm>
            <a:off x="6776168" y="1907368"/>
            <a:ext cx="1882057" cy="324471"/>
          </a:xfrm>
        </p:spPr>
        <p:txBody>
          <a:bodyPr>
            <a:noAutofit/>
          </a:bodyPr>
          <a:lstStyle>
            <a:lvl1pPr marL="0" indent="0">
              <a:buNone/>
              <a:defRPr sz="2000" b="1" spc="0" baseline="0">
                <a:solidFill>
                  <a:schemeClr val="accent1"/>
                </a:solidFill>
                <a:latin typeface="+mj-lt"/>
                <a:cs typeface="+mj-cs"/>
              </a:defRPr>
            </a:lvl1pPr>
          </a:lstStyle>
          <a:p>
            <a:pPr lvl="0"/>
            <a:r>
              <a:rPr lang="en-US" dirty="0"/>
              <a:t>Lorem Ipsum</a:t>
            </a:r>
          </a:p>
        </p:txBody>
      </p:sp>
      <p:sp>
        <p:nvSpPr>
          <p:cNvPr id="8" name="ตัวแทนข้อความ 6">
            <a:extLst>
              <a:ext uri="{FF2B5EF4-FFF2-40B4-BE49-F238E27FC236}">
                <a16:creationId xmlns:a16="http://schemas.microsoft.com/office/drawing/2014/main" id="{5F02EFEC-93AF-4C0F-BA57-11FFC7C9B8E6}"/>
              </a:ext>
            </a:extLst>
          </p:cNvPr>
          <p:cNvSpPr>
            <a:spLocks noGrp="1"/>
          </p:cNvSpPr>
          <p:nvPr>
            <p:ph type="body" sz="quarter" idx="21" hasCustomPrompt="1"/>
          </p:nvPr>
        </p:nvSpPr>
        <p:spPr>
          <a:xfrm>
            <a:off x="6020790" y="1907368"/>
            <a:ext cx="798787" cy="448263"/>
          </a:xfrm>
        </p:spPr>
        <p:txBody>
          <a:bodyPr>
            <a:noAutofit/>
          </a:bodyPr>
          <a:lstStyle>
            <a:lvl1pPr marL="0" indent="0" algn="r">
              <a:buNone/>
              <a:defRPr sz="2000" b="1" spc="0" baseline="0">
                <a:solidFill>
                  <a:schemeClr val="accent1"/>
                </a:solidFill>
                <a:latin typeface="+mj-lt"/>
                <a:cs typeface="+mj-cs"/>
              </a:defRPr>
            </a:lvl1pPr>
          </a:lstStyle>
          <a:p>
            <a:pPr lvl="0"/>
            <a:r>
              <a:rPr lang="en-US" dirty="0"/>
              <a:t>01.</a:t>
            </a:r>
          </a:p>
        </p:txBody>
      </p:sp>
      <p:sp>
        <p:nvSpPr>
          <p:cNvPr id="9" name="ตัวแทนข้อความ 6">
            <a:extLst>
              <a:ext uri="{FF2B5EF4-FFF2-40B4-BE49-F238E27FC236}">
                <a16:creationId xmlns:a16="http://schemas.microsoft.com/office/drawing/2014/main" id="{6F0A3F5B-1461-4AA1-86BB-35E58B96A441}"/>
              </a:ext>
            </a:extLst>
          </p:cNvPr>
          <p:cNvSpPr>
            <a:spLocks noGrp="1"/>
          </p:cNvSpPr>
          <p:nvPr>
            <p:ph type="body" sz="quarter" idx="22" hasCustomPrompt="1"/>
          </p:nvPr>
        </p:nvSpPr>
        <p:spPr>
          <a:xfrm>
            <a:off x="6776168" y="3596144"/>
            <a:ext cx="1882057" cy="693330"/>
          </a:xfrm>
        </p:spPr>
        <p:txBody>
          <a:bodyPr>
            <a:noAutofit/>
          </a:bodyPr>
          <a:lstStyle>
            <a:lvl1pPr marL="0" indent="0" algn="thaiDist">
              <a:lnSpc>
                <a:spcPct val="105000"/>
              </a:lnSpc>
              <a:buNone/>
              <a:defRPr sz="1000" spc="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10" name="ตัวแทนข้อความ 6">
            <a:extLst>
              <a:ext uri="{FF2B5EF4-FFF2-40B4-BE49-F238E27FC236}">
                <a16:creationId xmlns:a16="http://schemas.microsoft.com/office/drawing/2014/main" id="{6D4B5A28-A3F2-4DA4-AF1A-E497EB2ADCFA}"/>
              </a:ext>
            </a:extLst>
          </p:cNvPr>
          <p:cNvSpPr>
            <a:spLocks noGrp="1"/>
          </p:cNvSpPr>
          <p:nvPr>
            <p:ph type="body" sz="quarter" idx="23" hasCustomPrompt="1"/>
          </p:nvPr>
        </p:nvSpPr>
        <p:spPr>
          <a:xfrm>
            <a:off x="6776168" y="3278427"/>
            <a:ext cx="1882057" cy="324471"/>
          </a:xfrm>
        </p:spPr>
        <p:txBody>
          <a:bodyPr>
            <a:noAutofit/>
          </a:bodyPr>
          <a:lstStyle>
            <a:lvl1pPr marL="0" indent="0">
              <a:buNone/>
              <a:defRPr sz="2000" b="1" spc="0" baseline="0">
                <a:solidFill>
                  <a:schemeClr val="tx1"/>
                </a:solidFill>
                <a:latin typeface="+mj-lt"/>
                <a:cs typeface="+mj-cs"/>
              </a:defRPr>
            </a:lvl1pPr>
          </a:lstStyle>
          <a:p>
            <a:pPr lvl="0"/>
            <a:r>
              <a:rPr lang="en-US" dirty="0"/>
              <a:t>Lorem Ipsum</a:t>
            </a:r>
          </a:p>
        </p:txBody>
      </p:sp>
      <p:sp>
        <p:nvSpPr>
          <p:cNvPr id="11" name="ตัวแทนข้อความ 6">
            <a:extLst>
              <a:ext uri="{FF2B5EF4-FFF2-40B4-BE49-F238E27FC236}">
                <a16:creationId xmlns:a16="http://schemas.microsoft.com/office/drawing/2014/main" id="{7558AD71-062C-4A31-95A5-EB198009707B}"/>
              </a:ext>
            </a:extLst>
          </p:cNvPr>
          <p:cNvSpPr>
            <a:spLocks noGrp="1"/>
          </p:cNvSpPr>
          <p:nvPr>
            <p:ph type="body" sz="quarter" idx="24" hasCustomPrompt="1"/>
          </p:nvPr>
        </p:nvSpPr>
        <p:spPr>
          <a:xfrm>
            <a:off x="6020790" y="3278427"/>
            <a:ext cx="798787" cy="448263"/>
          </a:xfrm>
        </p:spPr>
        <p:txBody>
          <a:bodyPr>
            <a:noAutofit/>
          </a:bodyPr>
          <a:lstStyle>
            <a:lvl1pPr marL="0" indent="0" algn="r">
              <a:buNone/>
              <a:defRPr sz="2000" b="1" spc="0" baseline="0">
                <a:solidFill>
                  <a:schemeClr val="tx1"/>
                </a:solidFill>
                <a:latin typeface="+mj-lt"/>
                <a:cs typeface="+mj-cs"/>
              </a:defRPr>
            </a:lvl1pPr>
          </a:lstStyle>
          <a:p>
            <a:pPr lvl="0"/>
            <a:r>
              <a:rPr lang="en-US" dirty="0"/>
              <a:t>02.</a:t>
            </a:r>
          </a:p>
        </p:txBody>
      </p:sp>
    </p:spTree>
    <p:extLst>
      <p:ext uri="{BB962C8B-B14F-4D97-AF65-F5344CB8AC3E}">
        <p14:creationId xmlns:p14="http://schemas.microsoft.com/office/powerpoint/2010/main" val="2955370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 name="ตัวแทนข้อความ 9">
            <a:extLst>
              <a:ext uri="{FF2B5EF4-FFF2-40B4-BE49-F238E27FC236}">
                <a16:creationId xmlns:a16="http://schemas.microsoft.com/office/drawing/2014/main" id="{4C1A62F9-CFB0-4385-A5E3-81AFF9AB6BB2}"/>
              </a:ext>
            </a:extLst>
          </p:cNvPr>
          <p:cNvSpPr>
            <a:spLocks noGrp="1"/>
          </p:cNvSpPr>
          <p:nvPr>
            <p:ph type="body" sz="quarter" idx="22" hasCustomPrompt="1"/>
          </p:nvPr>
        </p:nvSpPr>
        <p:spPr>
          <a:xfrm>
            <a:off x="3730290" y="1739103"/>
            <a:ext cx="1683420"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5" name="ตัวแทนข้อความ 9">
            <a:extLst>
              <a:ext uri="{FF2B5EF4-FFF2-40B4-BE49-F238E27FC236}">
                <a16:creationId xmlns:a16="http://schemas.microsoft.com/office/drawing/2014/main" id="{DBFF1B0A-744F-46CC-A75C-2E16B6F4FBBC}"/>
              </a:ext>
            </a:extLst>
          </p:cNvPr>
          <p:cNvSpPr>
            <a:spLocks noGrp="1"/>
          </p:cNvSpPr>
          <p:nvPr>
            <p:ph type="body" sz="quarter" idx="23" hasCustomPrompt="1"/>
          </p:nvPr>
        </p:nvSpPr>
        <p:spPr>
          <a:xfrm>
            <a:off x="3614365" y="1400091"/>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Lorem Ipsum</a:t>
            </a:r>
          </a:p>
        </p:txBody>
      </p:sp>
      <p:sp>
        <p:nvSpPr>
          <p:cNvPr id="6" name="ตัวแทนข้อความ 9">
            <a:extLst>
              <a:ext uri="{FF2B5EF4-FFF2-40B4-BE49-F238E27FC236}">
                <a16:creationId xmlns:a16="http://schemas.microsoft.com/office/drawing/2014/main" id="{457AB38E-2F7F-4521-8392-E916ED6A46B7}"/>
              </a:ext>
            </a:extLst>
          </p:cNvPr>
          <p:cNvSpPr>
            <a:spLocks noGrp="1"/>
          </p:cNvSpPr>
          <p:nvPr>
            <p:ph type="body" sz="quarter" idx="24" hasCustomPrompt="1"/>
          </p:nvPr>
        </p:nvSpPr>
        <p:spPr>
          <a:xfrm>
            <a:off x="2391680" y="4006413"/>
            <a:ext cx="1683420"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7" name="ตัวแทนข้อความ 9">
            <a:extLst>
              <a:ext uri="{FF2B5EF4-FFF2-40B4-BE49-F238E27FC236}">
                <a16:creationId xmlns:a16="http://schemas.microsoft.com/office/drawing/2014/main" id="{6DEAB562-EB22-419E-A2EB-62B60E020BBB}"/>
              </a:ext>
            </a:extLst>
          </p:cNvPr>
          <p:cNvSpPr>
            <a:spLocks noGrp="1"/>
          </p:cNvSpPr>
          <p:nvPr>
            <p:ph type="body" sz="quarter" idx="25" hasCustomPrompt="1"/>
          </p:nvPr>
        </p:nvSpPr>
        <p:spPr>
          <a:xfrm>
            <a:off x="2275755" y="3667401"/>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Lorem Ipsum</a:t>
            </a:r>
          </a:p>
        </p:txBody>
      </p:sp>
      <p:sp>
        <p:nvSpPr>
          <p:cNvPr id="8" name="ตัวแทนข้อความ 9">
            <a:extLst>
              <a:ext uri="{FF2B5EF4-FFF2-40B4-BE49-F238E27FC236}">
                <a16:creationId xmlns:a16="http://schemas.microsoft.com/office/drawing/2014/main" id="{65F20DFC-F8BE-4DEB-B3B9-45CE8B19D0B4}"/>
              </a:ext>
            </a:extLst>
          </p:cNvPr>
          <p:cNvSpPr>
            <a:spLocks noGrp="1"/>
          </p:cNvSpPr>
          <p:nvPr>
            <p:ph type="body" sz="quarter" idx="26" hasCustomPrompt="1"/>
          </p:nvPr>
        </p:nvSpPr>
        <p:spPr>
          <a:xfrm>
            <a:off x="924527" y="1739103"/>
            <a:ext cx="1683420"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9" name="ตัวแทนข้อความ 9">
            <a:extLst>
              <a:ext uri="{FF2B5EF4-FFF2-40B4-BE49-F238E27FC236}">
                <a16:creationId xmlns:a16="http://schemas.microsoft.com/office/drawing/2014/main" id="{6CAB8FC1-2E83-40D2-AB15-4B7271496806}"/>
              </a:ext>
            </a:extLst>
          </p:cNvPr>
          <p:cNvSpPr>
            <a:spLocks noGrp="1"/>
          </p:cNvSpPr>
          <p:nvPr>
            <p:ph type="body" sz="quarter" idx="27" hasCustomPrompt="1"/>
          </p:nvPr>
        </p:nvSpPr>
        <p:spPr>
          <a:xfrm>
            <a:off x="808602" y="1400091"/>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Lorem Ipsum</a:t>
            </a:r>
          </a:p>
        </p:txBody>
      </p:sp>
      <p:sp>
        <p:nvSpPr>
          <p:cNvPr id="12" name="ตัวแทนข้อความ 9">
            <a:extLst>
              <a:ext uri="{FF2B5EF4-FFF2-40B4-BE49-F238E27FC236}">
                <a16:creationId xmlns:a16="http://schemas.microsoft.com/office/drawing/2014/main" id="{9AAB459E-AFEA-40D7-ADDF-1B17EDE002B7}"/>
              </a:ext>
            </a:extLst>
          </p:cNvPr>
          <p:cNvSpPr>
            <a:spLocks noGrp="1"/>
          </p:cNvSpPr>
          <p:nvPr>
            <p:ph type="body" sz="quarter" idx="30" hasCustomPrompt="1"/>
          </p:nvPr>
        </p:nvSpPr>
        <p:spPr>
          <a:xfrm>
            <a:off x="6536053" y="1740747"/>
            <a:ext cx="1683420"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13" name="ตัวแทนข้อความ 9">
            <a:extLst>
              <a:ext uri="{FF2B5EF4-FFF2-40B4-BE49-F238E27FC236}">
                <a16:creationId xmlns:a16="http://schemas.microsoft.com/office/drawing/2014/main" id="{6304C63E-5B27-45DF-8940-A3578CE5EBC5}"/>
              </a:ext>
            </a:extLst>
          </p:cNvPr>
          <p:cNvSpPr>
            <a:spLocks noGrp="1"/>
          </p:cNvSpPr>
          <p:nvPr>
            <p:ph type="body" sz="quarter" idx="31" hasCustomPrompt="1"/>
          </p:nvPr>
        </p:nvSpPr>
        <p:spPr>
          <a:xfrm>
            <a:off x="6420128" y="1401735"/>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Lorem Ipsum</a:t>
            </a:r>
          </a:p>
        </p:txBody>
      </p:sp>
      <p:sp>
        <p:nvSpPr>
          <p:cNvPr id="14" name="ตัวแทนข้อความ 9">
            <a:extLst>
              <a:ext uri="{FF2B5EF4-FFF2-40B4-BE49-F238E27FC236}">
                <a16:creationId xmlns:a16="http://schemas.microsoft.com/office/drawing/2014/main" id="{155BB0D1-7610-419B-9FB4-2B4FF860AF0E}"/>
              </a:ext>
            </a:extLst>
          </p:cNvPr>
          <p:cNvSpPr>
            <a:spLocks noGrp="1"/>
          </p:cNvSpPr>
          <p:nvPr>
            <p:ph type="body" sz="quarter" idx="32" hasCustomPrompt="1"/>
          </p:nvPr>
        </p:nvSpPr>
        <p:spPr>
          <a:xfrm>
            <a:off x="5197443" y="4008057"/>
            <a:ext cx="1683420"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15" name="ตัวแทนข้อความ 9">
            <a:extLst>
              <a:ext uri="{FF2B5EF4-FFF2-40B4-BE49-F238E27FC236}">
                <a16:creationId xmlns:a16="http://schemas.microsoft.com/office/drawing/2014/main" id="{089779BE-67A5-44A2-AE97-0C4DE9A2F29C}"/>
              </a:ext>
            </a:extLst>
          </p:cNvPr>
          <p:cNvSpPr>
            <a:spLocks noGrp="1"/>
          </p:cNvSpPr>
          <p:nvPr>
            <p:ph type="body" sz="quarter" idx="33" hasCustomPrompt="1"/>
          </p:nvPr>
        </p:nvSpPr>
        <p:spPr>
          <a:xfrm>
            <a:off x="5081518" y="3669045"/>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Lorem Ipsum</a:t>
            </a:r>
          </a:p>
        </p:txBody>
      </p:sp>
    </p:spTree>
    <p:extLst>
      <p:ext uri="{BB962C8B-B14F-4D97-AF65-F5344CB8AC3E}">
        <p14:creationId xmlns:p14="http://schemas.microsoft.com/office/powerpoint/2010/main" val="3284338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32" name="ตัวแทนข้อความ 9">
            <a:extLst>
              <a:ext uri="{FF2B5EF4-FFF2-40B4-BE49-F238E27FC236}">
                <a16:creationId xmlns:a16="http://schemas.microsoft.com/office/drawing/2014/main" id="{F6DAAA02-FE5A-47A0-8F8D-60D455FA9680}"/>
              </a:ext>
            </a:extLst>
          </p:cNvPr>
          <p:cNvSpPr>
            <a:spLocks noGrp="1"/>
          </p:cNvSpPr>
          <p:nvPr>
            <p:ph type="body" sz="quarter" idx="14" hasCustomPrompt="1"/>
          </p:nvPr>
        </p:nvSpPr>
        <p:spPr>
          <a:xfrm>
            <a:off x="1240036" y="2506581"/>
            <a:ext cx="1732497" cy="749225"/>
          </a:xfrm>
        </p:spPr>
        <p:txBody>
          <a:bodyPr>
            <a:noAutofit/>
          </a:bodyPr>
          <a:lstStyle>
            <a:lvl1pPr marL="0" indent="0" algn="thaiDist">
              <a:lnSpc>
                <a:spcPct val="110000"/>
              </a:lnSpc>
              <a:spcBef>
                <a:spcPts val="450"/>
              </a:spcBef>
              <a:buNone/>
              <a:defRPr sz="1000" b="0" baseline="0">
                <a:solidFill>
                  <a:schemeClr val="tx1"/>
                </a:solidFill>
                <a:latin typeface="+mn-lt"/>
                <a:cs typeface="+mn-cs"/>
              </a:defRPr>
            </a:lvl1pPr>
          </a:lstStyle>
          <a:p>
            <a:pPr lvl="0"/>
            <a:r>
              <a:rPr lang="en-US" dirty="0"/>
              <a:t>Lorem Ipsum is simply dummy text of the printing and typesetting industry.</a:t>
            </a:r>
          </a:p>
        </p:txBody>
      </p:sp>
      <p:sp>
        <p:nvSpPr>
          <p:cNvPr id="33" name="ตัวแทนข้อความ 9">
            <a:extLst>
              <a:ext uri="{FF2B5EF4-FFF2-40B4-BE49-F238E27FC236}">
                <a16:creationId xmlns:a16="http://schemas.microsoft.com/office/drawing/2014/main" id="{0EB1465A-1416-42DA-8899-97604E59F354}"/>
              </a:ext>
            </a:extLst>
          </p:cNvPr>
          <p:cNvSpPr>
            <a:spLocks noGrp="1"/>
          </p:cNvSpPr>
          <p:nvPr>
            <p:ph type="body" sz="quarter" idx="15" hasCustomPrompt="1"/>
          </p:nvPr>
        </p:nvSpPr>
        <p:spPr>
          <a:xfrm>
            <a:off x="897579" y="2593170"/>
            <a:ext cx="158261" cy="184901"/>
          </a:xfrm>
        </p:spPr>
        <p:txBody>
          <a:bodyPr anchor="ctr">
            <a:noAutofit/>
          </a:bodyPr>
          <a:lstStyle>
            <a:lvl1pPr marL="0" indent="0" algn="ctr">
              <a:lnSpc>
                <a:spcPct val="110000"/>
              </a:lnSpc>
              <a:spcBef>
                <a:spcPts val="450"/>
              </a:spcBef>
              <a:buNone/>
              <a:defRPr sz="1100" b="0" baseline="0">
                <a:solidFill>
                  <a:schemeClr val="bg1"/>
                </a:solidFill>
                <a:latin typeface="+mj-lt"/>
                <a:cs typeface="+mj-cs"/>
              </a:defRPr>
            </a:lvl1pPr>
          </a:lstStyle>
          <a:p>
            <a:pPr lvl="0"/>
            <a:r>
              <a:rPr lang="th-TH" dirty="0"/>
              <a:t>1</a:t>
            </a:r>
            <a:endParaRPr lang="en-US" dirty="0"/>
          </a:p>
        </p:txBody>
      </p:sp>
      <p:sp>
        <p:nvSpPr>
          <p:cNvPr id="34" name="ตัวแทนข้อความ 9">
            <a:extLst>
              <a:ext uri="{FF2B5EF4-FFF2-40B4-BE49-F238E27FC236}">
                <a16:creationId xmlns:a16="http://schemas.microsoft.com/office/drawing/2014/main" id="{FDA951CB-11A3-4D17-A5AD-E4058DF1D1D0}"/>
              </a:ext>
            </a:extLst>
          </p:cNvPr>
          <p:cNvSpPr>
            <a:spLocks noGrp="1"/>
          </p:cNvSpPr>
          <p:nvPr>
            <p:ph type="body" sz="quarter" idx="35" hasCustomPrompt="1"/>
          </p:nvPr>
        </p:nvSpPr>
        <p:spPr>
          <a:xfrm>
            <a:off x="4034913" y="2506581"/>
            <a:ext cx="1732497" cy="749225"/>
          </a:xfrm>
        </p:spPr>
        <p:txBody>
          <a:bodyPr>
            <a:noAutofit/>
          </a:bodyPr>
          <a:lstStyle>
            <a:lvl1pPr marL="0" indent="0" algn="thaiDist">
              <a:lnSpc>
                <a:spcPct val="110000"/>
              </a:lnSpc>
              <a:spcBef>
                <a:spcPts val="450"/>
              </a:spcBef>
              <a:buNone/>
              <a:defRPr sz="1000" b="0" baseline="0">
                <a:solidFill>
                  <a:schemeClr val="tx1"/>
                </a:solidFill>
                <a:latin typeface="+mn-lt"/>
                <a:cs typeface="+mn-cs"/>
              </a:defRPr>
            </a:lvl1pPr>
          </a:lstStyle>
          <a:p>
            <a:pPr lvl="0"/>
            <a:r>
              <a:rPr lang="en-US" dirty="0"/>
              <a:t>Lorem Ipsum is simply dummy text of the printing and typesetting industry.</a:t>
            </a:r>
          </a:p>
        </p:txBody>
      </p:sp>
      <p:sp>
        <p:nvSpPr>
          <p:cNvPr id="35" name="ตัวแทนข้อความ 9">
            <a:extLst>
              <a:ext uri="{FF2B5EF4-FFF2-40B4-BE49-F238E27FC236}">
                <a16:creationId xmlns:a16="http://schemas.microsoft.com/office/drawing/2014/main" id="{99C2CB19-B19D-4592-8399-3BCDD2451F47}"/>
              </a:ext>
            </a:extLst>
          </p:cNvPr>
          <p:cNvSpPr>
            <a:spLocks noGrp="1"/>
          </p:cNvSpPr>
          <p:nvPr>
            <p:ph type="body" sz="quarter" idx="36" hasCustomPrompt="1"/>
          </p:nvPr>
        </p:nvSpPr>
        <p:spPr>
          <a:xfrm>
            <a:off x="3692457" y="2593170"/>
            <a:ext cx="158261" cy="184901"/>
          </a:xfrm>
        </p:spPr>
        <p:txBody>
          <a:bodyPr anchor="ctr">
            <a:noAutofit/>
          </a:bodyPr>
          <a:lstStyle>
            <a:lvl1pPr marL="0" indent="0" algn="ctr">
              <a:lnSpc>
                <a:spcPct val="110000"/>
              </a:lnSpc>
              <a:spcBef>
                <a:spcPts val="450"/>
              </a:spcBef>
              <a:buNone/>
              <a:defRPr sz="1100" b="0" baseline="0">
                <a:solidFill>
                  <a:schemeClr val="bg1"/>
                </a:solidFill>
                <a:latin typeface="+mj-lt"/>
                <a:cs typeface="+mj-cs"/>
              </a:defRPr>
            </a:lvl1pPr>
          </a:lstStyle>
          <a:p>
            <a:pPr lvl="0"/>
            <a:r>
              <a:rPr lang="en-US" dirty="0"/>
              <a:t>2</a:t>
            </a:r>
          </a:p>
        </p:txBody>
      </p:sp>
      <p:sp>
        <p:nvSpPr>
          <p:cNvPr id="36" name="ตัวแทนข้อความ 9">
            <a:extLst>
              <a:ext uri="{FF2B5EF4-FFF2-40B4-BE49-F238E27FC236}">
                <a16:creationId xmlns:a16="http://schemas.microsoft.com/office/drawing/2014/main" id="{8571C799-7FBC-4E77-A9DE-C4FD648E8E9D}"/>
              </a:ext>
            </a:extLst>
          </p:cNvPr>
          <p:cNvSpPr>
            <a:spLocks noGrp="1"/>
          </p:cNvSpPr>
          <p:nvPr>
            <p:ph type="body" sz="quarter" idx="37" hasCustomPrompt="1"/>
          </p:nvPr>
        </p:nvSpPr>
        <p:spPr>
          <a:xfrm>
            <a:off x="6767924" y="2515138"/>
            <a:ext cx="1732497" cy="749225"/>
          </a:xfrm>
        </p:spPr>
        <p:txBody>
          <a:bodyPr>
            <a:noAutofit/>
          </a:bodyPr>
          <a:lstStyle>
            <a:lvl1pPr marL="0" indent="0" algn="thaiDist">
              <a:lnSpc>
                <a:spcPct val="110000"/>
              </a:lnSpc>
              <a:spcBef>
                <a:spcPts val="450"/>
              </a:spcBef>
              <a:buNone/>
              <a:defRPr sz="1000" b="0" baseline="0">
                <a:solidFill>
                  <a:schemeClr val="tx1"/>
                </a:solidFill>
                <a:latin typeface="+mn-lt"/>
                <a:cs typeface="+mn-cs"/>
              </a:defRPr>
            </a:lvl1pPr>
          </a:lstStyle>
          <a:p>
            <a:pPr lvl="0"/>
            <a:r>
              <a:rPr lang="en-US" dirty="0"/>
              <a:t>Lorem Ipsum is simply dummy text of the printing and typesetting industry.</a:t>
            </a:r>
          </a:p>
        </p:txBody>
      </p:sp>
      <p:sp>
        <p:nvSpPr>
          <p:cNvPr id="37" name="ตัวแทนข้อความ 9">
            <a:extLst>
              <a:ext uri="{FF2B5EF4-FFF2-40B4-BE49-F238E27FC236}">
                <a16:creationId xmlns:a16="http://schemas.microsoft.com/office/drawing/2014/main" id="{CCE4ED1D-B83C-42C8-9D41-F28C331CC1A9}"/>
              </a:ext>
            </a:extLst>
          </p:cNvPr>
          <p:cNvSpPr>
            <a:spLocks noGrp="1"/>
          </p:cNvSpPr>
          <p:nvPr>
            <p:ph type="body" sz="quarter" idx="38" hasCustomPrompt="1"/>
          </p:nvPr>
        </p:nvSpPr>
        <p:spPr>
          <a:xfrm>
            <a:off x="6425468" y="2601728"/>
            <a:ext cx="158261" cy="184901"/>
          </a:xfrm>
        </p:spPr>
        <p:txBody>
          <a:bodyPr anchor="ctr">
            <a:noAutofit/>
          </a:bodyPr>
          <a:lstStyle>
            <a:lvl1pPr marL="0" indent="0" algn="ctr">
              <a:lnSpc>
                <a:spcPct val="110000"/>
              </a:lnSpc>
              <a:spcBef>
                <a:spcPts val="450"/>
              </a:spcBef>
              <a:buNone/>
              <a:defRPr sz="1100" b="0" baseline="0">
                <a:solidFill>
                  <a:schemeClr val="bg1"/>
                </a:solidFill>
                <a:latin typeface="+mj-lt"/>
                <a:cs typeface="+mj-cs"/>
              </a:defRPr>
            </a:lvl1pPr>
          </a:lstStyle>
          <a:p>
            <a:pPr lvl="0"/>
            <a:r>
              <a:rPr lang="en-US" dirty="0"/>
              <a:t>3</a:t>
            </a:r>
          </a:p>
        </p:txBody>
      </p:sp>
      <p:sp>
        <p:nvSpPr>
          <p:cNvPr id="38" name="ตัวแทนข้อความ 9">
            <a:extLst>
              <a:ext uri="{FF2B5EF4-FFF2-40B4-BE49-F238E27FC236}">
                <a16:creationId xmlns:a16="http://schemas.microsoft.com/office/drawing/2014/main" id="{1001F183-F3B1-46C8-AFC8-F7E87EEF5B82}"/>
              </a:ext>
            </a:extLst>
          </p:cNvPr>
          <p:cNvSpPr>
            <a:spLocks noGrp="1"/>
          </p:cNvSpPr>
          <p:nvPr>
            <p:ph type="body" sz="quarter" idx="39" hasCustomPrompt="1"/>
          </p:nvPr>
        </p:nvSpPr>
        <p:spPr>
          <a:xfrm>
            <a:off x="1240036" y="3547419"/>
            <a:ext cx="1732497" cy="749225"/>
          </a:xfrm>
        </p:spPr>
        <p:txBody>
          <a:bodyPr>
            <a:noAutofit/>
          </a:bodyPr>
          <a:lstStyle>
            <a:lvl1pPr marL="0" indent="0" algn="thaiDist">
              <a:lnSpc>
                <a:spcPct val="110000"/>
              </a:lnSpc>
              <a:spcBef>
                <a:spcPts val="450"/>
              </a:spcBef>
              <a:buNone/>
              <a:defRPr sz="1000" b="0" baseline="0">
                <a:solidFill>
                  <a:schemeClr val="tx1"/>
                </a:solidFill>
                <a:latin typeface="+mn-lt"/>
                <a:cs typeface="+mn-cs"/>
              </a:defRPr>
            </a:lvl1pPr>
          </a:lstStyle>
          <a:p>
            <a:pPr lvl="0"/>
            <a:r>
              <a:rPr lang="en-US" dirty="0"/>
              <a:t>Lorem Ipsum is simply dummy text of the printing and typesetting industry.</a:t>
            </a:r>
          </a:p>
        </p:txBody>
      </p:sp>
      <p:sp>
        <p:nvSpPr>
          <p:cNvPr id="39" name="ตัวแทนข้อความ 9">
            <a:extLst>
              <a:ext uri="{FF2B5EF4-FFF2-40B4-BE49-F238E27FC236}">
                <a16:creationId xmlns:a16="http://schemas.microsoft.com/office/drawing/2014/main" id="{DC066F6E-210E-4154-B139-2368F98CF772}"/>
              </a:ext>
            </a:extLst>
          </p:cNvPr>
          <p:cNvSpPr>
            <a:spLocks noGrp="1"/>
          </p:cNvSpPr>
          <p:nvPr>
            <p:ph type="body" sz="quarter" idx="40" hasCustomPrompt="1"/>
          </p:nvPr>
        </p:nvSpPr>
        <p:spPr>
          <a:xfrm>
            <a:off x="897579" y="3634008"/>
            <a:ext cx="158261" cy="184901"/>
          </a:xfrm>
        </p:spPr>
        <p:txBody>
          <a:bodyPr anchor="ctr">
            <a:noAutofit/>
          </a:bodyPr>
          <a:lstStyle>
            <a:lvl1pPr marL="0" indent="0" algn="ctr">
              <a:lnSpc>
                <a:spcPct val="110000"/>
              </a:lnSpc>
              <a:spcBef>
                <a:spcPts val="450"/>
              </a:spcBef>
              <a:buNone/>
              <a:defRPr sz="1100" b="0" baseline="0">
                <a:solidFill>
                  <a:schemeClr val="bg1"/>
                </a:solidFill>
                <a:latin typeface="+mj-lt"/>
                <a:cs typeface="+mj-cs"/>
              </a:defRPr>
            </a:lvl1pPr>
          </a:lstStyle>
          <a:p>
            <a:pPr lvl="0"/>
            <a:r>
              <a:rPr lang="en-US" dirty="0"/>
              <a:t>4</a:t>
            </a:r>
          </a:p>
        </p:txBody>
      </p:sp>
      <p:sp>
        <p:nvSpPr>
          <p:cNvPr id="40" name="ตัวแทนข้อความ 9">
            <a:extLst>
              <a:ext uri="{FF2B5EF4-FFF2-40B4-BE49-F238E27FC236}">
                <a16:creationId xmlns:a16="http://schemas.microsoft.com/office/drawing/2014/main" id="{12219876-6294-416D-A3C3-525CECDC57F6}"/>
              </a:ext>
            </a:extLst>
          </p:cNvPr>
          <p:cNvSpPr>
            <a:spLocks noGrp="1"/>
          </p:cNvSpPr>
          <p:nvPr>
            <p:ph type="body" sz="quarter" idx="41" hasCustomPrompt="1"/>
          </p:nvPr>
        </p:nvSpPr>
        <p:spPr>
          <a:xfrm>
            <a:off x="4034913" y="3547419"/>
            <a:ext cx="1732497" cy="749225"/>
          </a:xfrm>
        </p:spPr>
        <p:txBody>
          <a:bodyPr>
            <a:noAutofit/>
          </a:bodyPr>
          <a:lstStyle>
            <a:lvl1pPr marL="0" indent="0" algn="thaiDist">
              <a:lnSpc>
                <a:spcPct val="110000"/>
              </a:lnSpc>
              <a:spcBef>
                <a:spcPts val="450"/>
              </a:spcBef>
              <a:buNone/>
              <a:defRPr sz="1000" b="0" baseline="0">
                <a:solidFill>
                  <a:schemeClr val="tx1"/>
                </a:solidFill>
                <a:latin typeface="+mn-lt"/>
                <a:cs typeface="+mn-cs"/>
              </a:defRPr>
            </a:lvl1pPr>
          </a:lstStyle>
          <a:p>
            <a:pPr lvl="0"/>
            <a:r>
              <a:rPr lang="en-US" dirty="0"/>
              <a:t>Lorem Ipsum is simply dummy text of the printing and typesetting industry.</a:t>
            </a:r>
          </a:p>
        </p:txBody>
      </p:sp>
      <p:sp>
        <p:nvSpPr>
          <p:cNvPr id="41" name="ตัวแทนข้อความ 9">
            <a:extLst>
              <a:ext uri="{FF2B5EF4-FFF2-40B4-BE49-F238E27FC236}">
                <a16:creationId xmlns:a16="http://schemas.microsoft.com/office/drawing/2014/main" id="{1590CF20-A892-4FE5-A774-2C348D7B3206}"/>
              </a:ext>
            </a:extLst>
          </p:cNvPr>
          <p:cNvSpPr>
            <a:spLocks noGrp="1"/>
          </p:cNvSpPr>
          <p:nvPr>
            <p:ph type="body" sz="quarter" idx="42" hasCustomPrompt="1"/>
          </p:nvPr>
        </p:nvSpPr>
        <p:spPr>
          <a:xfrm>
            <a:off x="3692457" y="3634008"/>
            <a:ext cx="158261" cy="184901"/>
          </a:xfrm>
        </p:spPr>
        <p:txBody>
          <a:bodyPr anchor="ctr">
            <a:noAutofit/>
          </a:bodyPr>
          <a:lstStyle>
            <a:lvl1pPr marL="0" indent="0" algn="ctr">
              <a:lnSpc>
                <a:spcPct val="110000"/>
              </a:lnSpc>
              <a:spcBef>
                <a:spcPts val="450"/>
              </a:spcBef>
              <a:buNone/>
              <a:defRPr sz="1100" b="0" baseline="0">
                <a:solidFill>
                  <a:schemeClr val="bg1"/>
                </a:solidFill>
                <a:latin typeface="+mj-lt"/>
                <a:cs typeface="+mj-cs"/>
              </a:defRPr>
            </a:lvl1pPr>
          </a:lstStyle>
          <a:p>
            <a:pPr lvl="0"/>
            <a:r>
              <a:rPr lang="en-US" dirty="0"/>
              <a:t>5</a:t>
            </a:r>
          </a:p>
        </p:txBody>
      </p:sp>
      <p:sp>
        <p:nvSpPr>
          <p:cNvPr id="42" name="ตัวแทนข้อความ 9">
            <a:extLst>
              <a:ext uri="{FF2B5EF4-FFF2-40B4-BE49-F238E27FC236}">
                <a16:creationId xmlns:a16="http://schemas.microsoft.com/office/drawing/2014/main" id="{AFCC7373-EB5B-48EE-BBA1-81A8FE6F0334}"/>
              </a:ext>
            </a:extLst>
          </p:cNvPr>
          <p:cNvSpPr>
            <a:spLocks noGrp="1"/>
          </p:cNvSpPr>
          <p:nvPr>
            <p:ph type="body" sz="quarter" idx="43" hasCustomPrompt="1"/>
          </p:nvPr>
        </p:nvSpPr>
        <p:spPr>
          <a:xfrm>
            <a:off x="6767924" y="3555977"/>
            <a:ext cx="1732497" cy="749225"/>
          </a:xfrm>
        </p:spPr>
        <p:txBody>
          <a:bodyPr>
            <a:noAutofit/>
          </a:bodyPr>
          <a:lstStyle>
            <a:lvl1pPr marL="0" indent="0" algn="thaiDist">
              <a:lnSpc>
                <a:spcPct val="110000"/>
              </a:lnSpc>
              <a:spcBef>
                <a:spcPts val="450"/>
              </a:spcBef>
              <a:buNone/>
              <a:defRPr sz="1000" b="0" baseline="0">
                <a:solidFill>
                  <a:schemeClr val="tx1"/>
                </a:solidFill>
                <a:latin typeface="+mn-lt"/>
                <a:cs typeface="+mn-cs"/>
              </a:defRPr>
            </a:lvl1pPr>
          </a:lstStyle>
          <a:p>
            <a:pPr lvl="0"/>
            <a:r>
              <a:rPr lang="en-US" dirty="0"/>
              <a:t>Lorem Ipsum is simply dummy text of the printing and typesetting industry.</a:t>
            </a:r>
          </a:p>
        </p:txBody>
      </p:sp>
      <p:sp>
        <p:nvSpPr>
          <p:cNvPr id="43" name="ตัวแทนข้อความ 9">
            <a:extLst>
              <a:ext uri="{FF2B5EF4-FFF2-40B4-BE49-F238E27FC236}">
                <a16:creationId xmlns:a16="http://schemas.microsoft.com/office/drawing/2014/main" id="{2298D146-320A-4BBA-BB08-C149E31B9206}"/>
              </a:ext>
            </a:extLst>
          </p:cNvPr>
          <p:cNvSpPr>
            <a:spLocks noGrp="1"/>
          </p:cNvSpPr>
          <p:nvPr>
            <p:ph type="body" sz="quarter" idx="44" hasCustomPrompt="1"/>
          </p:nvPr>
        </p:nvSpPr>
        <p:spPr>
          <a:xfrm>
            <a:off x="6425468" y="3642566"/>
            <a:ext cx="158261" cy="184901"/>
          </a:xfrm>
        </p:spPr>
        <p:txBody>
          <a:bodyPr anchor="ctr">
            <a:noAutofit/>
          </a:bodyPr>
          <a:lstStyle>
            <a:lvl1pPr marL="0" indent="0" algn="ctr">
              <a:lnSpc>
                <a:spcPct val="110000"/>
              </a:lnSpc>
              <a:spcBef>
                <a:spcPts val="450"/>
              </a:spcBef>
              <a:buNone/>
              <a:defRPr sz="1100" b="0" baseline="0">
                <a:solidFill>
                  <a:schemeClr val="bg1"/>
                </a:solidFill>
                <a:latin typeface="+mj-lt"/>
                <a:cs typeface="+mj-cs"/>
              </a:defRPr>
            </a:lvl1pPr>
          </a:lstStyle>
          <a:p>
            <a:pPr lvl="0"/>
            <a:r>
              <a:rPr lang="en-US" dirty="0"/>
              <a:t>6</a:t>
            </a:r>
          </a:p>
        </p:txBody>
      </p:sp>
      <p:sp>
        <p:nvSpPr>
          <p:cNvPr id="44" name="ตัวแทนข้อความ 257">
            <a:extLst>
              <a:ext uri="{FF2B5EF4-FFF2-40B4-BE49-F238E27FC236}">
                <a16:creationId xmlns:a16="http://schemas.microsoft.com/office/drawing/2014/main" id="{A69693CB-E325-4032-909F-8E3CE3233D9C}"/>
              </a:ext>
            </a:extLst>
          </p:cNvPr>
          <p:cNvSpPr>
            <a:spLocks noGrp="1"/>
          </p:cNvSpPr>
          <p:nvPr>
            <p:ph type="body" sz="quarter" idx="22" hasCustomPrompt="1"/>
          </p:nvPr>
        </p:nvSpPr>
        <p:spPr>
          <a:xfrm>
            <a:off x="450870" y="498813"/>
            <a:ext cx="3769912" cy="713646"/>
          </a:xfrm>
        </p:spPr>
        <p:txBody>
          <a:bodyPr>
            <a:noAutofit/>
          </a:bodyPr>
          <a:lstStyle>
            <a:lvl1pPr marL="0" indent="0" algn="l">
              <a:buNone/>
              <a:defRPr sz="4800" b="1" baseline="0">
                <a:ln w="12700">
                  <a:noFill/>
                </a:ln>
                <a:solidFill>
                  <a:schemeClr val="tx1"/>
                </a:solidFill>
                <a:latin typeface="+mj-lt"/>
                <a:cs typeface="+mj-cs"/>
              </a:defRPr>
            </a:lvl1pPr>
          </a:lstStyle>
          <a:p>
            <a:pPr lvl="0"/>
            <a:r>
              <a:rPr lang="en-US" dirty="0"/>
              <a:t>Business</a:t>
            </a:r>
          </a:p>
        </p:txBody>
      </p:sp>
      <p:sp>
        <p:nvSpPr>
          <p:cNvPr id="45" name="ตัวแทนข้อความ 257">
            <a:extLst>
              <a:ext uri="{FF2B5EF4-FFF2-40B4-BE49-F238E27FC236}">
                <a16:creationId xmlns:a16="http://schemas.microsoft.com/office/drawing/2014/main" id="{4C87AB39-22AD-4A85-9199-6D623B75E97D}"/>
              </a:ext>
            </a:extLst>
          </p:cNvPr>
          <p:cNvSpPr>
            <a:spLocks noGrp="1"/>
          </p:cNvSpPr>
          <p:nvPr>
            <p:ph type="body" sz="quarter" idx="23" hasCustomPrompt="1"/>
          </p:nvPr>
        </p:nvSpPr>
        <p:spPr>
          <a:xfrm>
            <a:off x="450869" y="1186214"/>
            <a:ext cx="4425931" cy="713646"/>
          </a:xfrm>
        </p:spPr>
        <p:txBody>
          <a:bodyPr>
            <a:noAutofit/>
          </a:bodyPr>
          <a:lstStyle>
            <a:lvl1pPr marL="0" indent="0" algn="l">
              <a:buNone/>
              <a:defRPr sz="4800" b="1" baseline="0">
                <a:solidFill>
                  <a:schemeClr val="tx1"/>
                </a:solidFill>
                <a:latin typeface="+mj-lt"/>
                <a:cs typeface="+mj-cs"/>
              </a:defRPr>
            </a:lvl1pPr>
          </a:lstStyle>
          <a:p>
            <a:pPr lvl="0"/>
            <a:r>
              <a:rPr lang="en-US" dirty="0"/>
              <a:t>Data Analysis</a:t>
            </a:r>
          </a:p>
        </p:txBody>
      </p:sp>
    </p:spTree>
    <p:extLst>
      <p:ext uri="{BB962C8B-B14F-4D97-AF65-F5344CB8AC3E}">
        <p14:creationId xmlns:p14="http://schemas.microsoft.com/office/powerpoint/2010/main" val="960737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2" name="ตัวแทนข้อความ 6">
            <a:extLst>
              <a:ext uri="{FF2B5EF4-FFF2-40B4-BE49-F238E27FC236}">
                <a16:creationId xmlns:a16="http://schemas.microsoft.com/office/drawing/2014/main" id="{D1AACF2E-99CE-4170-B18F-D6FFDF3D4EAC}"/>
              </a:ext>
            </a:extLst>
          </p:cNvPr>
          <p:cNvSpPr>
            <a:spLocks noGrp="1"/>
          </p:cNvSpPr>
          <p:nvPr>
            <p:ph type="body" sz="quarter" idx="21" hasCustomPrompt="1"/>
          </p:nvPr>
        </p:nvSpPr>
        <p:spPr>
          <a:xfrm>
            <a:off x="892123" y="3948893"/>
            <a:ext cx="1857806" cy="809510"/>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3" name="ตัวแทนข้อความ 6">
            <a:extLst>
              <a:ext uri="{FF2B5EF4-FFF2-40B4-BE49-F238E27FC236}">
                <a16:creationId xmlns:a16="http://schemas.microsoft.com/office/drawing/2014/main" id="{DEE4B04F-E1C3-4DA7-ACD2-F19A0383228D}"/>
              </a:ext>
            </a:extLst>
          </p:cNvPr>
          <p:cNvSpPr>
            <a:spLocks noGrp="1"/>
          </p:cNvSpPr>
          <p:nvPr>
            <p:ph type="body" sz="quarter" idx="22" hasCustomPrompt="1"/>
          </p:nvPr>
        </p:nvSpPr>
        <p:spPr>
          <a:xfrm>
            <a:off x="787969" y="3636362"/>
            <a:ext cx="2066114" cy="299785"/>
          </a:xfrm>
        </p:spPr>
        <p:txBody>
          <a:bodyPr>
            <a:noAutofit/>
          </a:bodyPr>
          <a:lstStyle>
            <a:lvl1pPr marL="0" indent="0" algn="ctr">
              <a:buNone/>
              <a:defRPr sz="2000" b="1" spc="0" baseline="0">
                <a:solidFill>
                  <a:schemeClr val="tx1"/>
                </a:solidFill>
                <a:effectLst/>
                <a:latin typeface="+mj-lt"/>
                <a:cs typeface="+mj-cs"/>
              </a:defRPr>
            </a:lvl1pPr>
          </a:lstStyle>
          <a:p>
            <a:pPr lvl="0"/>
            <a:r>
              <a:rPr lang="en-US" dirty="0"/>
              <a:t>Lorem  Ipsum</a:t>
            </a:r>
          </a:p>
        </p:txBody>
      </p:sp>
      <p:sp>
        <p:nvSpPr>
          <p:cNvPr id="4" name="ตัวแทนข้อความ 6">
            <a:extLst>
              <a:ext uri="{FF2B5EF4-FFF2-40B4-BE49-F238E27FC236}">
                <a16:creationId xmlns:a16="http://schemas.microsoft.com/office/drawing/2014/main" id="{A2C15114-319B-4FFD-A1F8-0C619C827C97}"/>
              </a:ext>
            </a:extLst>
          </p:cNvPr>
          <p:cNvSpPr>
            <a:spLocks noGrp="1"/>
          </p:cNvSpPr>
          <p:nvPr>
            <p:ph type="body" sz="quarter" idx="23" hasCustomPrompt="1"/>
          </p:nvPr>
        </p:nvSpPr>
        <p:spPr>
          <a:xfrm>
            <a:off x="3643096" y="3944675"/>
            <a:ext cx="1857806" cy="809510"/>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5" name="ตัวแทนข้อความ 6">
            <a:extLst>
              <a:ext uri="{FF2B5EF4-FFF2-40B4-BE49-F238E27FC236}">
                <a16:creationId xmlns:a16="http://schemas.microsoft.com/office/drawing/2014/main" id="{668EACBE-BF5D-46ED-B6B1-B12138E209AF}"/>
              </a:ext>
            </a:extLst>
          </p:cNvPr>
          <p:cNvSpPr>
            <a:spLocks noGrp="1"/>
          </p:cNvSpPr>
          <p:nvPr>
            <p:ph type="body" sz="quarter" idx="24" hasCustomPrompt="1"/>
          </p:nvPr>
        </p:nvSpPr>
        <p:spPr>
          <a:xfrm>
            <a:off x="3538942" y="3636362"/>
            <a:ext cx="2066114" cy="299785"/>
          </a:xfrm>
        </p:spPr>
        <p:txBody>
          <a:bodyPr>
            <a:noAutofit/>
          </a:bodyPr>
          <a:lstStyle>
            <a:lvl1pPr marL="0" indent="0" algn="ctr">
              <a:buNone/>
              <a:defRPr sz="2000" b="1" spc="0" baseline="0">
                <a:solidFill>
                  <a:schemeClr val="tx1"/>
                </a:solidFill>
                <a:effectLst/>
                <a:latin typeface="+mj-lt"/>
                <a:cs typeface="+mj-cs"/>
              </a:defRPr>
            </a:lvl1pPr>
          </a:lstStyle>
          <a:p>
            <a:pPr lvl="0"/>
            <a:r>
              <a:rPr lang="en-US" dirty="0"/>
              <a:t>Lorem  Ipsum</a:t>
            </a:r>
          </a:p>
        </p:txBody>
      </p:sp>
      <p:sp>
        <p:nvSpPr>
          <p:cNvPr id="6" name="ตัวแทนข้อความ 6">
            <a:extLst>
              <a:ext uri="{FF2B5EF4-FFF2-40B4-BE49-F238E27FC236}">
                <a16:creationId xmlns:a16="http://schemas.microsoft.com/office/drawing/2014/main" id="{EFC10D99-47FC-4B28-B543-FF51D38C5294}"/>
              </a:ext>
            </a:extLst>
          </p:cNvPr>
          <p:cNvSpPr>
            <a:spLocks noGrp="1"/>
          </p:cNvSpPr>
          <p:nvPr>
            <p:ph type="body" sz="quarter" idx="25" hasCustomPrompt="1"/>
          </p:nvPr>
        </p:nvSpPr>
        <p:spPr>
          <a:xfrm>
            <a:off x="6399702" y="3944675"/>
            <a:ext cx="1857806" cy="809510"/>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is simply dummy text of the printing and typesetting industry.</a:t>
            </a:r>
          </a:p>
        </p:txBody>
      </p:sp>
      <p:sp>
        <p:nvSpPr>
          <p:cNvPr id="7" name="ตัวแทนข้อความ 6">
            <a:extLst>
              <a:ext uri="{FF2B5EF4-FFF2-40B4-BE49-F238E27FC236}">
                <a16:creationId xmlns:a16="http://schemas.microsoft.com/office/drawing/2014/main" id="{3FE5682B-3B3A-4DBE-A2C2-6DEA2516126E}"/>
              </a:ext>
            </a:extLst>
          </p:cNvPr>
          <p:cNvSpPr>
            <a:spLocks noGrp="1"/>
          </p:cNvSpPr>
          <p:nvPr>
            <p:ph type="body" sz="quarter" idx="26" hasCustomPrompt="1"/>
          </p:nvPr>
        </p:nvSpPr>
        <p:spPr>
          <a:xfrm>
            <a:off x="6295548" y="3636362"/>
            <a:ext cx="2066114" cy="299785"/>
          </a:xfrm>
        </p:spPr>
        <p:txBody>
          <a:bodyPr>
            <a:noAutofit/>
          </a:bodyPr>
          <a:lstStyle>
            <a:lvl1pPr marL="0" indent="0" algn="ctr">
              <a:buNone/>
              <a:defRPr sz="2000" b="1" spc="0" baseline="0">
                <a:solidFill>
                  <a:schemeClr val="tx1"/>
                </a:solidFill>
                <a:effectLst/>
                <a:latin typeface="+mj-lt"/>
                <a:cs typeface="+mj-cs"/>
              </a:defRPr>
            </a:lvl1pPr>
          </a:lstStyle>
          <a:p>
            <a:pPr lvl="0"/>
            <a:r>
              <a:rPr lang="en-US" dirty="0"/>
              <a:t>Lorem  Ipsum</a:t>
            </a:r>
          </a:p>
        </p:txBody>
      </p:sp>
      <p:sp>
        <p:nvSpPr>
          <p:cNvPr id="8" name="ตัวแทนข้อความ 6">
            <a:extLst>
              <a:ext uri="{FF2B5EF4-FFF2-40B4-BE49-F238E27FC236}">
                <a16:creationId xmlns:a16="http://schemas.microsoft.com/office/drawing/2014/main" id="{98CDFC4F-962D-4420-BF75-13F1D177D5C6}"/>
              </a:ext>
            </a:extLst>
          </p:cNvPr>
          <p:cNvSpPr>
            <a:spLocks noGrp="1"/>
          </p:cNvSpPr>
          <p:nvPr>
            <p:ph type="body" sz="quarter" idx="27" hasCustomPrompt="1"/>
          </p:nvPr>
        </p:nvSpPr>
        <p:spPr>
          <a:xfrm>
            <a:off x="3824232" y="2318790"/>
            <a:ext cx="1495533" cy="505920"/>
          </a:xfrm>
        </p:spPr>
        <p:txBody>
          <a:bodyPr>
            <a:noAutofit/>
          </a:bodyPr>
          <a:lstStyle>
            <a:lvl1pPr marL="0" indent="0" algn="ctr">
              <a:buNone/>
              <a:defRPr sz="3200" b="1" spc="0" baseline="0">
                <a:solidFill>
                  <a:schemeClr val="bg1"/>
                </a:solidFill>
                <a:effectLst/>
                <a:latin typeface="+mj-lt"/>
                <a:cs typeface="+mj-cs"/>
              </a:defRPr>
            </a:lvl1pPr>
          </a:lstStyle>
          <a:p>
            <a:pPr lvl="0"/>
            <a:r>
              <a:rPr lang="en-US" dirty="0"/>
              <a:t>75%</a:t>
            </a:r>
          </a:p>
        </p:txBody>
      </p:sp>
      <p:sp>
        <p:nvSpPr>
          <p:cNvPr id="9" name="ตัวแทนข้อความ 6">
            <a:extLst>
              <a:ext uri="{FF2B5EF4-FFF2-40B4-BE49-F238E27FC236}">
                <a16:creationId xmlns:a16="http://schemas.microsoft.com/office/drawing/2014/main" id="{75107D49-112B-425B-9E81-4B2D7829C9DD}"/>
              </a:ext>
            </a:extLst>
          </p:cNvPr>
          <p:cNvSpPr>
            <a:spLocks noGrp="1"/>
          </p:cNvSpPr>
          <p:nvPr>
            <p:ph type="body" sz="quarter" idx="28" hasCustomPrompt="1"/>
          </p:nvPr>
        </p:nvSpPr>
        <p:spPr>
          <a:xfrm>
            <a:off x="1073260" y="2318790"/>
            <a:ext cx="1495533" cy="505920"/>
          </a:xfrm>
        </p:spPr>
        <p:txBody>
          <a:bodyPr>
            <a:noAutofit/>
          </a:bodyPr>
          <a:lstStyle>
            <a:lvl1pPr marL="0" indent="0" algn="ctr">
              <a:buNone/>
              <a:defRPr sz="3200" b="1" spc="0" baseline="0">
                <a:solidFill>
                  <a:schemeClr val="bg1"/>
                </a:solidFill>
                <a:effectLst/>
                <a:latin typeface="+mj-lt"/>
                <a:cs typeface="+mj-cs"/>
              </a:defRPr>
            </a:lvl1pPr>
          </a:lstStyle>
          <a:p>
            <a:pPr lvl="0"/>
            <a:r>
              <a:rPr lang="en-US" dirty="0"/>
              <a:t>45%</a:t>
            </a:r>
          </a:p>
        </p:txBody>
      </p:sp>
      <p:sp>
        <p:nvSpPr>
          <p:cNvPr id="10" name="ตัวแทนข้อความ 6">
            <a:extLst>
              <a:ext uri="{FF2B5EF4-FFF2-40B4-BE49-F238E27FC236}">
                <a16:creationId xmlns:a16="http://schemas.microsoft.com/office/drawing/2014/main" id="{AA7A0359-AD7E-4AAB-A7D2-A397B82FA25E}"/>
              </a:ext>
            </a:extLst>
          </p:cNvPr>
          <p:cNvSpPr>
            <a:spLocks noGrp="1"/>
          </p:cNvSpPr>
          <p:nvPr>
            <p:ph type="body" sz="quarter" idx="29" hasCustomPrompt="1"/>
          </p:nvPr>
        </p:nvSpPr>
        <p:spPr>
          <a:xfrm>
            <a:off x="6580839" y="2318790"/>
            <a:ext cx="1495533" cy="505920"/>
          </a:xfrm>
        </p:spPr>
        <p:txBody>
          <a:bodyPr>
            <a:noAutofit/>
          </a:bodyPr>
          <a:lstStyle>
            <a:lvl1pPr marL="0" indent="0" algn="ctr">
              <a:buNone/>
              <a:defRPr sz="3200" b="1" spc="0" baseline="0">
                <a:solidFill>
                  <a:schemeClr val="bg1"/>
                </a:solidFill>
                <a:effectLst/>
                <a:latin typeface="+mj-lt"/>
                <a:cs typeface="+mj-cs"/>
              </a:defRPr>
            </a:lvl1pPr>
          </a:lstStyle>
          <a:p>
            <a:pPr lvl="0"/>
            <a:r>
              <a:rPr lang="en-US" dirty="0"/>
              <a:t>25%</a:t>
            </a:r>
          </a:p>
        </p:txBody>
      </p:sp>
      <p:sp>
        <p:nvSpPr>
          <p:cNvPr id="11" name="ตัวแทนข้อความ 6">
            <a:extLst>
              <a:ext uri="{FF2B5EF4-FFF2-40B4-BE49-F238E27FC236}">
                <a16:creationId xmlns:a16="http://schemas.microsoft.com/office/drawing/2014/main" id="{45F81497-F6B4-4FC9-A4D6-15DFB8C6304B}"/>
              </a:ext>
            </a:extLst>
          </p:cNvPr>
          <p:cNvSpPr>
            <a:spLocks noGrp="1"/>
          </p:cNvSpPr>
          <p:nvPr>
            <p:ph type="body" sz="quarter" idx="14" hasCustomPrompt="1"/>
          </p:nvPr>
        </p:nvSpPr>
        <p:spPr>
          <a:xfrm>
            <a:off x="2674448" y="401441"/>
            <a:ext cx="3795105" cy="934004"/>
          </a:xfrm>
        </p:spPr>
        <p:txBody>
          <a:bodyPr vert="horz" lIns="91440" tIns="45720" rIns="91440" bIns="45720" rtlCol="0">
            <a:noAutofit/>
          </a:bodyPr>
          <a:lstStyle>
            <a:lvl1pPr algn="ctr">
              <a:defRPr lang="en-US" sz="3200" b="1" i="0" spc="0" baseline="0" dirty="0">
                <a:solidFill>
                  <a:schemeClr val="tx1"/>
                </a:solidFill>
                <a:effectLst/>
                <a:latin typeface="+mj-lt"/>
                <a:cs typeface="+mj-cs"/>
              </a:defRPr>
            </a:lvl1pPr>
          </a:lstStyle>
          <a:p>
            <a:pPr marL="0" marR="0" lvl="0" indent="0" algn="ctr" defTabSz="685800" rtl="0" eaLnBrk="1" fontAlgn="auto" latinLnBrk="0" hangingPunct="1">
              <a:lnSpc>
                <a:spcPct val="95000"/>
              </a:lnSpc>
              <a:spcBef>
                <a:spcPts val="0"/>
              </a:spcBef>
              <a:spcAft>
                <a:spcPts val="0"/>
              </a:spcAft>
              <a:buClrTx/>
              <a:buSzTx/>
              <a:buFont typeface="Arial" panose="020B0604020202020204" pitchFamily="34" charset="0"/>
              <a:buNone/>
              <a:tabLst/>
              <a:defRPr/>
            </a:pPr>
            <a:r>
              <a:rPr lang="en-US" dirty="0"/>
              <a:t>Business Data Analysis </a:t>
            </a:r>
          </a:p>
        </p:txBody>
      </p:sp>
    </p:spTree>
    <p:extLst>
      <p:ext uri="{BB962C8B-B14F-4D97-AF65-F5344CB8AC3E}">
        <p14:creationId xmlns:p14="http://schemas.microsoft.com/office/powerpoint/2010/main" val="3038028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3" name="ตัวแทนข้อความ 6">
            <a:extLst>
              <a:ext uri="{FF2B5EF4-FFF2-40B4-BE49-F238E27FC236}">
                <a16:creationId xmlns:a16="http://schemas.microsoft.com/office/drawing/2014/main" id="{E35AB86C-C525-4833-B721-AAF9742309DC}"/>
              </a:ext>
            </a:extLst>
          </p:cNvPr>
          <p:cNvSpPr>
            <a:spLocks noGrp="1"/>
          </p:cNvSpPr>
          <p:nvPr>
            <p:ph type="body" sz="quarter" idx="12" hasCustomPrompt="1"/>
          </p:nvPr>
        </p:nvSpPr>
        <p:spPr>
          <a:xfrm>
            <a:off x="450869" y="2290480"/>
            <a:ext cx="3923298" cy="439042"/>
          </a:xfrm>
        </p:spPr>
        <p:txBody>
          <a:bodyPr vert="horz" lIns="91440" tIns="45720" rIns="91440" bIns="45720" rtlCol="0">
            <a:noAutofit/>
          </a:bodyPr>
          <a:lstStyle>
            <a:lvl1pPr algn="thaiDist">
              <a:defRPr lang="en-US" sz="1000" spc="20" baseline="0" dirty="0">
                <a:solidFill>
                  <a:schemeClr val="tx1"/>
                </a:solidFill>
                <a:effectLst/>
              </a:defRPr>
            </a:lvl1pPr>
          </a:lstStyle>
          <a:p>
            <a:pPr marL="0" marR="0" lvl="0" indent="0" algn="thaiDist" fontAlgn="auto">
              <a:lnSpc>
                <a:spcPct val="105000"/>
              </a:lnSpc>
              <a:spcAft>
                <a:spcPts val="0"/>
              </a:spcAft>
              <a:buClrTx/>
              <a:buSzTx/>
              <a:buNone/>
              <a:tabLst/>
            </a:pPr>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4" name="ตัวแทนข้อความ 6">
            <a:extLst>
              <a:ext uri="{FF2B5EF4-FFF2-40B4-BE49-F238E27FC236}">
                <a16:creationId xmlns:a16="http://schemas.microsoft.com/office/drawing/2014/main" id="{AD3238D9-56CA-4896-B06A-90BBE9141918}"/>
              </a:ext>
            </a:extLst>
          </p:cNvPr>
          <p:cNvSpPr>
            <a:spLocks noGrp="1"/>
          </p:cNvSpPr>
          <p:nvPr>
            <p:ph type="body" sz="quarter" idx="13" hasCustomPrompt="1"/>
          </p:nvPr>
        </p:nvSpPr>
        <p:spPr>
          <a:xfrm>
            <a:off x="6466035" y="3827864"/>
            <a:ext cx="2332001" cy="827170"/>
          </a:xfrm>
        </p:spPr>
        <p:txBody>
          <a:bodyPr vert="horz" lIns="91440" tIns="45720" rIns="91440" bIns="45720" rtlCol="0">
            <a:noAutofit/>
          </a:bodyPr>
          <a:lstStyle>
            <a:lvl1pPr algn="thaiDist">
              <a:defRPr lang="en-US" sz="1000" spc="20" baseline="0" dirty="0">
                <a:solidFill>
                  <a:schemeClr val="bg1"/>
                </a:solidFill>
                <a:effectLst/>
              </a:defRPr>
            </a:lvl1pPr>
          </a:lstStyle>
          <a:p>
            <a:pPr marL="0" marR="0" lvl="0" indent="0" algn="thaiDist" fontAlgn="auto">
              <a:lnSpc>
                <a:spcPct val="105000"/>
              </a:lnSpc>
              <a:spcAft>
                <a:spcPts val="0"/>
              </a:spcAft>
              <a:buClrTx/>
              <a:buSzTx/>
              <a:buNone/>
              <a:tabLst/>
            </a:pPr>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5" name="ตัวแทนข้อความ 6">
            <a:extLst>
              <a:ext uri="{FF2B5EF4-FFF2-40B4-BE49-F238E27FC236}">
                <a16:creationId xmlns:a16="http://schemas.microsoft.com/office/drawing/2014/main" id="{D5B3087A-1C35-45B6-8CD6-DB59D8DE3556}"/>
              </a:ext>
            </a:extLst>
          </p:cNvPr>
          <p:cNvSpPr>
            <a:spLocks noGrp="1"/>
          </p:cNvSpPr>
          <p:nvPr>
            <p:ph type="body" sz="quarter" idx="14" hasCustomPrompt="1"/>
          </p:nvPr>
        </p:nvSpPr>
        <p:spPr>
          <a:xfrm>
            <a:off x="6466035" y="3455186"/>
            <a:ext cx="2332001" cy="324471"/>
          </a:xfrm>
        </p:spPr>
        <p:txBody>
          <a:bodyPr vert="horz" lIns="91440" tIns="45720" rIns="91440" bIns="45720" rtlCol="0">
            <a:noAutofit/>
          </a:bodyPr>
          <a:lstStyle>
            <a:lvl1pPr algn="l">
              <a:defRPr lang="en-US" sz="2000" b="1" spc="0" baseline="0" dirty="0">
                <a:solidFill>
                  <a:schemeClr val="bg1"/>
                </a:solidFill>
                <a:effectLst/>
                <a:latin typeface="+mj-lt"/>
                <a:cs typeface="+mj-cs"/>
              </a:defRPr>
            </a:lvl1pPr>
          </a:lstStyle>
          <a:p>
            <a:pPr marL="0" lvl="0" indent="0" algn="ctr">
              <a:buNone/>
            </a:pPr>
            <a:r>
              <a:rPr lang="en-US" dirty="0"/>
              <a:t>Lorem Ipsum</a:t>
            </a:r>
          </a:p>
        </p:txBody>
      </p:sp>
      <p:sp>
        <p:nvSpPr>
          <p:cNvPr id="6" name="ตัวแทนข้อความ 6">
            <a:extLst>
              <a:ext uri="{FF2B5EF4-FFF2-40B4-BE49-F238E27FC236}">
                <a16:creationId xmlns:a16="http://schemas.microsoft.com/office/drawing/2014/main" id="{71F1A480-D086-4324-9A01-45331E9EED31}"/>
              </a:ext>
            </a:extLst>
          </p:cNvPr>
          <p:cNvSpPr>
            <a:spLocks noGrp="1"/>
          </p:cNvSpPr>
          <p:nvPr>
            <p:ph type="body" sz="quarter" idx="15" hasCustomPrompt="1"/>
          </p:nvPr>
        </p:nvSpPr>
        <p:spPr>
          <a:xfrm>
            <a:off x="5648355" y="3432102"/>
            <a:ext cx="798787" cy="448263"/>
          </a:xfrm>
        </p:spPr>
        <p:txBody>
          <a:bodyPr vert="horz" lIns="91440" tIns="45720" rIns="91440" bIns="45720" rtlCol="0">
            <a:noAutofit/>
          </a:bodyPr>
          <a:lstStyle>
            <a:lvl1pPr algn="r">
              <a:defRPr lang="en-US" sz="3200" b="1" spc="0" baseline="0" dirty="0">
                <a:solidFill>
                  <a:schemeClr val="bg1"/>
                </a:solidFill>
                <a:effectLst/>
                <a:latin typeface="+mj-lt"/>
                <a:cs typeface="+mj-cs"/>
              </a:defRPr>
            </a:lvl1pPr>
          </a:lstStyle>
          <a:p>
            <a:pPr marL="0" lvl="0" indent="0" algn="ctr">
              <a:buNone/>
            </a:pPr>
            <a:r>
              <a:rPr lang="en-US" dirty="0"/>
              <a:t>03</a:t>
            </a:r>
          </a:p>
        </p:txBody>
      </p:sp>
      <p:sp>
        <p:nvSpPr>
          <p:cNvPr id="7" name="ตัวแทนข้อความ 6">
            <a:extLst>
              <a:ext uri="{FF2B5EF4-FFF2-40B4-BE49-F238E27FC236}">
                <a16:creationId xmlns:a16="http://schemas.microsoft.com/office/drawing/2014/main" id="{BA2DC6DE-2983-4763-813C-7EF734E61EBC}"/>
              </a:ext>
            </a:extLst>
          </p:cNvPr>
          <p:cNvSpPr>
            <a:spLocks noGrp="1"/>
          </p:cNvSpPr>
          <p:nvPr>
            <p:ph type="body" sz="quarter" idx="16" hasCustomPrompt="1"/>
          </p:nvPr>
        </p:nvSpPr>
        <p:spPr>
          <a:xfrm>
            <a:off x="6466035" y="2421978"/>
            <a:ext cx="2332001" cy="827170"/>
          </a:xfrm>
        </p:spPr>
        <p:txBody>
          <a:bodyPr vert="horz" lIns="91440" tIns="45720" rIns="91440" bIns="45720" rtlCol="0">
            <a:noAutofit/>
          </a:bodyPr>
          <a:lstStyle>
            <a:lvl1pPr algn="thaiDist">
              <a:defRPr lang="en-US" sz="1000" spc="20" baseline="0" dirty="0">
                <a:solidFill>
                  <a:schemeClr val="bg1"/>
                </a:solidFill>
                <a:effectLst/>
              </a:defRPr>
            </a:lvl1pPr>
          </a:lstStyle>
          <a:p>
            <a:pPr marL="0" marR="0" lvl="0" indent="0" algn="thaiDist" fontAlgn="auto">
              <a:lnSpc>
                <a:spcPct val="105000"/>
              </a:lnSpc>
              <a:spcAft>
                <a:spcPts val="0"/>
              </a:spcAft>
              <a:buClrTx/>
              <a:buSzTx/>
              <a:buNone/>
              <a:tabLst/>
            </a:pPr>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8" name="ตัวแทนข้อความ 6">
            <a:extLst>
              <a:ext uri="{FF2B5EF4-FFF2-40B4-BE49-F238E27FC236}">
                <a16:creationId xmlns:a16="http://schemas.microsoft.com/office/drawing/2014/main" id="{91198FDB-C55B-41FB-B338-B242A5181B29}"/>
              </a:ext>
            </a:extLst>
          </p:cNvPr>
          <p:cNvSpPr>
            <a:spLocks noGrp="1"/>
          </p:cNvSpPr>
          <p:nvPr>
            <p:ph type="body" sz="quarter" idx="17" hasCustomPrompt="1"/>
          </p:nvPr>
        </p:nvSpPr>
        <p:spPr>
          <a:xfrm>
            <a:off x="6466035" y="2049300"/>
            <a:ext cx="2332001" cy="324471"/>
          </a:xfrm>
        </p:spPr>
        <p:txBody>
          <a:bodyPr vert="horz" lIns="91440" tIns="45720" rIns="91440" bIns="45720" rtlCol="0">
            <a:noAutofit/>
          </a:bodyPr>
          <a:lstStyle>
            <a:lvl1pPr algn="l">
              <a:defRPr lang="en-US" sz="2000" b="1" spc="0" baseline="0" dirty="0">
                <a:solidFill>
                  <a:schemeClr val="bg1"/>
                </a:solidFill>
                <a:effectLst/>
                <a:latin typeface="+mj-lt"/>
                <a:cs typeface="+mj-cs"/>
              </a:defRPr>
            </a:lvl1pPr>
          </a:lstStyle>
          <a:p>
            <a:pPr marL="0" lvl="0" indent="0" algn="ctr">
              <a:buNone/>
            </a:pPr>
            <a:r>
              <a:rPr lang="en-US" dirty="0"/>
              <a:t>Lorem Ipsum</a:t>
            </a:r>
          </a:p>
        </p:txBody>
      </p:sp>
      <p:sp>
        <p:nvSpPr>
          <p:cNvPr id="9" name="ตัวแทนข้อความ 6">
            <a:extLst>
              <a:ext uri="{FF2B5EF4-FFF2-40B4-BE49-F238E27FC236}">
                <a16:creationId xmlns:a16="http://schemas.microsoft.com/office/drawing/2014/main" id="{33C54390-1772-4F3B-A103-606E83EE0689}"/>
              </a:ext>
            </a:extLst>
          </p:cNvPr>
          <p:cNvSpPr>
            <a:spLocks noGrp="1"/>
          </p:cNvSpPr>
          <p:nvPr>
            <p:ph type="body" sz="quarter" idx="18" hasCustomPrompt="1"/>
          </p:nvPr>
        </p:nvSpPr>
        <p:spPr>
          <a:xfrm>
            <a:off x="5648355" y="2030468"/>
            <a:ext cx="798787" cy="448263"/>
          </a:xfrm>
        </p:spPr>
        <p:txBody>
          <a:bodyPr vert="horz" lIns="91440" tIns="45720" rIns="91440" bIns="45720" rtlCol="0">
            <a:noAutofit/>
          </a:bodyPr>
          <a:lstStyle>
            <a:lvl1pPr algn="r">
              <a:defRPr lang="en-US" sz="3200" b="1" spc="0" baseline="0" dirty="0">
                <a:solidFill>
                  <a:schemeClr val="bg1"/>
                </a:solidFill>
                <a:effectLst/>
                <a:latin typeface="+mj-lt"/>
                <a:cs typeface="+mj-cs"/>
              </a:defRPr>
            </a:lvl1pPr>
          </a:lstStyle>
          <a:p>
            <a:pPr marL="0" lvl="0" indent="0" algn="ctr">
              <a:buNone/>
            </a:pPr>
            <a:r>
              <a:rPr lang="en-US" dirty="0"/>
              <a:t>02</a:t>
            </a:r>
          </a:p>
        </p:txBody>
      </p:sp>
      <p:sp>
        <p:nvSpPr>
          <p:cNvPr id="10" name="ตัวแทนข้อความ 6">
            <a:extLst>
              <a:ext uri="{FF2B5EF4-FFF2-40B4-BE49-F238E27FC236}">
                <a16:creationId xmlns:a16="http://schemas.microsoft.com/office/drawing/2014/main" id="{D02454A5-BC4F-48EC-ADCE-083AE9E465A7}"/>
              </a:ext>
            </a:extLst>
          </p:cNvPr>
          <p:cNvSpPr>
            <a:spLocks noGrp="1"/>
          </p:cNvSpPr>
          <p:nvPr>
            <p:ph type="body" sz="quarter" idx="19" hasCustomPrompt="1"/>
          </p:nvPr>
        </p:nvSpPr>
        <p:spPr>
          <a:xfrm>
            <a:off x="6466035" y="1016092"/>
            <a:ext cx="2332001" cy="827170"/>
          </a:xfrm>
        </p:spPr>
        <p:txBody>
          <a:bodyPr vert="horz" lIns="91440" tIns="45720" rIns="91440" bIns="45720" rtlCol="0">
            <a:noAutofit/>
          </a:bodyPr>
          <a:lstStyle>
            <a:lvl1pPr algn="thaiDist">
              <a:defRPr lang="en-US" sz="1000" spc="20" baseline="0" dirty="0">
                <a:solidFill>
                  <a:schemeClr val="bg1"/>
                </a:solidFill>
                <a:effectLst/>
              </a:defRPr>
            </a:lvl1pPr>
          </a:lstStyle>
          <a:p>
            <a:pPr marL="0" marR="0" lvl="0" indent="0" algn="thaiDist" fontAlgn="auto">
              <a:lnSpc>
                <a:spcPct val="105000"/>
              </a:lnSpc>
              <a:spcAft>
                <a:spcPts val="0"/>
              </a:spcAft>
              <a:buClrTx/>
              <a:buSzTx/>
              <a:buNone/>
              <a:tabLst/>
            </a:pPr>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11" name="ตัวแทนข้อความ 6">
            <a:extLst>
              <a:ext uri="{FF2B5EF4-FFF2-40B4-BE49-F238E27FC236}">
                <a16:creationId xmlns:a16="http://schemas.microsoft.com/office/drawing/2014/main" id="{EFC12189-5772-47C1-B5E9-274EE5B7483C}"/>
              </a:ext>
            </a:extLst>
          </p:cNvPr>
          <p:cNvSpPr>
            <a:spLocks noGrp="1"/>
          </p:cNvSpPr>
          <p:nvPr>
            <p:ph type="body" sz="quarter" idx="20" hasCustomPrompt="1"/>
          </p:nvPr>
        </p:nvSpPr>
        <p:spPr>
          <a:xfrm>
            <a:off x="6466035" y="643414"/>
            <a:ext cx="2332001" cy="324471"/>
          </a:xfrm>
        </p:spPr>
        <p:txBody>
          <a:bodyPr vert="horz" lIns="91440" tIns="45720" rIns="91440" bIns="45720" rtlCol="0">
            <a:noAutofit/>
          </a:bodyPr>
          <a:lstStyle>
            <a:lvl1pPr algn="l">
              <a:defRPr lang="en-US" sz="2000" b="1" spc="0" baseline="0" dirty="0">
                <a:solidFill>
                  <a:schemeClr val="bg1"/>
                </a:solidFill>
                <a:effectLst/>
                <a:latin typeface="+mj-lt"/>
                <a:cs typeface="+mj-cs"/>
              </a:defRPr>
            </a:lvl1pPr>
          </a:lstStyle>
          <a:p>
            <a:pPr marL="0" lvl="0" indent="0" algn="ctr">
              <a:buNone/>
            </a:pPr>
            <a:r>
              <a:rPr lang="en-US" dirty="0"/>
              <a:t>Lorem Ipsum</a:t>
            </a:r>
          </a:p>
        </p:txBody>
      </p:sp>
      <p:sp>
        <p:nvSpPr>
          <p:cNvPr id="12" name="ตัวแทนข้อความ 6">
            <a:extLst>
              <a:ext uri="{FF2B5EF4-FFF2-40B4-BE49-F238E27FC236}">
                <a16:creationId xmlns:a16="http://schemas.microsoft.com/office/drawing/2014/main" id="{7FF356C9-8539-4E4E-A19A-EA9FB7ED7BFE}"/>
              </a:ext>
            </a:extLst>
          </p:cNvPr>
          <p:cNvSpPr>
            <a:spLocks noGrp="1"/>
          </p:cNvSpPr>
          <p:nvPr>
            <p:ph type="body" sz="quarter" idx="21" hasCustomPrompt="1"/>
          </p:nvPr>
        </p:nvSpPr>
        <p:spPr>
          <a:xfrm>
            <a:off x="5648355" y="624582"/>
            <a:ext cx="798787" cy="448263"/>
          </a:xfrm>
        </p:spPr>
        <p:txBody>
          <a:bodyPr vert="horz" lIns="91440" tIns="45720" rIns="91440" bIns="45720" rtlCol="0">
            <a:noAutofit/>
          </a:bodyPr>
          <a:lstStyle>
            <a:lvl1pPr algn="r">
              <a:defRPr lang="en-US" sz="3200" b="1" spc="0" baseline="0" dirty="0">
                <a:solidFill>
                  <a:schemeClr val="bg1"/>
                </a:solidFill>
                <a:effectLst/>
                <a:latin typeface="+mj-lt"/>
                <a:cs typeface="+mj-cs"/>
              </a:defRPr>
            </a:lvl1pPr>
          </a:lstStyle>
          <a:p>
            <a:pPr marL="0" lvl="0" indent="0" algn="ctr">
              <a:buNone/>
            </a:pPr>
            <a:r>
              <a:rPr lang="en-US" dirty="0"/>
              <a:t>01</a:t>
            </a:r>
          </a:p>
        </p:txBody>
      </p:sp>
      <p:sp>
        <p:nvSpPr>
          <p:cNvPr id="13" name="ตัวแทนข้อความ 257">
            <a:extLst>
              <a:ext uri="{FF2B5EF4-FFF2-40B4-BE49-F238E27FC236}">
                <a16:creationId xmlns:a16="http://schemas.microsoft.com/office/drawing/2014/main" id="{6DAE9304-DF36-4798-84F3-5070D94004F2}"/>
              </a:ext>
            </a:extLst>
          </p:cNvPr>
          <p:cNvSpPr>
            <a:spLocks noGrp="1"/>
          </p:cNvSpPr>
          <p:nvPr>
            <p:ph type="body" sz="quarter" idx="22" hasCustomPrompt="1"/>
          </p:nvPr>
        </p:nvSpPr>
        <p:spPr>
          <a:xfrm>
            <a:off x="450870" y="635001"/>
            <a:ext cx="3769912" cy="713646"/>
          </a:xfrm>
        </p:spPr>
        <p:txBody>
          <a:bodyPr>
            <a:noAutofit/>
          </a:bodyPr>
          <a:lstStyle>
            <a:lvl1pPr marL="0" indent="0" algn="l">
              <a:buNone/>
              <a:defRPr sz="4800" b="1" baseline="0">
                <a:ln w="12700">
                  <a:noFill/>
                </a:ln>
                <a:solidFill>
                  <a:schemeClr val="tx1"/>
                </a:solidFill>
                <a:latin typeface="+mj-lt"/>
                <a:cs typeface="+mj-cs"/>
              </a:defRPr>
            </a:lvl1pPr>
          </a:lstStyle>
          <a:p>
            <a:pPr lvl="0"/>
            <a:r>
              <a:rPr lang="en-US" dirty="0"/>
              <a:t>Business</a:t>
            </a:r>
          </a:p>
        </p:txBody>
      </p:sp>
      <p:sp>
        <p:nvSpPr>
          <p:cNvPr id="14" name="ตัวแทนข้อความ 257">
            <a:extLst>
              <a:ext uri="{FF2B5EF4-FFF2-40B4-BE49-F238E27FC236}">
                <a16:creationId xmlns:a16="http://schemas.microsoft.com/office/drawing/2014/main" id="{CD13983D-8D93-49D2-AB83-7F4BEF93AAB8}"/>
              </a:ext>
            </a:extLst>
          </p:cNvPr>
          <p:cNvSpPr>
            <a:spLocks noGrp="1"/>
          </p:cNvSpPr>
          <p:nvPr>
            <p:ph type="body" sz="quarter" idx="23" hasCustomPrompt="1"/>
          </p:nvPr>
        </p:nvSpPr>
        <p:spPr>
          <a:xfrm>
            <a:off x="450869" y="1322402"/>
            <a:ext cx="4425931" cy="713646"/>
          </a:xfrm>
        </p:spPr>
        <p:txBody>
          <a:bodyPr>
            <a:noAutofit/>
          </a:bodyPr>
          <a:lstStyle>
            <a:lvl1pPr marL="0" indent="0" algn="l">
              <a:buNone/>
              <a:defRPr sz="4800" b="1" baseline="0">
                <a:solidFill>
                  <a:schemeClr val="tx1"/>
                </a:solidFill>
                <a:latin typeface="+mj-lt"/>
                <a:cs typeface="+mj-cs"/>
              </a:defRPr>
            </a:lvl1pPr>
          </a:lstStyle>
          <a:p>
            <a:pPr lvl="0"/>
            <a:r>
              <a:rPr lang="en-US" dirty="0"/>
              <a:t>Data Analysis</a:t>
            </a:r>
          </a:p>
        </p:txBody>
      </p:sp>
    </p:spTree>
    <p:extLst>
      <p:ext uri="{BB962C8B-B14F-4D97-AF65-F5344CB8AC3E}">
        <p14:creationId xmlns:p14="http://schemas.microsoft.com/office/powerpoint/2010/main" val="3913015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ตัวแทนข้อความ 30">
            <a:extLst>
              <a:ext uri="{FF2B5EF4-FFF2-40B4-BE49-F238E27FC236}">
                <a16:creationId xmlns:a16="http://schemas.microsoft.com/office/drawing/2014/main" id="{FEFE5052-8B53-4C76-9AAF-B4648FF69DAF}"/>
              </a:ext>
            </a:extLst>
          </p:cNvPr>
          <p:cNvSpPr>
            <a:spLocks noGrp="1"/>
          </p:cNvSpPr>
          <p:nvPr>
            <p:ph type="body" sz="quarter" idx="17" hasCustomPrompt="1"/>
          </p:nvPr>
        </p:nvSpPr>
        <p:spPr>
          <a:xfrm>
            <a:off x="1502400" y="1374396"/>
            <a:ext cx="6139200" cy="1367643"/>
          </a:xfrm>
        </p:spPr>
        <p:txBody>
          <a:bodyPr>
            <a:noAutofit/>
          </a:bodyPr>
          <a:lstStyle>
            <a:lvl1pPr marL="0" indent="0" algn="ctr">
              <a:lnSpc>
                <a:spcPct val="95000"/>
              </a:lnSpc>
              <a:buNone/>
              <a:defRPr sz="2000" b="0" i="0" baseline="0">
                <a:solidFill>
                  <a:schemeClr val="tx1"/>
                </a:solidFill>
                <a:effectLst/>
                <a:latin typeface="+mn-lt"/>
                <a:cs typeface="+mn-cs"/>
              </a:defRPr>
            </a:lvl1pPr>
          </a:lstStyle>
          <a:p>
            <a:r>
              <a:rPr lang="en-US" dirty="0"/>
              <a:t>“Lorem Ipsum has been the industry's standard dummy text ever since the 1500s, when an unknown printer took a galley of type and scrambled it to make a type specimen book.”</a:t>
            </a:r>
          </a:p>
        </p:txBody>
      </p:sp>
      <p:sp>
        <p:nvSpPr>
          <p:cNvPr id="3" name="ตัวแทนข้อความ 30">
            <a:extLst>
              <a:ext uri="{FF2B5EF4-FFF2-40B4-BE49-F238E27FC236}">
                <a16:creationId xmlns:a16="http://schemas.microsoft.com/office/drawing/2014/main" id="{4AC37746-532A-4BCC-9F37-B39EB53644BA}"/>
              </a:ext>
            </a:extLst>
          </p:cNvPr>
          <p:cNvSpPr>
            <a:spLocks noGrp="1"/>
          </p:cNvSpPr>
          <p:nvPr>
            <p:ph type="body" sz="quarter" idx="11" hasCustomPrompt="1"/>
          </p:nvPr>
        </p:nvSpPr>
        <p:spPr>
          <a:xfrm>
            <a:off x="3095655" y="3151085"/>
            <a:ext cx="2952690" cy="282638"/>
          </a:xfrm>
        </p:spPr>
        <p:txBody>
          <a:bodyPr>
            <a:noAutofit/>
          </a:bodyPr>
          <a:lstStyle>
            <a:lvl1pPr marL="0" indent="0" algn="ctr">
              <a:buNone/>
              <a:defRPr sz="2400" b="1" i="0" spc="200" baseline="0">
                <a:solidFill>
                  <a:schemeClr val="accent1"/>
                </a:solidFill>
                <a:latin typeface="+mj-lt"/>
                <a:cs typeface="+mj-cs"/>
              </a:defRPr>
            </a:lvl1pPr>
          </a:lstStyle>
          <a:p>
            <a:pPr lvl="0"/>
            <a:r>
              <a:rPr lang="en-US" dirty="0"/>
              <a:t>NAME SURNAME</a:t>
            </a:r>
          </a:p>
        </p:txBody>
      </p:sp>
    </p:spTree>
    <p:extLst>
      <p:ext uri="{BB962C8B-B14F-4D97-AF65-F5344CB8AC3E}">
        <p14:creationId xmlns:p14="http://schemas.microsoft.com/office/powerpoint/2010/main" val="3097305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8" name="ตัวแทนข้อความ 9">
            <a:extLst>
              <a:ext uri="{FF2B5EF4-FFF2-40B4-BE49-F238E27FC236}">
                <a16:creationId xmlns:a16="http://schemas.microsoft.com/office/drawing/2014/main" id="{2B46B172-204A-4388-B637-899266B46C6A}"/>
              </a:ext>
            </a:extLst>
          </p:cNvPr>
          <p:cNvSpPr>
            <a:spLocks noGrp="1"/>
          </p:cNvSpPr>
          <p:nvPr>
            <p:ph type="body" sz="quarter" idx="26" hasCustomPrompt="1"/>
          </p:nvPr>
        </p:nvSpPr>
        <p:spPr>
          <a:xfrm>
            <a:off x="632266" y="2700415"/>
            <a:ext cx="1535673"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9" name="ตัวแทนข้อความ 9">
            <a:extLst>
              <a:ext uri="{FF2B5EF4-FFF2-40B4-BE49-F238E27FC236}">
                <a16:creationId xmlns:a16="http://schemas.microsoft.com/office/drawing/2014/main" id="{1B83FDCA-B896-4A9A-B695-F5E5956E37B4}"/>
              </a:ext>
            </a:extLst>
          </p:cNvPr>
          <p:cNvSpPr>
            <a:spLocks noGrp="1"/>
          </p:cNvSpPr>
          <p:nvPr>
            <p:ph type="body" sz="quarter" idx="27" hasCustomPrompt="1"/>
          </p:nvPr>
        </p:nvSpPr>
        <p:spPr>
          <a:xfrm>
            <a:off x="442467" y="2133028"/>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Analysis 01</a:t>
            </a:r>
          </a:p>
        </p:txBody>
      </p:sp>
      <p:sp>
        <p:nvSpPr>
          <p:cNvPr id="12" name="ตัวแทนข้อความ 9">
            <a:extLst>
              <a:ext uri="{FF2B5EF4-FFF2-40B4-BE49-F238E27FC236}">
                <a16:creationId xmlns:a16="http://schemas.microsoft.com/office/drawing/2014/main" id="{C4008191-2FFA-4F16-B40A-D7A22876347E}"/>
              </a:ext>
            </a:extLst>
          </p:cNvPr>
          <p:cNvSpPr>
            <a:spLocks noGrp="1"/>
          </p:cNvSpPr>
          <p:nvPr>
            <p:ph type="body" sz="quarter" idx="28" hasCustomPrompt="1"/>
          </p:nvPr>
        </p:nvSpPr>
        <p:spPr>
          <a:xfrm>
            <a:off x="927441" y="3976057"/>
            <a:ext cx="980933" cy="216525"/>
          </a:xfrm>
          <a:effectLst/>
        </p:spPr>
        <p:txBody>
          <a:bodyPr>
            <a:noAutofit/>
          </a:bodyPr>
          <a:lstStyle>
            <a:lvl1pPr marL="0" indent="0" algn="ctr">
              <a:lnSpc>
                <a:spcPct val="95000"/>
              </a:lnSpc>
              <a:spcBef>
                <a:spcPts val="0"/>
              </a:spcBef>
              <a:buNone/>
              <a:defRPr sz="1000" b="0" spc="0" baseline="0">
                <a:solidFill>
                  <a:schemeClr val="bg1"/>
                </a:solidFill>
                <a:effectLst/>
                <a:latin typeface="+mn-lt"/>
                <a:cs typeface="+mn-cs"/>
              </a:defRPr>
            </a:lvl1pPr>
          </a:lstStyle>
          <a:p>
            <a:pPr lvl="0"/>
            <a:r>
              <a:rPr lang="en-US" dirty="0"/>
              <a:t>Lorem Ipsum</a:t>
            </a:r>
          </a:p>
        </p:txBody>
      </p:sp>
      <p:sp>
        <p:nvSpPr>
          <p:cNvPr id="14" name="ตัวแทนข้อความ 9">
            <a:extLst>
              <a:ext uri="{FF2B5EF4-FFF2-40B4-BE49-F238E27FC236}">
                <a16:creationId xmlns:a16="http://schemas.microsoft.com/office/drawing/2014/main" id="{A3308639-FEAE-4B26-B576-72D107362B5D}"/>
              </a:ext>
            </a:extLst>
          </p:cNvPr>
          <p:cNvSpPr>
            <a:spLocks noGrp="1"/>
          </p:cNvSpPr>
          <p:nvPr>
            <p:ph type="body" sz="quarter" idx="29" hasCustomPrompt="1"/>
          </p:nvPr>
        </p:nvSpPr>
        <p:spPr>
          <a:xfrm>
            <a:off x="2750764" y="2700415"/>
            <a:ext cx="1535673"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15" name="ตัวแทนข้อความ 9">
            <a:extLst>
              <a:ext uri="{FF2B5EF4-FFF2-40B4-BE49-F238E27FC236}">
                <a16:creationId xmlns:a16="http://schemas.microsoft.com/office/drawing/2014/main" id="{822E0687-778C-4BE9-9D26-0186C9DB11CE}"/>
              </a:ext>
            </a:extLst>
          </p:cNvPr>
          <p:cNvSpPr>
            <a:spLocks noGrp="1"/>
          </p:cNvSpPr>
          <p:nvPr>
            <p:ph type="body" sz="quarter" idx="30" hasCustomPrompt="1"/>
          </p:nvPr>
        </p:nvSpPr>
        <p:spPr>
          <a:xfrm>
            <a:off x="2560965" y="2133028"/>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Analysis 02</a:t>
            </a:r>
          </a:p>
        </p:txBody>
      </p:sp>
      <p:sp>
        <p:nvSpPr>
          <p:cNvPr id="17" name="ตัวแทนข้อความ 9">
            <a:extLst>
              <a:ext uri="{FF2B5EF4-FFF2-40B4-BE49-F238E27FC236}">
                <a16:creationId xmlns:a16="http://schemas.microsoft.com/office/drawing/2014/main" id="{6BE33074-DFFB-46FC-9F8D-51D2713B96DB}"/>
              </a:ext>
            </a:extLst>
          </p:cNvPr>
          <p:cNvSpPr>
            <a:spLocks noGrp="1"/>
          </p:cNvSpPr>
          <p:nvPr>
            <p:ph type="body" sz="quarter" idx="31" hasCustomPrompt="1"/>
          </p:nvPr>
        </p:nvSpPr>
        <p:spPr>
          <a:xfrm>
            <a:off x="3045939" y="3976057"/>
            <a:ext cx="980933" cy="216525"/>
          </a:xfrm>
          <a:effectLst/>
        </p:spPr>
        <p:txBody>
          <a:bodyPr>
            <a:noAutofit/>
          </a:bodyPr>
          <a:lstStyle>
            <a:lvl1pPr marL="0" indent="0" algn="ctr">
              <a:lnSpc>
                <a:spcPct val="95000"/>
              </a:lnSpc>
              <a:spcBef>
                <a:spcPts val="0"/>
              </a:spcBef>
              <a:buNone/>
              <a:defRPr sz="1000" b="0" spc="0" baseline="0">
                <a:solidFill>
                  <a:schemeClr val="bg1"/>
                </a:solidFill>
                <a:effectLst/>
                <a:latin typeface="+mn-lt"/>
                <a:cs typeface="+mn-cs"/>
              </a:defRPr>
            </a:lvl1pPr>
          </a:lstStyle>
          <a:p>
            <a:pPr lvl="0"/>
            <a:r>
              <a:rPr lang="en-US" dirty="0"/>
              <a:t>Lorem Ipsum</a:t>
            </a:r>
          </a:p>
        </p:txBody>
      </p:sp>
      <p:sp>
        <p:nvSpPr>
          <p:cNvPr id="19" name="ตัวแทนข้อความ 9">
            <a:extLst>
              <a:ext uri="{FF2B5EF4-FFF2-40B4-BE49-F238E27FC236}">
                <a16:creationId xmlns:a16="http://schemas.microsoft.com/office/drawing/2014/main" id="{D4E71EAB-4EF2-4224-838C-7814FC57F446}"/>
              </a:ext>
            </a:extLst>
          </p:cNvPr>
          <p:cNvSpPr>
            <a:spLocks noGrp="1"/>
          </p:cNvSpPr>
          <p:nvPr>
            <p:ph type="body" sz="quarter" idx="32" hasCustomPrompt="1"/>
          </p:nvPr>
        </p:nvSpPr>
        <p:spPr>
          <a:xfrm>
            <a:off x="6976063" y="2700415"/>
            <a:ext cx="1535673" cy="63059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20" name="ตัวแทนข้อความ 9">
            <a:extLst>
              <a:ext uri="{FF2B5EF4-FFF2-40B4-BE49-F238E27FC236}">
                <a16:creationId xmlns:a16="http://schemas.microsoft.com/office/drawing/2014/main" id="{3A36DDBD-487F-44D3-B4D9-56B142BDE761}"/>
              </a:ext>
            </a:extLst>
          </p:cNvPr>
          <p:cNvSpPr>
            <a:spLocks noGrp="1"/>
          </p:cNvSpPr>
          <p:nvPr>
            <p:ph type="body" sz="quarter" idx="33" hasCustomPrompt="1"/>
          </p:nvPr>
        </p:nvSpPr>
        <p:spPr>
          <a:xfrm>
            <a:off x="6786264" y="2133028"/>
            <a:ext cx="1915270" cy="277950"/>
          </a:xfrm>
          <a:effectLst/>
        </p:spPr>
        <p:txBody>
          <a:bodyPr>
            <a:noAutofit/>
          </a:bodyPr>
          <a:lstStyle>
            <a:lvl1pPr marL="0" indent="0" algn="ctr">
              <a:lnSpc>
                <a:spcPct val="95000"/>
              </a:lnSpc>
              <a:spcBef>
                <a:spcPts val="0"/>
              </a:spcBef>
              <a:buNone/>
              <a:defRPr sz="1800" b="1" spc="0" baseline="0">
                <a:solidFill>
                  <a:schemeClr val="tx1"/>
                </a:solidFill>
                <a:effectLst/>
                <a:latin typeface="+mj-lt"/>
                <a:cs typeface="+mj-cs"/>
              </a:defRPr>
            </a:lvl1pPr>
          </a:lstStyle>
          <a:p>
            <a:r>
              <a:rPr lang="en-US" dirty="0"/>
              <a:t>Analysis 04</a:t>
            </a:r>
          </a:p>
        </p:txBody>
      </p:sp>
      <p:sp>
        <p:nvSpPr>
          <p:cNvPr id="22" name="ตัวแทนข้อความ 9">
            <a:extLst>
              <a:ext uri="{FF2B5EF4-FFF2-40B4-BE49-F238E27FC236}">
                <a16:creationId xmlns:a16="http://schemas.microsoft.com/office/drawing/2014/main" id="{18D16C77-F539-4B3E-9424-F44F0DBB411F}"/>
              </a:ext>
            </a:extLst>
          </p:cNvPr>
          <p:cNvSpPr>
            <a:spLocks noGrp="1"/>
          </p:cNvSpPr>
          <p:nvPr>
            <p:ph type="body" sz="quarter" idx="34" hasCustomPrompt="1"/>
          </p:nvPr>
        </p:nvSpPr>
        <p:spPr>
          <a:xfrm>
            <a:off x="7271238" y="3976057"/>
            <a:ext cx="980933" cy="216525"/>
          </a:xfrm>
          <a:effectLst/>
        </p:spPr>
        <p:txBody>
          <a:bodyPr>
            <a:noAutofit/>
          </a:bodyPr>
          <a:lstStyle>
            <a:lvl1pPr marL="0" indent="0" algn="ctr">
              <a:lnSpc>
                <a:spcPct val="95000"/>
              </a:lnSpc>
              <a:spcBef>
                <a:spcPts val="0"/>
              </a:spcBef>
              <a:buNone/>
              <a:defRPr sz="1000" b="0" spc="0" baseline="0">
                <a:solidFill>
                  <a:schemeClr val="bg1"/>
                </a:solidFill>
                <a:effectLst/>
                <a:latin typeface="+mn-lt"/>
                <a:cs typeface="+mn-cs"/>
              </a:defRPr>
            </a:lvl1pPr>
          </a:lstStyle>
          <a:p>
            <a:pPr lvl="0"/>
            <a:r>
              <a:rPr lang="en-US" dirty="0"/>
              <a:t>Lorem Ipsum</a:t>
            </a:r>
          </a:p>
        </p:txBody>
      </p:sp>
      <p:sp>
        <p:nvSpPr>
          <p:cNvPr id="24" name="ตัวแทนข้อความ 9">
            <a:extLst>
              <a:ext uri="{FF2B5EF4-FFF2-40B4-BE49-F238E27FC236}">
                <a16:creationId xmlns:a16="http://schemas.microsoft.com/office/drawing/2014/main" id="{527EE899-D0E6-4D04-AC9C-97C70E57D4E8}"/>
              </a:ext>
            </a:extLst>
          </p:cNvPr>
          <p:cNvSpPr>
            <a:spLocks noGrp="1"/>
          </p:cNvSpPr>
          <p:nvPr>
            <p:ph type="body" sz="quarter" idx="35" hasCustomPrompt="1"/>
          </p:nvPr>
        </p:nvSpPr>
        <p:spPr>
          <a:xfrm>
            <a:off x="4881220" y="2700415"/>
            <a:ext cx="1535673" cy="630597"/>
          </a:xfrm>
          <a:effectLst/>
        </p:spPr>
        <p:txBody>
          <a:bodyPr>
            <a:noAutofit/>
          </a:bodyPr>
          <a:lstStyle>
            <a:lvl1pPr marL="0" indent="0" algn="thaiDist">
              <a:lnSpc>
                <a:spcPct val="95000"/>
              </a:lnSpc>
              <a:spcBef>
                <a:spcPts val="0"/>
              </a:spcBef>
              <a:buNone/>
              <a:defRPr sz="1000" b="0" spc="0" baseline="0">
                <a:solidFill>
                  <a:schemeClr val="bg1"/>
                </a:solidFill>
                <a:effectLst/>
                <a:latin typeface="+mn-lt"/>
                <a:cs typeface="+mn-cs"/>
              </a:defRPr>
            </a:lvl1pPr>
          </a:lstStyle>
          <a:p>
            <a:pPr lvl="0"/>
            <a:r>
              <a:rPr lang="en-US" dirty="0"/>
              <a:t>Lorem Ipsum is simply dummy text of the printing and typesetting industry.</a:t>
            </a:r>
          </a:p>
        </p:txBody>
      </p:sp>
      <p:sp>
        <p:nvSpPr>
          <p:cNvPr id="25" name="ตัวแทนข้อความ 9">
            <a:extLst>
              <a:ext uri="{FF2B5EF4-FFF2-40B4-BE49-F238E27FC236}">
                <a16:creationId xmlns:a16="http://schemas.microsoft.com/office/drawing/2014/main" id="{20223B3B-0822-4BB1-9C44-CB351BE4E86D}"/>
              </a:ext>
            </a:extLst>
          </p:cNvPr>
          <p:cNvSpPr>
            <a:spLocks noGrp="1"/>
          </p:cNvSpPr>
          <p:nvPr>
            <p:ph type="body" sz="quarter" idx="36" hasCustomPrompt="1"/>
          </p:nvPr>
        </p:nvSpPr>
        <p:spPr>
          <a:xfrm>
            <a:off x="4691421" y="2133028"/>
            <a:ext cx="1915270" cy="277950"/>
          </a:xfrm>
          <a:effectLst/>
        </p:spPr>
        <p:txBody>
          <a:bodyPr>
            <a:noAutofit/>
          </a:bodyPr>
          <a:lstStyle>
            <a:lvl1pPr marL="0" indent="0" algn="ctr">
              <a:lnSpc>
                <a:spcPct val="95000"/>
              </a:lnSpc>
              <a:spcBef>
                <a:spcPts val="0"/>
              </a:spcBef>
              <a:buNone/>
              <a:defRPr sz="1800" b="1" spc="0" baseline="0">
                <a:solidFill>
                  <a:schemeClr val="bg1"/>
                </a:solidFill>
                <a:effectLst/>
                <a:latin typeface="+mj-lt"/>
                <a:cs typeface="+mj-cs"/>
              </a:defRPr>
            </a:lvl1pPr>
          </a:lstStyle>
          <a:p>
            <a:r>
              <a:rPr lang="en-US" dirty="0"/>
              <a:t>Analysis 03</a:t>
            </a:r>
          </a:p>
        </p:txBody>
      </p:sp>
      <p:sp>
        <p:nvSpPr>
          <p:cNvPr id="27" name="ตัวแทนข้อความ 9">
            <a:extLst>
              <a:ext uri="{FF2B5EF4-FFF2-40B4-BE49-F238E27FC236}">
                <a16:creationId xmlns:a16="http://schemas.microsoft.com/office/drawing/2014/main" id="{E02D8CB6-164D-4A0E-8FCC-470080F58C65}"/>
              </a:ext>
            </a:extLst>
          </p:cNvPr>
          <p:cNvSpPr>
            <a:spLocks noGrp="1"/>
          </p:cNvSpPr>
          <p:nvPr>
            <p:ph type="body" sz="quarter" idx="37" hasCustomPrompt="1"/>
          </p:nvPr>
        </p:nvSpPr>
        <p:spPr>
          <a:xfrm>
            <a:off x="5176395" y="3976057"/>
            <a:ext cx="980933" cy="216525"/>
          </a:xfrm>
          <a:effectLst/>
        </p:spPr>
        <p:txBody>
          <a:bodyPr>
            <a:noAutofit/>
          </a:bodyPr>
          <a:lstStyle>
            <a:lvl1pPr marL="0" indent="0" algn="ctr">
              <a:lnSpc>
                <a:spcPct val="95000"/>
              </a:lnSpc>
              <a:spcBef>
                <a:spcPts val="0"/>
              </a:spcBef>
              <a:buNone/>
              <a:defRPr sz="1000" b="0" spc="0" baseline="0">
                <a:solidFill>
                  <a:schemeClr val="bg1"/>
                </a:solidFill>
                <a:effectLst/>
                <a:latin typeface="+mn-lt"/>
                <a:cs typeface="+mn-cs"/>
              </a:defRPr>
            </a:lvl1pPr>
          </a:lstStyle>
          <a:p>
            <a:pPr lvl="0"/>
            <a:r>
              <a:rPr lang="en-US" dirty="0"/>
              <a:t>Lorem Ipsum</a:t>
            </a:r>
          </a:p>
        </p:txBody>
      </p:sp>
      <p:sp>
        <p:nvSpPr>
          <p:cNvPr id="28" name="ตัวแทนข้อความ 6">
            <a:extLst>
              <a:ext uri="{FF2B5EF4-FFF2-40B4-BE49-F238E27FC236}">
                <a16:creationId xmlns:a16="http://schemas.microsoft.com/office/drawing/2014/main" id="{4DFBA27C-710A-4324-8FDF-29859F497AD2}"/>
              </a:ext>
            </a:extLst>
          </p:cNvPr>
          <p:cNvSpPr>
            <a:spLocks noGrp="1"/>
          </p:cNvSpPr>
          <p:nvPr>
            <p:ph type="body" sz="quarter" idx="14" hasCustomPrompt="1"/>
          </p:nvPr>
        </p:nvSpPr>
        <p:spPr>
          <a:xfrm>
            <a:off x="2021070" y="512604"/>
            <a:ext cx="5101860" cy="580565"/>
          </a:xfrm>
        </p:spPr>
        <p:txBody>
          <a:bodyPr vert="horz" lIns="91440" tIns="45720" rIns="91440" bIns="45720" rtlCol="0">
            <a:noAutofit/>
          </a:bodyPr>
          <a:lstStyle>
            <a:lvl1pPr algn="ctr">
              <a:defRPr lang="en-US" sz="3200" b="1" i="0" spc="0" baseline="0" dirty="0">
                <a:solidFill>
                  <a:schemeClr val="tx1"/>
                </a:solidFill>
                <a:effectLst/>
                <a:latin typeface="+mj-lt"/>
                <a:cs typeface="+mj-cs"/>
              </a:defRPr>
            </a:lvl1pPr>
          </a:lstStyle>
          <a:p>
            <a:pPr marL="0" marR="0" lvl="0" indent="0" algn="ctr" defTabSz="685800" rtl="0" eaLnBrk="1" fontAlgn="auto" latinLnBrk="0" hangingPunct="1">
              <a:lnSpc>
                <a:spcPct val="95000"/>
              </a:lnSpc>
              <a:spcBef>
                <a:spcPts val="0"/>
              </a:spcBef>
              <a:spcAft>
                <a:spcPts val="0"/>
              </a:spcAft>
              <a:buClrTx/>
              <a:buSzTx/>
              <a:buFont typeface="Arial" panose="020B0604020202020204" pitchFamily="34" charset="0"/>
              <a:buNone/>
              <a:tabLst/>
              <a:defRPr/>
            </a:pPr>
            <a:r>
              <a:rPr lang="en-US" dirty="0"/>
              <a:t>Business Data Analysis </a:t>
            </a:r>
          </a:p>
        </p:txBody>
      </p:sp>
      <p:sp>
        <p:nvSpPr>
          <p:cNvPr id="29" name="ตัวแทนข้อความ 386">
            <a:extLst>
              <a:ext uri="{FF2B5EF4-FFF2-40B4-BE49-F238E27FC236}">
                <a16:creationId xmlns:a16="http://schemas.microsoft.com/office/drawing/2014/main" id="{427BEA57-3163-4991-9861-DA764B04D4F8}"/>
              </a:ext>
            </a:extLst>
          </p:cNvPr>
          <p:cNvSpPr>
            <a:spLocks noGrp="1"/>
          </p:cNvSpPr>
          <p:nvPr>
            <p:ph type="body" sz="quarter" idx="13" hasCustomPrompt="1"/>
          </p:nvPr>
        </p:nvSpPr>
        <p:spPr>
          <a:xfrm>
            <a:off x="1553267" y="1107668"/>
            <a:ext cx="6037466" cy="373254"/>
          </a:xfrm>
        </p:spPr>
        <p:txBody>
          <a:bodyPr>
            <a:noAutofit/>
          </a:bodyPr>
          <a:lstStyle>
            <a:lvl1pPr marL="0" indent="0" algn="ctr">
              <a:lnSpc>
                <a:spcPct val="114000"/>
              </a:lnSpc>
              <a:spcBef>
                <a:spcPts val="750"/>
              </a:spcBef>
              <a:spcAft>
                <a:spcPts val="0"/>
              </a:spcAft>
              <a:buNone/>
              <a:defRPr sz="1000" spc="-80" baseline="0">
                <a:solidFill>
                  <a:schemeClr val="tx1"/>
                </a:solidFill>
                <a:latin typeface="+mn-lt"/>
                <a:cs typeface="+mn-cs"/>
              </a:defRPr>
            </a:lvl1pPr>
          </a:lstStyle>
          <a:p>
            <a:r>
              <a:rPr lang="en-US" dirty="0"/>
              <a:t>Lorem Ipsum has been the industry's standard dummy text ever since the 1500s, when an unknown printer took a galley of type and scrambled it to make a type specimen book.</a:t>
            </a:r>
          </a:p>
        </p:txBody>
      </p:sp>
    </p:spTree>
    <p:extLst>
      <p:ext uri="{BB962C8B-B14F-4D97-AF65-F5344CB8AC3E}">
        <p14:creationId xmlns:p14="http://schemas.microsoft.com/office/powerpoint/2010/main" val="340570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10" name="ตัวแทนข้อความ 111">
            <a:extLst>
              <a:ext uri="{FF2B5EF4-FFF2-40B4-BE49-F238E27FC236}">
                <a16:creationId xmlns:a16="http://schemas.microsoft.com/office/drawing/2014/main" id="{E435A49F-B369-4FCC-A7BC-BA290094B2D6}"/>
              </a:ext>
            </a:extLst>
          </p:cNvPr>
          <p:cNvSpPr>
            <a:spLocks noGrp="1"/>
          </p:cNvSpPr>
          <p:nvPr>
            <p:ph type="body" sz="quarter" idx="16" hasCustomPrompt="1"/>
          </p:nvPr>
        </p:nvSpPr>
        <p:spPr>
          <a:xfrm>
            <a:off x="752497" y="3942285"/>
            <a:ext cx="1682496" cy="897556"/>
          </a:xfrm>
          <a:prstGeom prst="rect">
            <a:avLst/>
          </a:prstGeom>
        </p:spPr>
        <p:txBody>
          <a:bodyPr>
            <a:noAutofit/>
          </a:bodyPr>
          <a:lstStyle>
            <a:lvl1pPr marL="0" indent="0" algn="thaiDist">
              <a:lnSpc>
                <a:spcPct val="103000"/>
              </a:lnSpc>
              <a:spcBef>
                <a:spcPts val="750"/>
              </a:spcBef>
              <a:spcAft>
                <a:spcPts val="600"/>
              </a:spcAft>
              <a:buNone/>
              <a:defRPr sz="1000" spc="70" baseline="0">
                <a:solidFill>
                  <a:schemeClr val="tx1"/>
                </a:solidFill>
                <a:latin typeface="+mn-lt"/>
                <a:cs typeface="+mn-cs"/>
              </a:defRPr>
            </a:lvl1pPr>
          </a:lstStyle>
          <a:p>
            <a:pPr lvl="0"/>
            <a:r>
              <a:rPr lang="en-US" dirty="0"/>
              <a:t>Lorem Ipsum is simply dummy text of the printing and typesetting industry.</a:t>
            </a:r>
          </a:p>
        </p:txBody>
      </p:sp>
      <p:sp>
        <p:nvSpPr>
          <p:cNvPr id="11" name="ตัวแทนข้อความ 111">
            <a:extLst>
              <a:ext uri="{FF2B5EF4-FFF2-40B4-BE49-F238E27FC236}">
                <a16:creationId xmlns:a16="http://schemas.microsoft.com/office/drawing/2014/main" id="{76B9081B-9C5B-4BBD-B115-91A78564E303}"/>
              </a:ext>
            </a:extLst>
          </p:cNvPr>
          <p:cNvSpPr>
            <a:spLocks noGrp="1"/>
          </p:cNvSpPr>
          <p:nvPr>
            <p:ph type="body" sz="quarter" idx="10" hasCustomPrompt="1"/>
          </p:nvPr>
        </p:nvSpPr>
        <p:spPr>
          <a:xfrm>
            <a:off x="752497" y="3544341"/>
            <a:ext cx="1682496" cy="324872"/>
          </a:xfrm>
          <a:prstGeom prst="rect">
            <a:avLst/>
          </a:prstGeom>
        </p:spPr>
        <p:txBody>
          <a:bodyPr>
            <a:noAutofit/>
          </a:bodyPr>
          <a:lstStyle>
            <a:lvl1pPr marL="0" indent="0" algn="l">
              <a:buNone/>
              <a:defRPr sz="2000" b="1" spc="50" baseline="0">
                <a:solidFill>
                  <a:schemeClr val="tx1"/>
                </a:solidFill>
                <a:latin typeface="+mj-lt"/>
                <a:cs typeface="+mj-cs"/>
              </a:defRPr>
            </a:lvl1pPr>
          </a:lstStyle>
          <a:p>
            <a:pPr lvl="0"/>
            <a:r>
              <a:rPr lang="en-US" dirty="0"/>
              <a:t>Step 01</a:t>
            </a:r>
          </a:p>
        </p:txBody>
      </p:sp>
      <p:sp>
        <p:nvSpPr>
          <p:cNvPr id="12" name="ตัวแทนข้อความ 111">
            <a:extLst>
              <a:ext uri="{FF2B5EF4-FFF2-40B4-BE49-F238E27FC236}">
                <a16:creationId xmlns:a16="http://schemas.microsoft.com/office/drawing/2014/main" id="{6B4F91C4-8916-45FD-B023-05F77FC20C28}"/>
              </a:ext>
            </a:extLst>
          </p:cNvPr>
          <p:cNvSpPr>
            <a:spLocks noGrp="1"/>
          </p:cNvSpPr>
          <p:nvPr>
            <p:ph type="body" sz="quarter" idx="18" hasCustomPrompt="1"/>
          </p:nvPr>
        </p:nvSpPr>
        <p:spPr>
          <a:xfrm>
            <a:off x="2840732" y="3251951"/>
            <a:ext cx="1680924" cy="897556"/>
          </a:xfrm>
          <a:prstGeom prst="rect">
            <a:avLst/>
          </a:prstGeom>
        </p:spPr>
        <p:txBody>
          <a:bodyPr>
            <a:noAutofit/>
          </a:bodyPr>
          <a:lstStyle>
            <a:lvl1pPr marL="0" indent="0" algn="thaiDist">
              <a:lnSpc>
                <a:spcPct val="103000"/>
              </a:lnSpc>
              <a:spcBef>
                <a:spcPts val="750"/>
              </a:spcBef>
              <a:spcAft>
                <a:spcPts val="600"/>
              </a:spcAft>
              <a:buNone/>
              <a:defRPr sz="1000" spc="70" baseline="0">
                <a:solidFill>
                  <a:schemeClr val="tx1"/>
                </a:solidFill>
                <a:latin typeface="+mn-lt"/>
                <a:cs typeface="+mn-cs"/>
              </a:defRPr>
            </a:lvl1pPr>
          </a:lstStyle>
          <a:p>
            <a:pPr lvl="0"/>
            <a:r>
              <a:rPr lang="en-US" dirty="0"/>
              <a:t>Lorem Ipsum is simply dummy text of the printing and typesetting industry.</a:t>
            </a:r>
          </a:p>
        </p:txBody>
      </p:sp>
      <p:sp>
        <p:nvSpPr>
          <p:cNvPr id="13" name="ตัวแทนข้อความ 111">
            <a:extLst>
              <a:ext uri="{FF2B5EF4-FFF2-40B4-BE49-F238E27FC236}">
                <a16:creationId xmlns:a16="http://schemas.microsoft.com/office/drawing/2014/main" id="{4F2B2908-CE01-4811-96F4-85F50FF8F2B5}"/>
              </a:ext>
            </a:extLst>
          </p:cNvPr>
          <p:cNvSpPr>
            <a:spLocks noGrp="1"/>
          </p:cNvSpPr>
          <p:nvPr>
            <p:ph type="body" sz="quarter" idx="19" hasCustomPrompt="1"/>
          </p:nvPr>
        </p:nvSpPr>
        <p:spPr>
          <a:xfrm>
            <a:off x="2840732" y="2854007"/>
            <a:ext cx="1680924" cy="324872"/>
          </a:xfrm>
          <a:prstGeom prst="rect">
            <a:avLst/>
          </a:prstGeom>
        </p:spPr>
        <p:txBody>
          <a:bodyPr>
            <a:noAutofit/>
          </a:bodyPr>
          <a:lstStyle>
            <a:lvl1pPr marL="0" indent="0" algn="l">
              <a:buNone/>
              <a:defRPr sz="2000" b="1" spc="50" baseline="0">
                <a:solidFill>
                  <a:schemeClr val="tx1"/>
                </a:solidFill>
                <a:latin typeface="+mj-lt"/>
                <a:cs typeface="+mj-cs"/>
              </a:defRPr>
            </a:lvl1pPr>
          </a:lstStyle>
          <a:p>
            <a:pPr lvl="0"/>
            <a:r>
              <a:rPr lang="en-US" dirty="0"/>
              <a:t>Step 02</a:t>
            </a:r>
          </a:p>
        </p:txBody>
      </p:sp>
      <p:sp>
        <p:nvSpPr>
          <p:cNvPr id="14" name="ตัวแทนข้อความ 111">
            <a:extLst>
              <a:ext uri="{FF2B5EF4-FFF2-40B4-BE49-F238E27FC236}">
                <a16:creationId xmlns:a16="http://schemas.microsoft.com/office/drawing/2014/main" id="{E548DB48-6423-4B71-940B-B93E5D93F518}"/>
              </a:ext>
            </a:extLst>
          </p:cNvPr>
          <p:cNvSpPr>
            <a:spLocks noGrp="1"/>
          </p:cNvSpPr>
          <p:nvPr>
            <p:ph type="body" sz="quarter" idx="20" hasCustomPrompt="1"/>
          </p:nvPr>
        </p:nvSpPr>
        <p:spPr>
          <a:xfrm>
            <a:off x="4921795" y="2562233"/>
            <a:ext cx="1680924" cy="897556"/>
          </a:xfrm>
          <a:prstGeom prst="rect">
            <a:avLst/>
          </a:prstGeom>
        </p:spPr>
        <p:txBody>
          <a:bodyPr>
            <a:noAutofit/>
          </a:bodyPr>
          <a:lstStyle>
            <a:lvl1pPr marL="0" indent="0" algn="thaiDist">
              <a:lnSpc>
                <a:spcPct val="103000"/>
              </a:lnSpc>
              <a:spcBef>
                <a:spcPts val="750"/>
              </a:spcBef>
              <a:spcAft>
                <a:spcPts val="600"/>
              </a:spcAft>
              <a:buNone/>
              <a:defRPr sz="1000" spc="70" baseline="0">
                <a:solidFill>
                  <a:schemeClr val="tx1"/>
                </a:solidFill>
                <a:latin typeface="+mn-lt"/>
                <a:cs typeface="+mn-cs"/>
              </a:defRPr>
            </a:lvl1pPr>
          </a:lstStyle>
          <a:p>
            <a:pPr lvl="0"/>
            <a:r>
              <a:rPr lang="en-US" dirty="0"/>
              <a:t>Lorem Ipsum is simply dummy text of the printing and typesetting industry.</a:t>
            </a:r>
          </a:p>
        </p:txBody>
      </p:sp>
      <p:sp>
        <p:nvSpPr>
          <p:cNvPr id="15" name="ตัวแทนข้อความ 111">
            <a:extLst>
              <a:ext uri="{FF2B5EF4-FFF2-40B4-BE49-F238E27FC236}">
                <a16:creationId xmlns:a16="http://schemas.microsoft.com/office/drawing/2014/main" id="{D33E6999-BDF4-42D2-BFF1-5F943D014457}"/>
              </a:ext>
            </a:extLst>
          </p:cNvPr>
          <p:cNvSpPr>
            <a:spLocks noGrp="1"/>
          </p:cNvSpPr>
          <p:nvPr>
            <p:ph type="body" sz="quarter" idx="21" hasCustomPrompt="1"/>
          </p:nvPr>
        </p:nvSpPr>
        <p:spPr>
          <a:xfrm>
            <a:off x="4921795" y="2164289"/>
            <a:ext cx="1680924" cy="324872"/>
          </a:xfrm>
          <a:prstGeom prst="rect">
            <a:avLst/>
          </a:prstGeom>
        </p:spPr>
        <p:txBody>
          <a:bodyPr>
            <a:noAutofit/>
          </a:bodyPr>
          <a:lstStyle>
            <a:lvl1pPr marL="0" indent="0" algn="l">
              <a:buNone/>
              <a:defRPr sz="2000" b="1" spc="50" baseline="0">
                <a:solidFill>
                  <a:schemeClr val="tx1"/>
                </a:solidFill>
                <a:latin typeface="+mj-lt"/>
                <a:cs typeface="+mj-cs"/>
              </a:defRPr>
            </a:lvl1pPr>
          </a:lstStyle>
          <a:p>
            <a:pPr lvl="0"/>
            <a:r>
              <a:rPr lang="en-US" dirty="0"/>
              <a:t>Step 03</a:t>
            </a:r>
          </a:p>
        </p:txBody>
      </p:sp>
      <p:sp>
        <p:nvSpPr>
          <p:cNvPr id="16" name="ตัวแทนข้อความ 111">
            <a:extLst>
              <a:ext uri="{FF2B5EF4-FFF2-40B4-BE49-F238E27FC236}">
                <a16:creationId xmlns:a16="http://schemas.microsoft.com/office/drawing/2014/main" id="{59631187-D6E7-49EC-8D63-4CDF85C64BBA}"/>
              </a:ext>
            </a:extLst>
          </p:cNvPr>
          <p:cNvSpPr>
            <a:spLocks noGrp="1"/>
          </p:cNvSpPr>
          <p:nvPr>
            <p:ph type="body" sz="quarter" idx="22" hasCustomPrompt="1"/>
          </p:nvPr>
        </p:nvSpPr>
        <p:spPr>
          <a:xfrm>
            <a:off x="7010030" y="1876299"/>
            <a:ext cx="1680924" cy="897556"/>
          </a:xfrm>
          <a:prstGeom prst="rect">
            <a:avLst/>
          </a:prstGeom>
        </p:spPr>
        <p:txBody>
          <a:bodyPr>
            <a:noAutofit/>
          </a:bodyPr>
          <a:lstStyle>
            <a:lvl1pPr marL="0" indent="0" algn="thaiDist">
              <a:lnSpc>
                <a:spcPct val="103000"/>
              </a:lnSpc>
              <a:spcBef>
                <a:spcPts val="750"/>
              </a:spcBef>
              <a:spcAft>
                <a:spcPts val="600"/>
              </a:spcAft>
              <a:buNone/>
              <a:defRPr sz="1000" spc="70" baseline="0">
                <a:solidFill>
                  <a:schemeClr val="tx1"/>
                </a:solidFill>
                <a:latin typeface="+mn-lt"/>
                <a:cs typeface="+mn-cs"/>
              </a:defRPr>
            </a:lvl1pPr>
          </a:lstStyle>
          <a:p>
            <a:pPr lvl="0"/>
            <a:r>
              <a:rPr lang="en-US" dirty="0"/>
              <a:t>Lorem Ipsum is simply dummy text of the printing and typesetting industry.</a:t>
            </a:r>
          </a:p>
        </p:txBody>
      </p:sp>
      <p:sp>
        <p:nvSpPr>
          <p:cNvPr id="17" name="ตัวแทนข้อความ 111">
            <a:extLst>
              <a:ext uri="{FF2B5EF4-FFF2-40B4-BE49-F238E27FC236}">
                <a16:creationId xmlns:a16="http://schemas.microsoft.com/office/drawing/2014/main" id="{2087B071-5A25-484E-972E-2BEA02FDB91B}"/>
              </a:ext>
            </a:extLst>
          </p:cNvPr>
          <p:cNvSpPr>
            <a:spLocks noGrp="1"/>
          </p:cNvSpPr>
          <p:nvPr>
            <p:ph type="body" sz="quarter" idx="23" hasCustomPrompt="1"/>
          </p:nvPr>
        </p:nvSpPr>
        <p:spPr>
          <a:xfrm>
            <a:off x="7010030" y="1478355"/>
            <a:ext cx="1680924" cy="324872"/>
          </a:xfrm>
          <a:prstGeom prst="rect">
            <a:avLst/>
          </a:prstGeom>
        </p:spPr>
        <p:txBody>
          <a:bodyPr>
            <a:noAutofit/>
          </a:bodyPr>
          <a:lstStyle>
            <a:lvl1pPr marL="0" indent="0" algn="l">
              <a:buNone/>
              <a:defRPr sz="2000" b="1" spc="50" baseline="0">
                <a:solidFill>
                  <a:schemeClr val="tx1"/>
                </a:solidFill>
                <a:latin typeface="+mj-lt"/>
                <a:cs typeface="+mj-cs"/>
              </a:defRPr>
            </a:lvl1pPr>
          </a:lstStyle>
          <a:p>
            <a:pPr lvl="0"/>
            <a:r>
              <a:rPr lang="en-US" dirty="0"/>
              <a:t>Step 04</a:t>
            </a:r>
          </a:p>
        </p:txBody>
      </p:sp>
      <p:sp>
        <p:nvSpPr>
          <p:cNvPr id="20" name="ตัวแทนข้อความ 257">
            <a:extLst>
              <a:ext uri="{FF2B5EF4-FFF2-40B4-BE49-F238E27FC236}">
                <a16:creationId xmlns:a16="http://schemas.microsoft.com/office/drawing/2014/main" id="{E85F69A9-BCD6-4F44-AEFB-9CE2007492CD}"/>
              </a:ext>
            </a:extLst>
          </p:cNvPr>
          <p:cNvSpPr>
            <a:spLocks noGrp="1"/>
          </p:cNvSpPr>
          <p:nvPr>
            <p:ph type="body" sz="quarter" idx="24" hasCustomPrompt="1"/>
          </p:nvPr>
        </p:nvSpPr>
        <p:spPr>
          <a:xfrm>
            <a:off x="429321" y="439124"/>
            <a:ext cx="3769912" cy="713646"/>
          </a:xfrm>
        </p:spPr>
        <p:txBody>
          <a:bodyPr>
            <a:noAutofit/>
          </a:bodyPr>
          <a:lstStyle>
            <a:lvl1pPr marL="0" indent="0" algn="l">
              <a:buNone/>
              <a:defRPr sz="4400" b="1" baseline="0">
                <a:ln w="12700">
                  <a:noFill/>
                </a:ln>
                <a:solidFill>
                  <a:schemeClr val="tx1"/>
                </a:solidFill>
                <a:latin typeface="+mj-lt"/>
                <a:cs typeface="+mj-cs"/>
              </a:defRPr>
            </a:lvl1pPr>
          </a:lstStyle>
          <a:p>
            <a:pPr lvl="0"/>
            <a:r>
              <a:rPr lang="en-US" dirty="0"/>
              <a:t>Business</a:t>
            </a:r>
          </a:p>
        </p:txBody>
      </p:sp>
      <p:sp>
        <p:nvSpPr>
          <p:cNvPr id="21" name="ตัวแทนข้อความ 257">
            <a:extLst>
              <a:ext uri="{FF2B5EF4-FFF2-40B4-BE49-F238E27FC236}">
                <a16:creationId xmlns:a16="http://schemas.microsoft.com/office/drawing/2014/main" id="{6CE40E88-06BC-40DE-AFD9-A8A98D4EE1F3}"/>
              </a:ext>
            </a:extLst>
          </p:cNvPr>
          <p:cNvSpPr>
            <a:spLocks noGrp="1"/>
          </p:cNvSpPr>
          <p:nvPr>
            <p:ph type="body" sz="quarter" idx="25" hasCustomPrompt="1"/>
          </p:nvPr>
        </p:nvSpPr>
        <p:spPr>
          <a:xfrm>
            <a:off x="429320" y="1126525"/>
            <a:ext cx="4425931" cy="713646"/>
          </a:xfrm>
        </p:spPr>
        <p:txBody>
          <a:bodyPr>
            <a:noAutofit/>
          </a:bodyPr>
          <a:lstStyle>
            <a:lvl1pPr marL="0" indent="0" algn="l">
              <a:buNone/>
              <a:defRPr sz="4400" b="1" baseline="0">
                <a:solidFill>
                  <a:schemeClr val="tx1"/>
                </a:solidFill>
                <a:latin typeface="+mj-lt"/>
                <a:cs typeface="+mj-cs"/>
              </a:defRPr>
            </a:lvl1pPr>
          </a:lstStyle>
          <a:p>
            <a:pPr lvl="0"/>
            <a:r>
              <a:rPr lang="en-US" dirty="0"/>
              <a:t>Data Analysis</a:t>
            </a:r>
          </a:p>
        </p:txBody>
      </p:sp>
    </p:spTree>
    <p:extLst>
      <p:ext uri="{BB962C8B-B14F-4D97-AF65-F5344CB8AC3E}">
        <p14:creationId xmlns:p14="http://schemas.microsoft.com/office/powerpoint/2010/main" val="2464726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2" name="ตัวแทนข้อความ 111">
            <a:extLst>
              <a:ext uri="{FF2B5EF4-FFF2-40B4-BE49-F238E27FC236}">
                <a16:creationId xmlns:a16="http://schemas.microsoft.com/office/drawing/2014/main" id="{E6DA2A46-06C6-4BB7-AF17-F757D06DE995}"/>
              </a:ext>
            </a:extLst>
          </p:cNvPr>
          <p:cNvSpPr>
            <a:spLocks noGrp="1"/>
          </p:cNvSpPr>
          <p:nvPr>
            <p:ph type="body" sz="quarter" idx="16" hasCustomPrompt="1"/>
          </p:nvPr>
        </p:nvSpPr>
        <p:spPr>
          <a:xfrm>
            <a:off x="1385631" y="1690660"/>
            <a:ext cx="2387263" cy="603455"/>
          </a:xfrm>
          <a:prstGeom prst="rect">
            <a:avLst/>
          </a:prstGeom>
        </p:spPr>
        <p:txBody>
          <a:bodyPr>
            <a:noAutofit/>
          </a:bodyPr>
          <a:lstStyle>
            <a:lvl1pPr marL="0" indent="0" algn="thaiDist">
              <a:lnSpc>
                <a:spcPct val="103000"/>
              </a:lnSpc>
              <a:spcBef>
                <a:spcPts val="750"/>
              </a:spcBef>
              <a:spcAft>
                <a:spcPts val="600"/>
              </a:spcAft>
              <a:buNone/>
              <a:defRPr sz="1100" spc="20" baseline="0">
                <a:solidFill>
                  <a:schemeClr val="tx1"/>
                </a:solidFill>
                <a:latin typeface="+mn-lt"/>
                <a:cs typeface="+mn-cs"/>
              </a:defRPr>
            </a:lvl1pPr>
          </a:lstStyle>
          <a:p>
            <a:pPr lvl="0"/>
            <a:r>
              <a:rPr lang="en-US" dirty="0"/>
              <a:t>Lorem Ipsum is simply dummy text of the printing and typesetting industry.</a:t>
            </a:r>
          </a:p>
        </p:txBody>
      </p:sp>
      <p:sp>
        <p:nvSpPr>
          <p:cNvPr id="3" name="ตัวแทนข้อความ 111">
            <a:extLst>
              <a:ext uri="{FF2B5EF4-FFF2-40B4-BE49-F238E27FC236}">
                <a16:creationId xmlns:a16="http://schemas.microsoft.com/office/drawing/2014/main" id="{14244A0C-0911-44EB-8435-CA99085D666E}"/>
              </a:ext>
            </a:extLst>
          </p:cNvPr>
          <p:cNvSpPr>
            <a:spLocks noGrp="1"/>
          </p:cNvSpPr>
          <p:nvPr>
            <p:ph type="body" sz="quarter" idx="10" hasCustomPrompt="1"/>
          </p:nvPr>
        </p:nvSpPr>
        <p:spPr>
          <a:xfrm>
            <a:off x="1385631" y="1326567"/>
            <a:ext cx="2387263" cy="369727"/>
          </a:xfrm>
          <a:prstGeom prst="rect">
            <a:avLst/>
          </a:prstGeom>
        </p:spPr>
        <p:txBody>
          <a:bodyPr>
            <a:noAutofit/>
          </a:bodyPr>
          <a:lstStyle>
            <a:lvl1pPr marL="0" indent="0" algn="thaiDist">
              <a:buNone/>
              <a:defRPr sz="2400" b="1" baseline="0">
                <a:solidFill>
                  <a:schemeClr val="tx1"/>
                </a:solidFill>
                <a:latin typeface="+mj-lt"/>
                <a:cs typeface="+mj-cs"/>
              </a:defRPr>
            </a:lvl1pPr>
          </a:lstStyle>
          <a:p>
            <a:pPr lvl="0"/>
            <a:r>
              <a:rPr lang="en-US" dirty="0"/>
              <a:t>Lorem Ipsum</a:t>
            </a:r>
          </a:p>
        </p:txBody>
      </p:sp>
      <p:sp>
        <p:nvSpPr>
          <p:cNvPr id="4" name="ตัวแทนข้อความ 111">
            <a:extLst>
              <a:ext uri="{FF2B5EF4-FFF2-40B4-BE49-F238E27FC236}">
                <a16:creationId xmlns:a16="http://schemas.microsoft.com/office/drawing/2014/main" id="{F1A048FB-044A-4F2B-AAE7-DB21559E124D}"/>
              </a:ext>
            </a:extLst>
          </p:cNvPr>
          <p:cNvSpPr>
            <a:spLocks noGrp="1"/>
          </p:cNvSpPr>
          <p:nvPr>
            <p:ph type="body" sz="quarter" idx="17" hasCustomPrompt="1"/>
          </p:nvPr>
        </p:nvSpPr>
        <p:spPr>
          <a:xfrm>
            <a:off x="1385631" y="3356465"/>
            <a:ext cx="2387263" cy="603455"/>
          </a:xfrm>
          <a:prstGeom prst="rect">
            <a:avLst/>
          </a:prstGeom>
        </p:spPr>
        <p:txBody>
          <a:bodyPr>
            <a:noAutofit/>
          </a:bodyPr>
          <a:lstStyle>
            <a:lvl1pPr marL="0" indent="0" algn="thaiDist">
              <a:lnSpc>
                <a:spcPct val="103000"/>
              </a:lnSpc>
              <a:spcBef>
                <a:spcPts val="750"/>
              </a:spcBef>
              <a:spcAft>
                <a:spcPts val="600"/>
              </a:spcAft>
              <a:buNone/>
              <a:defRPr sz="1100" spc="20" baseline="0">
                <a:solidFill>
                  <a:schemeClr val="tx1"/>
                </a:solidFill>
                <a:latin typeface="+mn-lt"/>
                <a:cs typeface="+mn-cs"/>
              </a:defRPr>
            </a:lvl1pPr>
          </a:lstStyle>
          <a:p>
            <a:pPr lvl="0"/>
            <a:r>
              <a:rPr lang="en-US" dirty="0"/>
              <a:t>Lorem Ipsum is simply dummy text of the printing and typesetting industry.</a:t>
            </a:r>
          </a:p>
        </p:txBody>
      </p:sp>
      <p:sp>
        <p:nvSpPr>
          <p:cNvPr id="5" name="ตัวแทนข้อความ 111">
            <a:extLst>
              <a:ext uri="{FF2B5EF4-FFF2-40B4-BE49-F238E27FC236}">
                <a16:creationId xmlns:a16="http://schemas.microsoft.com/office/drawing/2014/main" id="{B6830C2A-E0CF-4BB5-B37A-F8CAA89360F7}"/>
              </a:ext>
            </a:extLst>
          </p:cNvPr>
          <p:cNvSpPr>
            <a:spLocks noGrp="1"/>
          </p:cNvSpPr>
          <p:nvPr>
            <p:ph type="body" sz="quarter" idx="18" hasCustomPrompt="1"/>
          </p:nvPr>
        </p:nvSpPr>
        <p:spPr>
          <a:xfrm>
            <a:off x="1385631" y="2992372"/>
            <a:ext cx="2387263" cy="369727"/>
          </a:xfrm>
          <a:prstGeom prst="rect">
            <a:avLst/>
          </a:prstGeom>
        </p:spPr>
        <p:txBody>
          <a:bodyPr>
            <a:noAutofit/>
          </a:bodyPr>
          <a:lstStyle>
            <a:lvl1pPr marL="0" indent="0" algn="thaiDist">
              <a:buNone/>
              <a:defRPr sz="2400" b="1" baseline="0">
                <a:solidFill>
                  <a:schemeClr val="tx1"/>
                </a:solidFill>
                <a:latin typeface="+mj-lt"/>
                <a:cs typeface="+mj-cs"/>
              </a:defRPr>
            </a:lvl1pPr>
          </a:lstStyle>
          <a:p>
            <a:pPr lvl="0"/>
            <a:r>
              <a:rPr lang="en-US" dirty="0"/>
              <a:t>Lorem Ipsum</a:t>
            </a:r>
          </a:p>
        </p:txBody>
      </p:sp>
      <p:sp>
        <p:nvSpPr>
          <p:cNvPr id="6" name="ตัวแทนข้อความ 111">
            <a:extLst>
              <a:ext uri="{FF2B5EF4-FFF2-40B4-BE49-F238E27FC236}">
                <a16:creationId xmlns:a16="http://schemas.microsoft.com/office/drawing/2014/main" id="{E20E33E4-898F-4DEE-B212-62A1A080EA63}"/>
              </a:ext>
            </a:extLst>
          </p:cNvPr>
          <p:cNvSpPr>
            <a:spLocks noGrp="1"/>
          </p:cNvSpPr>
          <p:nvPr>
            <p:ph type="body" sz="quarter" idx="19" hasCustomPrompt="1"/>
          </p:nvPr>
        </p:nvSpPr>
        <p:spPr>
          <a:xfrm>
            <a:off x="5674324" y="1690660"/>
            <a:ext cx="2387263" cy="603455"/>
          </a:xfrm>
          <a:prstGeom prst="rect">
            <a:avLst/>
          </a:prstGeom>
        </p:spPr>
        <p:txBody>
          <a:bodyPr>
            <a:noAutofit/>
          </a:bodyPr>
          <a:lstStyle>
            <a:lvl1pPr marL="0" indent="0" algn="thaiDist">
              <a:lnSpc>
                <a:spcPct val="103000"/>
              </a:lnSpc>
              <a:spcBef>
                <a:spcPts val="750"/>
              </a:spcBef>
              <a:spcAft>
                <a:spcPts val="600"/>
              </a:spcAft>
              <a:buNone/>
              <a:defRPr sz="1100" spc="20" baseline="0">
                <a:solidFill>
                  <a:schemeClr val="tx1"/>
                </a:solidFill>
                <a:latin typeface="+mn-lt"/>
                <a:cs typeface="+mn-cs"/>
              </a:defRPr>
            </a:lvl1pPr>
          </a:lstStyle>
          <a:p>
            <a:pPr lvl="0"/>
            <a:r>
              <a:rPr lang="en-US" dirty="0"/>
              <a:t>Lorem Ipsum is simply dummy text of the printing and typesetting industry.</a:t>
            </a:r>
          </a:p>
        </p:txBody>
      </p:sp>
      <p:sp>
        <p:nvSpPr>
          <p:cNvPr id="7" name="ตัวแทนข้อความ 111">
            <a:extLst>
              <a:ext uri="{FF2B5EF4-FFF2-40B4-BE49-F238E27FC236}">
                <a16:creationId xmlns:a16="http://schemas.microsoft.com/office/drawing/2014/main" id="{1D53C3F7-7C91-41EB-BF67-59D8D90B0C9D}"/>
              </a:ext>
            </a:extLst>
          </p:cNvPr>
          <p:cNvSpPr>
            <a:spLocks noGrp="1"/>
          </p:cNvSpPr>
          <p:nvPr>
            <p:ph type="body" sz="quarter" idx="20" hasCustomPrompt="1"/>
          </p:nvPr>
        </p:nvSpPr>
        <p:spPr>
          <a:xfrm>
            <a:off x="5674324" y="1326567"/>
            <a:ext cx="2387263" cy="369727"/>
          </a:xfrm>
          <a:prstGeom prst="rect">
            <a:avLst/>
          </a:prstGeom>
        </p:spPr>
        <p:txBody>
          <a:bodyPr>
            <a:noAutofit/>
          </a:bodyPr>
          <a:lstStyle>
            <a:lvl1pPr marL="0" indent="0" algn="thaiDist">
              <a:buNone/>
              <a:defRPr sz="2400" b="1" baseline="0">
                <a:solidFill>
                  <a:schemeClr val="tx1"/>
                </a:solidFill>
                <a:latin typeface="+mj-lt"/>
                <a:cs typeface="+mj-cs"/>
              </a:defRPr>
            </a:lvl1pPr>
          </a:lstStyle>
          <a:p>
            <a:pPr lvl="0"/>
            <a:r>
              <a:rPr lang="en-US" dirty="0"/>
              <a:t>Lorem Ipsum</a:t>
            </a:r>
          </a:p>
        </p:txBody>
      </p:sp>
      <p:sp>
        <p:nvSpPr>
          <p:cNvPr id="8" name="ตัวแทนข้อความ 111">
            <a:extLst>
              <a:ext uri="{FF2B5EF4-FFF2-40B4-BE49-F238E27FC236}">
                <a16:creationId xmlns:a16="http://schemas.microsoft.com/office/drawing/2014/main" id="{DC7757D3-7317-4624-8DBA-AF47E58DB915}"/>
              </a:ext>
            </a:extLst>
          </p:cNvPr>
          <p:cNvSpPr>
            <a:spLocks noGrp="1"/>
          </p:cNvSpPr>
          <p:nvPr>
            <p:ph type="body" sz="quarter" idx="21" hasCustomPrompt="1"/>
          </p:nvPr>
        </p:nvSpPr>
        <p:spPr>
          <a:xfrm>
            <a:off x="5674324" y="3356465"/>
            <a:ext cx="2387263" cy="603455"/>
          </a:xfrm>
          <a:prstGeom prst="rect">
            <a:avLst/>
          </a:prstGeom>
        </p:spPr>
        <p:txBody>
          <a:bodyPr>
            <a:noAutofit/>
          </a:bodyPr>
          <a:lstStyle>
            <a:lvl1pPr marL="0" indent="0" algn="thaiDist">
              <a:lnSpc>
                <a:spcPct val="103000"/>
              </a:lnSpc>
              <a:spcBef>
                <a:spcPts val="750"/>
              </a:spcBef>
              <a:spcAft>
                <a:spcPts val="600"/>
              </a:spcAft>
              <a:buNone/>
              <a:defRPr sz="1100" spc="20" baseline="0">
                <a:solidFill>
                  <a:schemeClr val="tx1"/>
                </a:solidFill>
                <a:latin typeface="+mn-lt"/>
                <a:cs typeface="+mn-cs"/>
              </a:defRPr>
            </a:lvl1pPr>
          </a:lstStyle>
          <a:p>
            <a:pPr lvl="0"/>
            <a:r>
              <a:rPr lang="en-US" dirty="0"/>
              <a:t>Lorem Ipsum is simply dummy text of the printing and typesetting industry.</a:t>
            </a:r>
          </a:p>
        </p:txBody>
      </p:sp>
      <p:sp>
        <p:nvSpPr>
          <p:cNvPr id="9" name="ตัวแทนข้อความ 111">
            <a:extLst>
              <a:ext uri="{FF2B5EF4-FFF2-40B4-BE49-F238E27FC236}">
                <a16:creationId xmlns:a16="http://schemas.microsoft.com/office/drawing/2014/main" id="{957FB165-094C-49E9-8306-ABC60B8DE0CF}"/>
              </a:ext>
            </a:extLst>
          </p:cNvPr>
          <p:cNvSpPr>
            <a:spLocks noGrp="1"/>
          </p:cNvSpPr>
          <p:nvPr>
            <p:ph type="body" sz="quarter" idx="22" hasCustomPrompt="1"/>
          </p:nvPr>
        </p:nvSpPr>
        <p:spPr>
          <a:xfrm>
            <a:off x="5674324" y="2992372"/>
            <a:ext cx="2387263" cy="369727"/>
          </a:xfrm>
          <a:prstGeom prst="rect">
            <a:avLst/>
          </a:prstGeom>
        </p:spPr>
        <p:txBody>
          <a:bodyPr>
            <a:noAutofit/>
          </a:bodyPr>
          <a:lstStyle>
            <a:lvl1pPr marL="0" indent="0" algn="thaiDist">
              <a:buNone/>
              <a:defRPr sz="2400" b="1" baseline="0">
                <a:solidFill>
                  <a:schemeClr val="tx1"/>
                </a:solidFill>
                <a:latin typeface="+mj-lt"/>
                <a:cs typeface="+mj-cs"/>
              </a:defRPr>
            </a:lvl1pPr>
          </a:lstStyle>
          <a:p>
            <a:pPr lvl="0"/>
            <a:r>
              <a:rPr lang="en-US" dirty="0"/>
              <a:t>Lorem Ipsum</a:t>
            </a:r>
          </a:p>
        </p:txBody>
      </p:sp>
    </p:spTree>
    <p:extLst>
      <p:ext uri="{BB962C8B-B14F-4D97-AF65-F5344CB8AC3E}">
        <p14:creationId xmlns:p14="http://schemas.microsoft.com/office/powerpoint/2010/main" val="1864054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9" name="ตัวแทนข้อความ 257">
            <a:extLst>
              <a:ext uri="{FF2B5EF4-FFF2-40B4-BE49-F238E27FC236}">
                <a16:creationId xmlns:a16="http://schemas.microsoft.com/office/drawing/2014/main" id="{36CCCFDE-A865-43E0-B2DE-8B243274576E}"/>
              </a:ext>
            </a:extLst>
          </p:cNvPr>
          <p:cNvSpPr>
            <a:spLocks noGrp="1"/>
          </p:cNvSpPr>
          <p:nvPr>
            <p:ph type="body" sz="quarter" idx="12" hasCustomPrompt="1"/>
          </p:nvPr>
        </p:nvSpPr>
        <p:spPr>
          <a:xfrm>
            <a:off x="3960400" y="3179821"/>
            <a:ext cx="4710399" cy="713646"/>
          </a:xfrm>
        </p:spPr>
        <p:txBody>
          <a:bodyPr>
            <a:noAutofit/>
          </a:bodyPr>
          <a:lstStyle>
            <a:lvl1pPr marL="0" indent="0" algn="r">
              <a:buNone/>
              <a:defRPr sz="5400" b="1" baseline="0">
                <a:ln w="12700">
                  <a:noFill/>
                </a:ln>
                <a:solidFill>
                  <a:schemeClr val="bg1"/>
                </a:solidFill>
                <a:latin typeface="+mj-lt"/>
                <a:cs typeface="+mj-cs"/>
              </a:defRPr>
            </a:lvl1pPr>
          </a:lstStyle>
          <a:p>
            <a:pPr lvl="0"/>
            <a:r>
              <a:rPr lang="en-US" dirty="0"/>
              <a:t>Business</a:t>
            </a:r>
          </a:p>
        </p:txBody>
      </p:sp>
      <p:sp>
        <p:nvSpPr>
          <p:cNvPr id="10" name="ตัวแทนข้อความ 257">
            <a:extLst>
              <a:ext uri="{FF2B5EF4-FFF2-40B4-BE49-F238E27FC236}">
                <a16:creationId xmlns:a16="http://schemas.microsoft.com/office/drawing/2014/main" id="{B3AEAB62-5B55-4C16-A48C-30A860553701}"/>
              </a:ext>
            </a:extLst>
          </p:cNvPr>
          <p:cNvSpPr>
            <a:spLocks noGrp="1"/>
          </p:cNvSpPr>
          <p:nvPr>
            <p:ph type="body" sz="quarter" idx="15" hasCustomPrompt="1"/>
          </p:nvPr>
        </p:nvSpPr>
        <p:spPr>
          <a:xfrm>
            <a:off x="3140723" y="3908786"/>
            <a:ext cx="5530076" cy="713646"/>
          </a:xfrm>
        </p:spPr>
        <p:txBody>
          <a:bodyPr>
            <a:noAutofit/>
          </a:bodyPr>
          <a:lstStyle>
            <a:lvl1pPr marL="0" indent="0" algn="r">
              <a:buNone/>
              <a:defRPr sz="5400" b="1" baseline="0">
                <a:solidFill>
                  <a:schemeClr val="bg1"/>
                </a:solidFill>
                <a:latin typeface="+mj-lt"/>
                <a:cs typeface="+mj-cs"/>
              </a:defRPr>
            </a:lvl1pPr>
          </a:lstStyle>
          <a:p>
            <a:pPr lvl="0"/>
            <a:r>
              <a:rPr lang="en-US" dirty="0"/>
              <a:t>Data Analysis</a:t>
            </a:r>
          </a:p>
        </p:txBody>
      </p:sp>
      <p:sp>
        <p:nvSpPr>
          <p:cNvPr id="11" name="ตัวแทนข้อความ 257">
            <a:extLst>
              <a:ext uri="{FF2B5EF4-FFF2-40B4-BE49-F238E27FC236}">
                <a16:creationId xmlns:a16="http://schemas.microsoft.com/office/drawing/2014/main" id="{20CC9C86-374A-4A25-B3F8-F30A3D66A488}"/>
              </a:ext>
            </a:extLst>
          </p:cNvPr>
          <p:cNvSpPr>
            <a:spLocks noGrp="1"/>
          </p:cNvSpPr>
          <p:nvPr>
            <p:ph type="body" sz="quarter" idx="16" hasCustomPrompt="1"/>
          </p:nvPr>
        </p:nvSpPr>
        <p:spPr>
          <a:xfrm>
            <a:off x="3960826" y="1808018"/>
            <a:ext cx="4710399" cy="873178"/>
          </a:xfrm>
        </p:spPr>
        <p:txBody>
          <a:bodyPr>
            <a:noAutofit/>
          </a:bodyPr>
          <a:lstStyle>
            <a:lvl1pPr marL="0" indent="0" algn="r">
              <a:buNone/>
              <a:defRPr sz="8800" b="1" baseline="0">
                <a:ln w="12700">
                  <a:noFill/>
                </a:ln>
                <a:solidFill>
                  <a:schemeClr val="bg1"/>
                </a:solidFill>
                <a:latin typeface="+mj-lt"/>
                <a:cs typeface="+mj-cs"/>
              </a:defRPr>
            </a:lvl1pPr>
          </a:lstStyle>
          <a:p>
            <a:pPr lvl="0"/>
            <a:r>
              <a:rPr lang="th-TH" dirty="0"/>
              <a:t>01</a:t>
            </a:r>
            <a:endParaRPr lang="en-US" dirty="0"/>
          </a:p>
        </p:txBody>
      </p:sp>
    </p:spTree>
    <p:extLst>
      <p:ext uri="{BB962C8B-B14F-4D97-AF65-F5344CB8AC3E}">
        <p14:creationId xmlns:p14="http://schemas.microsoft.com/office/powerpoint/2010/main" val="1295258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12" name="ตัวแทนข้อความ 9">
            <a:extLst>
              <a:ext uri="{FF2B5EF4-FFF2-40B4-BE49-F238E27FC236}">
                <a16:creationId xmlns:a16="http://schemas.microsoft.com/office/drawing/2014/main" id="{04B0FB77-75FA-4D12-AA45-9DA5358FB429}"/>
              </a:ext>
            </a:extLst>
          </p:cNvPr>
          <p:cNvSpPr>
            <a:spLocks noGrp="1"/>
          </p:cNvSpPr>
          <p:nvPr>
            <p:ph type="body" sz="quarter" idx="12" hasCustomPrompt="1"/>
          </p:nvPr>
        </p:nvSpPr>
        <p:spPr>
          <a:xfrm>
            <a:off x="1164140" y="1079097"/>
            <a:ext cx="6753225" cy="1114457"/>
          </a:xfrm>
          <a:effectLst/>
        </p:spPr>
        <p:txBody>
          <a:bodyPr vert="horz" lIns="91440" tIns="45720" rIns="91440" bIns="45720" rtlCol="0">
            <a:noAutofit/>
          </a:bodyPr>
          <a:lstStyle>
            <a:lvl1pPr algn="ctr">
              <a:defRPr lang="en-US" sz="9600" b="1" i="0" baseline="0" dirty="0">
                <a:ln w="15875">
                  <a:noFill/>
                </a:ln>
                <a:solidFill>
                  <a:schemeClr val="tx1"/>
                </a:solidFill>
                <a:effectLst/>
                <a:latin typeface="+mj-lt"/>
                <a:cs typeface="+mj-cs"/>
              </a:defRPr>
            </a:lvl1pPr>
          </a:lstStyle>
          <a:p>
            <a:pPr marL="0" lvl="0" indent="0" algn="ctr">
              <a:lnSpc>
                <a:spcPct val="80000"/>
              </a:lnSpc>
              <a:spcBef>
                <a:spcPts val="0"/>
              </a:spcBef>
              <a:buNone/>
            </a:pPr>
            <a:r>
              <a:rPr lang="en-US" dirty="0"/>
              <a:t>7,235,000!</a:t>
            </a:r>
          </a:p>
        </p:txBody>
      </p:sp>
      <p:sp>
        <p:nvSpPr>
          <p:cNvPr id="13" name="ตัวแทนข้อความ 9">
            <a:extLst>
              <a:ext uri="{FF2B5EF4-FFF2-40B4-BE49-F238E27FC236}">
                <a16:creationId xmlns:a16="http://schemas.microsoft.com/office/drawing/2014/main" id="{57496DA3-453F-447F-BBAB-3AF566712CBF}"/>
              </a:ext>
            </a:extLst>
          </p:cNvPr>
          <p:cNvSpPr>
            <a:spLocks noGrp="1"/>
          </p:cNvSpPr>
          <p:nvPr>
            <p:ph type="body" sz="quarter" idx="14" hasCustomPrompt="1"/>
          </p:nvPr>
        </p:nvSpPr>
        <p:spPr>
          <a:xfrm>
            <a:off x="1750456" y="2774312"/>
            <a:ext cx="5643088" cy="612389"/>
          </a:xfrm>
        </p:spPr>
        <p:txBody>
          <a:bodyPr>
            <a:noAutofit/>
          </a:bodyPr>
          <a:lstStyle>
            <a:lvl1pPr marL="0" indent="0" algn="thaiDist">
              <a:lnSpc>
                <a:spcPct val="105000"/>
              </a:lnSpc>
              <a:buNone/>
              <a:defRPr sz="1200" i="0" baseline="0">
                <a:solidFill>
                  <a:schemeClr val="tx1"/>
                </a:solidFill>
                <a:latin typeface="+mn-lt"/>
                <a:cs typeface="+mn-cs"/>
              </a:defRPr>
            </a:lvl1pPr>
          </a:lstStyle>
          <a:p>
            <a:pPr lvl="0"/>
            <a:r>
              <a:rPr lang="en-US" dirty="0"/>
              <a:t>Lorem Ipsum has been the industry's standard dummy text ever since the 1500s, when an unknown printer took a galley of type and scrambled it to make a type specimen book.</a:t>
            </a:r>
          </a:p>
        </p:txBody>
      </p:sp>
    </p:spTree>
    <p:extLst>
      <p:ext uri="{BB962C8B-B14F-4D97-AF65-F5344CB8AC3E}">
        <p14:creationId xmlns:p14="http://schemas.microsoft.com/office/powerpoint/2010/main" val="2435313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4" name="ตัวแทนข้อความ 6">
            <a:extLst>
              <a:ext uri="{FF2B5EF4-FFF2-40B4-BE49-F238E27FC236}">
                <a16:creationId xmlns:a16="http://schemas.microsoft.com/office/drawing/2014/main" id="{CCD5666B-5316-466D-8A0A-1F9182A93C62}"/>
              </a:ext>
            </a:extLst>
          </p:cNvPr>
          <p:cNvSpPr>
            <a:spLocks noGrp="1"/>
          </p:cNvSpPr>
          <p:nvPr>
            <p:ph type="body" sz="quarter" idx="19" hasCustomPrompt="1"/>
          </p:nvPr>
        </p:nvSpPr>
        <p:spPr>
          <a:xfrm>
            <a:off x="959283" y="3868977"/>
            <a:ext cx="2894793" cy="687281"/>
          </a:xfrm>
        </p:spPr>
        <p:txBody>
          <a:bodyPr>
            <a:noAutofit/>
          </a:bodyPr>
          <a:lstStyle>
            <a:lvl1pPr marL="0" indent="0" algn="thaiDist">
              <a:lnSpc>
                <a:spcPct val="105000"/>
              </a:lnSpc>
              <a:buNone/>
              <a:defRPr sz="1200" i="0" spc="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5" name="ตัวแทนข้อความ 6">
            <a:extLst>
              <a:ext uri="{FF2B5EF4-FFF2-40B4-BE49-F238E27FC236}">
                <a16:creationId xmlns:a16="http://schemas.microsoft.com/office/drawing/2014/main" id="{7CE655D8-6A63-41A0-8AE4-FB6B923DE349}"/>
              </a:ext>
            </a:extLst>
          </p:cNvPr>
          <p:cNvSpPr>
            <a:spLocks noGrp="1"/>
          </p:cNvSpPr>
          <p:nvPr>
            <p:ph type="body" sz="quarter" idx="20" hasCustomPrompt="1"/>
          </p:nvPr>
        </p:nvSpPr>
        <p:spPr>
          <a:xfrm>
            <a:off x="271555" y="2893436"/>
            <a:ext cx="4270248" cy="868680"/>
          </a:xfrm>
        </p:spPr>
        <p:txBody>
          <a:bodyPr>
            <a:noAutofit/>
          </a:bodyPr>
          <a:lstStyle>
            <a:lvl1pPr marL="0" indent="0" algn="ctr">
              <a:buNone/>
              <a:defRPr sz="7200" b="1" i="0" spc="0" baseline="0">
                <a:ln w="12700">
                  <a:noFill/>
                </a:ln>
                <a:solidFill>
                  <a:schemeClr val="tx1"/>
                </a:solidFill>
                <a:latin typeface="+mj-lt"/>
                <a:cs typeface="+mj-cs"/>
              </a:defRPr>
            </a:lvl1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3.2 M</a:t>
            </a:r>
          </a:p>
        </p:txBody>
      </p:sp>
      <p:sp>
        <p:nvSpPr>
          <p:cNvPr id="6" name="ตัวแทนข้อความ 6">
            <a:extLst>
              <a:ext uri="{FF2B5EF4-FFF2-40B4-BE49-F238E27FC236}">
                <a16:creationId xmlns:a16="http://schemas.microsoft.com/office/drawing/2014/main" id="{D7243363-1758-4C04-8AE8-33E8F961AEA1}"/>
              </a:ext>
            </a:extLst>
          </p:cNvPr>
          <p:cNvSpPr>
            <a:spLocks noGrp="1"/>
          </p:cNvSpPr>
          <p:nvPr>
            <p:ph type="body" sz="quarter" idx="21" hasCustomPrompt="1"/>
          </p:nvPr>
        </p:nvSpPr>
        <p:spPr>
          <a:xfrm>
            <a:off x="959283" y="1785512"/>
            <a:ext cx="2894793" cy="687281"/>
          </a:xfrm>
        </p:spPr>
        <p:txBody>
          <a:bodyPr>
            <a:noAutofit/>
          </a:bodyPr>
          <a:lstStyle>
            <a:lvl1pPr marL="0" indent="0" algn="thaiDist">
              <a:lnSpc>
                <a:spcPct val="105000"/>
              </a:lnSpc>
              <a:buNone/>
              <a:defRPr sz="1200" i="0" spc="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p:txBody>
      </p:sp>
      <p:sp>
        <p:nvSpPr>
          <p:cNvPr id="7" name="ตัวแทนข้อความ 6">
            <a:extLst>
              <a:ext uri="{FF2B5EF4-FFF2-40B4-BE49-F238E27FC236}">
                <a16:creationId xmlns:a16="http://schemas.microsoft.com/office/drawing/2014/main" id="{BB7B6FAE-695E-4814-8377-A4948C814692}"/>
              </a:ext>
            </a:extLst>
          </p:cNvPr>
          <p:cNvSpPr>
            <a:spLocks noGrp="1"/>
          </p:cNvSpPr>
          <p:nvPr>
            <p:ph type="body" sz="quarter" idx="22" hasCustomPrompt="1"/>
          </p:nvPr>
        </p:nvSpPr>
        <p:spPr>
          <a:xfrm>
            <a:off x="273189" y="810635"/>
            <a:ext cx="4266980" cy="867669"/>
          </a:xfrm>
        </p:spPr>
        <p:txBody>
          <a:bodyPr>
            <a:noAutofit/>
          </a:bodyPr>
          <a:lstStyle>
            <a:lvl1pPr marL="0" indent="0" algn="ctr">
              <a:buNone/>
              <a:defRPr sz="7200" b="1" i="0" spc="0" baseline="0">
                <a:solidFill>
                  <a:schemeClr val="tx1"/>
                </a:solidFill>
                <a:latin typeface="+mj-lt"/>
                <a:cs typeface="+mj-cs"/>
              </a:defRPr>
            </a:lvl1pPr>
          </a:lstStyle>
          <a:p>
            <a:pPr lvl="0"/>
            <a:r>
              <a:rPr lang="en-US" dirty="0"/>
              <a:t>1 IN 3</a:t>
            </a:r>
          </a:p>
        </p:txBody>
      </p:sp>
    </p:spTree>
    <p:extLst>
      <p:ext uri="{BB962C8B-B14F-4D97-AF65-F5344CB8AC3E}">
        <p14:creationId xmlns:p14="http://schemas.microsoft.com/office/powerpoint/2010/main" val="39163630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2" name="ตัวแทนข้อความ 520">
            <a:extLst>
              <a:ext uri="{FF2B5EF4-FFF2-40B4-BE49-F238E27FC236}">
                <a16:creationId xmlns:a16="http://schemas.microsoft.com/office/drawing/2014/main" id="{DDF5DF0D-93D5-4813-A6A1-81E892B2BF94}"/>
              </a:ext>
            </a:extLst>
          </p:cNvPr>
          <p:cNvSpPr>
            <a:spLocks noGrp="1"/>
          </p:cNvSpPr>
          <p:nvPr>
            <p:ph type="body" sz="quarter" idx="20" hasCustomPrompt="1"/>
          </p:nvPr>
        </p:nvSpPr>
        <p:spPr>
          <a:xfrm>
            <a:off x="6280158" y="2421613"/>
            <a:ext cx="1984657" cy="688623"/>
          </a:xfrm>
        </p:spPr>
        <p:txBody>
          <a:bodyPr>
            <a:noAutofit/>
          </a:bodyPr>
          <a:lstStyle>
            <a:lvl1pPr marL="0" indent="0" algn="thaiDist">
              <a:lnSpc>
                <a:spcPct val="100000"/>
              </a:lnSpc>
              <a:buNone/>
              <a:defRPr sz="1000" i="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semper ante vitae </a:t>
            </a:r>
            <a:r>
              <a:rPr lang="en-US" dirty="0" err="1"/>
              <a:t>metus</a:t>
            </a:r>
            <a:r>
              <a:rPr lang="en-US" dirty="0"/>
              <a:t> </a:t>
            </a:r>
            <a:r>
              <a:rPr lang="en-US" dirty="0" err="1"/>
              <a:t>tristique</a:t>
            </a:r>
            <a:r>
              <a:rPr lang="en-US" dirty="0"/>
              <a:t> </a:t>
            </a:r>
            <a:r>
              <a:rPr lang="en-US" dirty="0" err="1"/>
              <a:t>luctus</a:t>
            </a:r>
            <a:r>
              <a:rPr lang="en-US" dirty="0"/>
              <a:t>. </a:t>
            </a:r>
          </a:p>
        </p:txBody>
      </p:sp>
      <p:sp>
        <p:nvSpPr>
          <p:cNvPr id="3" name="ตัวแทนข้อความ 520">
            <a:extLst>
              <a:ext uri="{FF2B5EF4-FFF2-40B4-BE49-F238E27FC236}">
                <a16:creationId xmlns:a16="http://schemas.microsoft.com/office/drawing/2014/main" id="{F9BBA7DD-E18A-4485-B911-7117EC5B3CF1}"/>
              </a:ext>
            </a:extLst>
          </p:cNvPr>
          <p:cNvSpPr>
            <a:spLocks noGrp="1"/>
          </p:cNvSpPr>
          <p:nvPr>
            <p:ph type="body" sz="quarter" idx="21" hasCustomPrompt="1"/>
          </p:nvPr>
        </p:nvSpPr>
        <p:spPr>
          <a:xfrm>
            <a:off x="6280158" y="2082421"/>
            <a:ext cx="1753859" cy="302312"/>
          </a:xfrm>
        </p:spPr>
        <p:txBody>
          <a:bodyPr>
            <a:noAutofit/>
          </a:bodyPr>
          <a:lstStyle>
            <a:lvl1pPr marL="0" indent="0" algn="l">
              <a:lnSpc>
                <a:spcPct val="105000"/>
              </a:lnSpc>
              <a:buNone/>
              <a:defRPr sz="1800" b="1" i="0" baseline="0">
                <a:solidFill>
                  <a:schemeClr val="tx1"/>
                </a:solidFill>
                <a:latin typeface="+mj-lt"/>
                <a:cs typeface="+mj-cs"/>
              </a:defRPr>
            </a:lvl1pPr>
          </a:lstStyle>
          <a:p>
            <a:pPr lvl="0"/>
            <a:r>
              <a:rPr lang="en-US" dirty="0"/>
              <a:t>Lorem Ipsum</a:t>
            </a:r>
          </a:p>
        </p:txBody>
      </p:sp>
      <p:sp>
        <p:nvSpPr>
          <p:cNvPr id="4" name="ตัวแทนข้อความ 520">
            <a:extLst>
              <a:ext uri="{FF2B5EF4-FFF2-40B4-BE49-F238E27FC236}">
                <a16:creationId xmlns:a16="http://schemas.microsoft.com/office/drawing/2014/main" id="{179C3717-FDC8-4CDE-98B0-D05A0AA179EA}"/>
              </a:ext>
            </a:extLst>
          </p:cNvPr>
          <p:cNvSpPr>
            <a:spLocks noGrp="1"/>
          </p:cNvSpPr>
          <p:nvPr>
            <p:ph type="body" sz="quarter" idx="22" hasCustomPrompt="1"/>
          </p:nvPr>
        </p:nvSpPr>
        <p:spPr>
          <a:xfrm>
            <a:off x="6280158" y="3736385"/>
            <a:ext cx="1984657" cy="688623"/>
          </a:xfrm>
        </p:spPr>
        <p:txBody>
          <a:bodyPr>
            <a:noAutofit/>
          </a:bodyPr>
          <a:lstStyle>
            <a:lvl1pPr marL="0" indent="0" algn="thaiDist">
              <a:lnSpc>
                <a:spcPct val="100000"/>
              </a:lnSpc>
              <a:buNone/>
              <a:defRPr sz="1000" i="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semper ante vitae </a:t>
            </a:r>
            <a:r>
              <a:rPr lang="en-US" dirty="0" err="1"/>
              <a:t>metus</a:t>
            </a:r>
            <a:r>
              <a:rPr lang="en-US" dirty="0"/>
              <a:t> </a:t>
            </a:r>
            <a:r>
              <a:rPr lang="en-US" dirty="0" err="1"/>
              <a:t>tristique</a:t>
            </a:r>
            <a:r>
              <a:rPr lang="en-US" dirty="0"/>
              <a:t> </a:t>
            </a:r>
            <a:r>
              <a:rPr lang="en-US" dirty="0" err="1"/>
              <a:t>luctus</a:t>
            </a:r>
            <a:r>
              <a:rPr lang="en-US" dirty="0"/>
              <a:t>. </a:t>
            </a:r>
          </a:p>
        </p:txBody>
      </p:sp>
      <p:sp>
        <p:nvSpPr>
          <p:cNvPr id="5" name="ตัวแทนข้อความ 520">
            <a:extLst>
              <a:ext uri="{FF2B5EF4-FFF2-40B4-BE49-F238E27FC236}">
                <a16:creationId xmlns:a16="http://schemas.microsoft.com/office/drawing/2014/main" id="{5ECD0892-2E2D-4CF1-B411-2238EBC03AE9}"/>
              </a:ext>
            </a:extLst>
          </p:cNvPr>
          <p:cNvSpPr>
            <a:spLocks noGrp="1"/>
          </p:cNvSpPr>
          <p:nvPr>
            <p:ph type="body" sz="quarter" idx="23" hasCustomPrompt="1"/>
          </p:nvPr>
        </p:nvSpPr>
        <p:spPr>
          <a:xfrm>
            <a:off x="6280158" y="3397193"/>
            <a:ext cx="1753859" cy="302312"/>
          </a:xfrm>
        </p:spPr>
        <p:txBody>
          <a:bodyPr>
            <a:noAutofit/>
          </a:bodyPr>
          <a:lstStyle>
            <a:lvl1pPr marL="0" indent="0" algn="l">
              <a:lnSpc>
                <a:spcPct val="105000"/>
              </a:lnSpc>
              <a:buNone/>
              <a:defRPr sz="1800" b="1" i="0" baseline="0">
                <a:solidFill>
                  <a:schemeClr val="tx1"/>
                </a:solidFill>
                <a:latin typeface="+mj-lt"/>
                <a:cs typeface="+mj-cs"/>
              </a:defRPr>
            </a:lvl1pPr>
          </a:lstStyle>
          <a:p>
            <a:pPr lvl="0"/>
            <a:r>
              <a:rPr lang="en-US" dirty="0"/>
              <a:t>Lorem Ipsum</a:t>
            </a:r>
          </a:p>
        </p:txBody>
      </p:sp>
      <p:sp>
        <p:nvSpPr>
          <p:cNvPr id="6" name="ตัวแทนข้อความ 520">
            <a:extLst>
              <a:ext uri="{FF2B5EF4-FFF2-40B4-BE49-F238E27FC236}">
                <a16:creationId xmlns:a16="http://schemas.microsoft.com/office/drawing/2014/main" id="{FB16CD51-622E-409B-8300-C8E13FDE66AD}"/>
              </a:ext>
            </a:extLst>
          </p:cNvPr>
          <p:cNvSpPr>
            <a:spLocks noGrp="1"/>
          </p:cNvSpPr>
          <p:nvPr>
            <p:ph type="body" sz="quarter" idx="24" hasCustomPrompt="1"/>
          </p:nvPr>
        </p:nvSpPr>
        <p:spPr>
          <a:xfrm>
            <a:off x="874407" y="2420383"/>
            <a:ext cx="1989437" cy="688623"/>
          </a:xfrm>
        </p:spPr>
        <p:txBody>
          <a:bodyPr>
            <a:noAutofit/>
          </a:bodyPr>
          <a:lstStyle>
            <a:lvl1pPr marL="0" indent="0" algn="thaiDist">
              <a:lnSpc>
                <a:spcPct val="100000"/>
              </a:lnSpc>
              <a:buNone/>
              <a:defRPr sz="1000" i="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semper ante vitae </a:t>
            </a:r>
            <a:r>
              <a:rPr lang="en-US" dirty="0" err="1"/>
              <a:t>metus</a:t>
            </a:r>
            <a:r>
              <a:rPr lang="en-US" dirty="0"/>
              <a:t> </a:t>
            </a:r>
            <a:r>
              <a:rPr lang="en-US" dirty="0" err="1"/>
              <a:t>tristique</a:t>
            </a:r>
            <a:r>
              <a:rPr lang="en-US" dirty="0"/>
              <a:t> </a:t>
            </a:r>
            <a:r>
              <a:rPr lang="en-US" dirty="0" err="1"/>
              <a:t>luctus</a:t>
            </a:r>
            <a:r>
              <a:rPr lang="en-US" dirty="0"/>
              <a:t>. </a:t>
            </a:r>
          </a:p>
        </p:txBody>
      </p:sp>
      <p:sp>
        <p:nvSpPr>
          <p:cNvPr id="7" name="ตัวแทนข้อความ 520">
            <a:extLst>
              <a:ext uri="{FF2B5EF4-FFF2-40B4-BE49-F238E27FC236}">
                <a16:creationId xmlns:a16="http://schemas.microsoft.com/office/drawing/2014/main" id="{5A7609E1-59A7-452A-81E1-4950200CF29E}"/>
              </a:ext>
            </a:extLst>
          </p:cNvPr>
          <p:cNvSpPr>
            <a:spLocks noGrp="1"/>
          </p:cNvSpPr>
          <p:nvPr>
            <p:ph type="body" sz="quarter" idx="25" hasCustomPrompt="1"/>
          </p:nvPr>
        </p:nvSpPr>
        <p:spPr>
          <a:xfrm>
            <a:off x="1105205" y="2081191"/>
            <a:ext cx="1756620" cy="302312"/>
          </a:xfrm>
        </p:spPr>
        <p:txBody>
          <a:bodyPr>
            <a:noAutofit/>
          </a:bodyPr>
          <a:lstStyle>
            <a:lvl1pPr marL="0" indent="0" algn="r">
              <a:lnSpc>
                <a:spcPct val="105000"/>
              </a:lnSpc>
              <a:buNone/>
              <a:defRPr sz="1800" b="1" i="0" baseline="0">
                <a:solidFill>
                  <a:schemeClr val="tx1"/>
                </a:solidFill>
                <a:latin typeface="+mj-lt"/>
                <a:cs typeface="+mj-cs"/>
              </a:defRPr>
            </a:lvl1pPr>
          </a:lstStyle>
          <a:p>
            <a:pPr lvl="0"/>
            <a:r>
              <a:rPr lang="en-US" dirty="0"/>
              <a:t>Lorem Ipsum</a:t>
            </a:r>
          </a:p>
        </p:txBody>
      </p:sp>
      <p:sp>
        <p:nvSpPr>
          <p:cNvPr id="8" name="ตัวแทนข้อความ 520">
            <a:extLst>
              <a:ext uri="{FF2B5EF4-FFF2-40B4-BE49-F238E27FC236}">
                <a16:creationId xmlns:a16="http://schemas.microsoft.com/office/drawing/2014/main" id="{16F37F7C-AECB-4E78-B635-D211B22F5124}"/>
              </a:ext>
            </a:extLst>
          </p:cNvPr>
          <p:cNvSpPr>
            <a:spLocks noGrp="1"/>
          </p:cNvSpPr>
          <p:nvPr>
            <p:ph type="body" sz="quarter" idx="26" hasCustomPrompt="1"/>
          </p:nvPr>
        </p:nvSpPr>
        <p:spPr>
          <a:xfrm>
            <a:off x="874407" y="3736385"/>
            <a:ext cx="1989437" cy="688623"/>
          </a:xfrm>
        </p:spPr>
        <p:txBody>
          <a:bodyPr>
            <a:noAutofit/>
          </a:bodyPr>
          <a:lstStyle>
            <a:lvl1pPr marL="0" indent="0" algn="thaiDist">
              <a:lnSpc>
                <a:spcPct val="100000"/>
              </a:lnSpc>
              <a:buNone/>
              <a:defRPr sz="1000" i="0" baseline="0">
                <a:solidFill>
                  <a:schemeClr val="tx1"/>
                </a:solidFill>
                <a:latin typeface="+mn-lt"/>
                <a:cs typeface="+mn-cs"/>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semper ante vitae </a:t>
            </a:r>
            <a:r>
              <a:rPr lang="en-US" dirty="0" err="1"/>
              <a:t>metus</a:t>
            </a:r>
            <a:r>
              <a:rPr lang="en-US" dirty="0"/>
              <a:t> </a:t>
            </a:r>
            <a:r>
              <a:rPr lang="en-US" dirty="0" err="1"/>
              <a:t>tristique</a:t>
            </a:r>
            <a:r>
              <a:rPr lang="en-US" dirty="0"/>
              <a:t> </a:t>
            </a:r>
            <a:r>
              <a:rPr lang="en-US" dirty="0" err="1"/>
              <a:t>luctus</a:t>
            </a:r>
            <a:r>
              <a:rPr lang="en-US" dirty="0"/>
              <a:t>. </a:t>
            </a:r>
          </a:p>
        </p:txBody>
      </p:sp>
      <p:sp>
        <p:nvSpPr>
          <p:cNvPr id="9" name="ตัวแทนข้อความ 520">
            <a:extLst>
              <a:ext uri="{FF2B5EF4-FFF2-40B4-BE49-F238E27FC236}">
                <a16:creationId xmlns:a16="http://schemas.microsoft.com/office/drawing/2014/main" id="{3A65CB48-9408-46AA-A8BD-9CF2E70187E6}"/>
              </a:ext>
            </a:extLst>
          </p:cNvPr>
          <p:cNvSpPr>
            <a:spLocks noGrp="1"/>
          </p:cNvSpPr>
          <p:nvPr>
            <p:ph type="body" sz="quarter" idx="27" hasCustomPrompt="1"/>
          </p:nvPr>
        </p:nvSpPr>
        <p:spPr>
          <a:xfrm>
            <a:off x="1105205" y="3397193"/>
            <a:ext cx="1756620" cy="302312"/>
          </a:xfrm>
        </p:spPr>
        <p:txBody>
          <a:bodyPr>
            <a:noAutofit/>
          </a:bodyPr>
          <a:lstStyle>
            <a:lvl1pPr marL="0" indent="0" algn="r">
              <a:lnSpc>
                <a:spcPct val="105000"/>
              </a:lnSpc>
              <a:buNone/>
              <a:defRPr sz="1800" b="1" i="0" baseline="0">
                <a:solidFill>
                  <a:schemeClr val="tx1"/>
                </a:solidFill>
                <a:latin typeface="+mj-lt"/>
                <a:cs typeface="+mj-cs"/>
              </a:defRPr>
            </a:lvl1pPr>
          </a:lstStyle>
          <a:p>
            <a:pPr lvl="0"/>
            <a:r>
              <a:rPr lang="en-US" dirty="0"/>
              <a:t>Lorem Ipsum</a:t>
            </a:r>
          </a:p>
        </p:txBody>
      </p:sp>
      <p:sp>
        <p:nvSpPr>
          <p:cNvPr id="10" name="ตัวแทนข้อความ 6">
            <a:extLst>
              <a:ext uri="{FF2B5EF4-FFF2-40B4-BE49-F238E27FC236}">
                <a16:creationId xmlns:a16="http://schemas.microsoft.com/office/drawing/2014/main" id="{B289D2AB-7722-4A54-BB63-6FC5BBEB7DA9}"/>
              </a:ext>
            </a:extLst>
          </p:cNvPr>
          <p:cNvSpPr>
            <a:spLocks noGrp="1"/>
          </p:cNvSpPr>
          <p:nvPr>
            <p:ph type="body" sz="quarter" idx="14" hasCustomPrompt="1"/>
          </p:nvPr>
        </p:nvSpPr>
        <p:spPr>
          <a:xfrm>
            <a:off x="2021070" y="512604"/>
            <a:ext cx="5101860" cy="580565"/>
          </a:xfrm>
        </p:spPr>
        <p:txBody>
          <a:bodyPr vert="horz" lIns="91440" tIns="45720" rIns="91440" bIns="45720" rtlCol="0">
            <a:noAutofit/>
          </a:bodyPr>
          <a:lstStyle>
            <a:lvl1pPr algn="ctr">
              <a:defRPr lang="en-US" sz="3200" b="1" i="0" spc="0" baseline="0" dirty="0">
                <a:solidFill>
                  <a:schemeClr val="tx1"/>
                </a:solidFill>
                <a:effectLst/>
                <a:latin typeface="+mj-lt"/>
                <a:cs typeface="+mj-cs"/>
              </a:defRPr>
            </a:lvl1pPr>
          </a:lstStyle>
          <a:p>
            <a:pPr marL="0" marR="0" lvl="0" indent="0" algn="ctr" defTabSz="685800" rtl="0" eaLnBrk="1" fontAlgn="auto" latinLnBrk="0" hangingPunct="1">
              <a:lnSpc>
                <a:spcPct val="95000"/>
              </a:lnSpc>
              <a:spcBef>
                <a:spcPts val="0"/>
              </a:spcBef>
              <a:spcAft>
                <a:spcPts val="0"/>
              </a:spcAft>
              <a:buClrTx/>
              <a:buSzTx/>
              <a:buFont typeface="Arial" panose="020B0604020202020204" pitchFamily="34" charset="0"/>
              <a:buNone/>
              <a:tabLst/>
              <a:defRPr/>
            </a:pPr>
            <a:r>
              <a:rPr lang="en-US" dirty="0"/>
              <a:t>Business Data Analysis </a:t>
            </a:r>
          </a:p>
        </p:txBody>
      </p:sp>
      <p:sp>
        <p:nvSpPr>
          <p:cNvPr id="11" name="ตัวแทนข้อความ 386">
            <a:extLst>
              <a:ext uri="{FF2B5EF4-FFF2-40B4-BE49-F238E27FC236}">
                <a16:creationId xmlns:a16="http://schemas.microsoft.com/office/drawing/2014/main" id="{8B935273-8E21-43B5-8AFF-3D0E677432D0}"/>
              </a:ext>
            </a:extLst>
          </p:cNvPr>
          <p:cNvSpPr>
            <a:spLocks noGrp="1"/>
          </p:cNvSpPr>
          <p:nvPr>
            <p:ph type="body" sz="quarter" idx="13" hasCustomPrompt="1"/>
          </p:nvPr>
        </p:nvSpPr>
        <p:spPr>
          <a:xfrm>
            <a:off x="1553267" y="1107668"/>
            <a:ext cx="6037466" cy="373254"/>
          </a:xfrm>
        </p:spPr>
        <p:txBody>
          <a:bodyPr>
            <a:noAutofit/>
          </a:bodyPr>
          <a:lstStyle>
            <a:lvl1pPr marL="0" indent="0" algn="ctr">
              <a:lnSpc>
                <a:spcPct val="114000"/>
              </a:lnSpc>
              <a:spcBef>
                <a:spcPts val="750"/>
              </a:spcBef>
              <a:spcAft>
                <a:spcPts val="0"/>
              </a:spcAft>
              <a:buNone/>
              <a:defRPr sz="1000" spc="-80" baseline="0">
                <a:solidFill>
                  <a:schemeClr val="tx1"/>
                </a:solidFill>
                <a:latin typeface="+mn-lt"/>
                <a:cs typeface="+mn-cs"/>
              </a:defRPr>
            </a:lvl1pPr>
          </a:lstStyle>
          <a:p>
            <a:r>
              <a:rPr lang="en-US" dirty="0"/>
              <a:t>Lorem Ipsum has been the industry's standard dummy text ever since the 1500s, when an unknown printer took a galley of type and scrambled it to make a type specimen book.</a:t>
            </a:r>
          </a:p>
        </p:txBody>
      </p:sp>
    </p:spTree>
    <p:extLst>
      <p:ext uri="{BB962C8B-B14F-4D97-AF65-F5344CB8AC3E}">
        <p14:creationId xmlns:p14="http://schemas.microsoft.com/office/powerpoint/2010/main" val="33818452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95252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2" name="ตัวแทนข้อความ 9">
            <a:extLst>
              <a:ext uri="{FF2B5EF4-FFF2-40B4-BE49-F238E27FC236}">
                <a16:creationId xmlns:a16="http://schemas.microsoft.com/office/drawing/2014/main" id="{1D74FA31-926C-42C8-B23C-DAA93548ED0B}"/>
              </a:ext>
            </a:extLst>
          </p:cNvPr>
          <p:cNvSpPr>
            <a:spLocks noGrp="1"/>
          </p:cNvSpPr>
          <p:nvPr>
            <p:ph type="body" sz="quarter" idx="17" hasCustomPrompt="1"/>
          </p:nvPr>
        </p:nvSpPr>
        <p:spPr>
          <a:xfrm>
            <a:off x="1274998" y="3813947"/>
            <a:ext cx="1821121" cy="531302"/>
          </a:xfrm>
        </p:spPr>
        <p:txBody>
          <a:bodyPr>
            <a:noAutofit/>
          </a:bodyPr>
          <a:lstStyle>
            <a:lvl1pPr marL="0" indent="0" algn="thaiDist">
              <a:lnSpc>
                <a:spcPct val="95000"/>
              </a:lnSpc>
              <a:spcBef>
                <a:spcPts val="0"/>
              </a:spcBef>
              <a:buNone/>
              <a:defRPr sz="1000" b="0" spc="0" baseline="0">
                <a:solidFill>
                  <a:schemeClr val="tx1"/>
                </a:solidFill>
                <a:latin typeface="+mn-lt"/>
                <a:cs typeface="+mn-cs"/>
              </a:defRPr>
            </a:lvl1pPr>
          </a:lstStyle>
          <a:p>
            <a:pPr lvl="0"/>
            <a:r>
              <a:rPr lang="en-US" dirty="0"/>
              <a:t>Lorem Ipsum is simply dummy text of the printing and typesetting industry.</a:t>
            </a:r>
          </a:p>
        </p:txBody>
      </p:sp>
      <p:sp>
        <p:nvSpPr>
          <p:cNvPr id="3" name="ตัวแทนข้อความ 9">
            <a:extLst>
              <a:ext uri="{FF2B5EF4-FFF2-40B4-BE49-F238E27FC236}">
                <a16:creationId xmlns:a16="http://schemas.microsoft.com/office/drawing/2014/main" id="{31537372-25AD-47FF-A242-34C2E4A43494}"/>
              </a:ext>
            </a:extLst>
          </p:cNvPr>
          <p:cNvSpPr>
            <a:spLocks noGrp="1"/>
          </p:cNvSpPr>
          <p:nvPr>
            <p:ph type="body" sz="quarter" idx="18" hasCustomPrompt="1"/>
          </p:nvPr>
        </p:nvSpPr>
        <p:spPr>
          <a:xfrm>
            <a:off x="1258973" y="3468120"/>
            <a:ext cx="1831946" cy="273903"/>
          </a:xfrm>
        </p:spPr>
        <p:txBody>
          <a:bodyPr>
            <a:noAutofit/>
          </a:bodyPr>
          <a:lstStyle>
            <a:lvl1pPr marL="0" indent="0" algn="ctr">
              <a:lnSpc>
                <a:spcPct val="95000"/>
              </a:lnSpc>
              <a:spcBef>
                <a:spcPts val="0"/>
              </a:spcBef>
              <a:buNone/>
              <a:defRPr sz="1800" b="1" spc="0" baseline="0">
                <a:solidFill>
                  <a:schemeClr val="tx1"/>
                </a:solidFill>
                <a:latin typeface="+mj-lt"/>
                <a:cs typeface="+mj-cs"/>
              </a:defRPr>
            </a:lvl1pPr>
          </a:lstStyle>
          <a:p>
            <a:pPr lvl="0"/>
            <a:r>
              <a:rPr lang="en-US" dirty="0"/>
              <a:t>Lorem Ipsum</a:t>
            </a:r>
          </a:p>
        </p:txBody>
      </p:sp>
      <p:sp>
        <p:nvSpPr>
          <p:cNvPr id="4" name="ตัวแทนข้อความ 9">
            <a:extLst>
              <a:ext uri="{FF2B5EF4-FFF2-40B4-BE49-F238E27FC236}">
                <a16:creationId xmlns:a16="http://schemas.microsoft.com/office/drawing/2014/main" id="{BB0CAA41-57D9-402E-9C5A-871060C690DB}"/>
              </a:ext>
            </a:extLst>
          </p:cNvPr>
          <p:cNvSpPr>
            <a:spLocks noGrp="1"/>
          </p:cNvSpPr>
          <p:nvPr>
            <p:ph type="body" sz="quarter" idx="20" hasCustomPrompt="1"/>
          </p:nvPr>
        </p:nvSpPr>
        <p:spPr>
          <a:xfrm>
            <a:off x="3661440" y="3813030"/>
            <a:ext cx="1821121" cy="531302"/>
          </a:xfrm>
        </p:spPr>
        <p:txBody>
          <a:bodyPr>
            <a:noAutofit/>
          </a:bodyPr>
          <a:lstStyle>
            <a:lvl1pPr marL="0" indent="0" algn="thaiDist">
              <a:lnSpc>
                <a:spcPct val="95000"/>
              </a:lnSpc>
              <a:spcBef>
                <a:spcPts val="0"/>
              </a:spcBef>
              <a:buNone/>
              <a:defRPr sz="1000" b="0" spc="0" baseline="0">
                <a:solidFill>
                  <a:schemeClr val="tx1"/>
                </a:solidFill>
                <a:latin typeface="+mn-lt"/>
                <a:cs typeface="+mn-cs"/>
              </a:defRPr>
            </a:lvl1pPr>
          </a:lstStyle>
          <a:p>
            <a:pPr lvl="0"/>
            <a:r>
              <a:rPr lang="en-US" dirty="0"/>
              <a:t>Lorem Ipsum is simply dummy text of the printing and typesetting industry.</a:t>
            </a:r>
          </a:p>
        </p:txBody>
      </p:sp>
      <p:sp>
        <p:nvSpPr>
          <p:cNvPr id="5" name="ตัวแทนข้อความ 9">
            <a:extLst>
              <a:ext uri="{FF2B5EF4-FFF2-40B4-BE49-F238E27FC236}">
                <a16:creationId xmlns:a16="http://schemas.microsoft.com/office/drawing/2014/main" id="{081D7A57-9A1A-42CB-A00E-F5B7BB6344B8}"/>
              </a:ext>
            </a:extLst>
          </p:cNvPr>
          <p:cNvSpPr>
            <a:spLocks noGrp="1"/>
          </p:cNvSpPr>
          <p:nvPr>
            <p:ph type="body" sz="quarter" idx="21" hasCustomPrompt="1"/>
          </p:nvPr>
        </p:nvSpPr>
        <p:spPr>
          <a:xfrm>
            <a:off x="3650167" y="3467203"/>
            <a:ext cx="1831946" cy="273903"/>
          </a:xfrm>
        </p:spPr>
        <p:txBody>
          <a:bodyPr>
            <a:noAutofit/>
          </a:bodyPr>
          <a:lstStyle>
            <a:lvl1pPr marL="0" indent="0" algn="ctr">
              <a:lnSpc>
                <a:spcPct val="95000"/>
              </a:lnSpc>
              <a:spcBef>
                <a:spcPts val="0"/>
              </a:spcBef>
              <a:buNone/>
              <a:defRPr sz="1800" b="1" spc="0" baseline="0">
                <a:solidFill>
                  <a:schemeClr val="tx1"/>
                </a:solidFill>
                <a:latin typeface="+mj-lt"/>
                <a:cs typeface="+mj-cs"/>
              </a:defRPr>
            </a:lvl1pPr>
          </a:lstStyle>
          <a:p>
            <a:pPr lvl="0"/>
            <a:r>
              <a:rPr lang="en-US" dirty="0"/>
              <a:t>Lorem Ipsum</a:t>
            </a:r>
          </a:p>
        </p:txBody>
      </p:sp>
      <p:sp>
        <p:nvSpPr>
          <p:cNvPr id="6" name="ตัวแทนข้อความ 9">
            <a:extLst>
              <a:ext uri="{FF2B5EF4-FFF2-40B4-BE49-F238E27FC236}">
                <a16:creationId xmlns:a16="http://schemas.microsoft.com/office/drawing/2014/main" id="{66A2AC03-8BA9-4409-B283-89BDD4EC57F9}"/>
              </a:ext>
            </a:extLst>
          </p:cNvPr>
          <p:cNvSpPr>
            <a:spLocks noGrp="1"/>
          </p:cNvSpPr>
          <p:nvPr>
            <p:ph type="body" sz="quarter" idx="23" hasCustomPrompt="1"/>
          </p:nvPr>
        </p:nvSpPr>
        <p:spPr>
          <a:xfrm>
            <a:off x="6029025" y="3814195"/>
            <a:ext cx="1821121" cy="531302"/>
          </a:xfrm>
        </p:spPr>
        <p:txBody>
          <a:bodyPr>
            <a:noAutofit/>
          </a:bodyPr>
          <a:lstStyle>
            <a:lvl1pPr marL="0" indent="0" algn="thaiDist">
              <a:lnSpc>
                <a:spcPct val="95000"/>
              </a:lnSpc>
              <a:spcBef>
                <a:spcPts val="0"/>
              </a:spcBef>
              <a:buNone/>
              <a:defRPr sz="1000" b="0" spc="0" baseline="0">
                <a:solidFill>
                  <a:schemeClr val="tx1"/>
                </a:solidFill>
                <a:latin typeface="+mn-lt"/>
                <a:cs typeface="+mn-cs"/>
              </a:defRPr>
            </a:lvl1pPr>
          </a:lstStyle>
          <a:p>
            <a:pPr lvl="0"/>
            <a:r>
              <a:rPr lang="en-US" dirty="0"/>
              <a:t>Lorem Ipsum is simply dummy text of the printing and typesetting industry.</a:t>
            </a:r>
          </a:p>
        </p:txBody>
      </p:sp>
      <p:sp>
        <p:nvSpPr>
          <p:cNvPr id="7" name="ตัวแทนข้อความ 9">
            <a:extLst>
              <a:ext uri="{FF2B5EF4-FFF2-40B4-BE49-F238E27FC236}">
                <a16:creationId xmlns:a16="http://schemas.microsoft.com/office/drawing/2014/main" id="{BD2C3D21-B434-47FD-A3BF-29F2941F4F63}"/>
              </a:ext>
            </a:extLst>
          </p:cNvPr>
          <p:cNvSpPr>
            <a:spLocks noGrp="1"/>
          </p:cNvSpPr>
          <p:nvPr>
            <p:ph type="body" sz="quarter" idx="24" hasCustomPrompt="1"/>
          </p:nvPr>
        </p:nvSpPr>
        <p:spPr>
          <a:xfrm>
            <a:off x="6013000" y="3468368"/>
            <a:ext cx="1831946" cy="273903"/>
          </a:xfrm>
        </p:spPr>
        <p:txBody>
          <a:bodyPr>
            <a:noAutofit/>
          </a:bodyPr>
          <a:lstStyle>
            <a:lvl1pPr marL="0" indent="0" algn="ctr">
              <a:lnSpc>
                <a:spcPct val="95000"/>
              </a:lnSpc>
              <a:spcBef>
                <a:spcPts val="0"/>
              </a:spcBef>
              <a:buNone/>
              <a:defRPr sz="1800" b="1" spc="0" baseline="0">
                <a:solidFill>
                  <a:schemeClr val="tx1"/>
                </a:solidFill>
                <a:latin typeface="+mj-lt"/>
                <a:cs typeface="+mj-cs"/>
              </a:defRPr>
            </a:lvl1pPr>
          </a:lstStyle>
          <a:p>
            <a:pPr lvl="0"/>
            <a:r>
              <a:rPr lang="en-US" dirty="0"/>
              <a:t>Lorem Ipsum</a:t>
            </a:r>
          </a:p>
        </p:txBody>
      </p:sp>
      <p:sp>
        <p:nvSpPr>
          <p:cNvPr id="8" name="ตัวแทนข้อความ 6">
            <a:extLst>
              <a:ext uri="{FF2B5EF4-FFF2-40B4-BE49-F238E27FC236}">
                <a16:creationId xmlns:a16="http://schemas.microsoft.com/office/drawing/2014/main" id="{605A75B7-E39D-43A2-A695-33E5C665287B}"/>
              </a:ext>
            </a:extLst>
          </p:cNvPr>
          <p:cNvSpPr>
            <a:spLocks noGrp="1"/>
          </p:cNvSpPr>
          <p:nvPr>
            <p:ph type="body" sz="quarter" idx="14" hasCustomPrompt="1"/>
          </p:nvPr>
        </p:nvSpPr>
        <p:spPr>
          <a:xfrm>
            <a:off x="2021070" y="512604"/>
            <a:ext cx="5101860" cy="580565"/>
          </a:xfrm>
        </p:spPr>
        <p:txBody>
          <a:bodyPr vert="horz" lIns="91440" tIns="45720" rIns="91440" bIns="45720" rtlCol="0">
            <a:noAutofit/>
          </a:bodyPr>
          <a:lstStyle>
            <a:lvl1pPr algn="ctr">
              <a:defRPr lang="en-US" sz="3200" b="1" i="0" spc="0" baseline="0" dirty="0">
                <a:solidFill>
                  <a:schemeClr val="tx1"/>
                </a:solidFill>
                <a:effectLst/>
                <a:latin typeface="+mj-lt"/>
                <a:cs typeface="+mj-cs"/>
              </a:defRPr>
            </a:lvl1pPr>
          </a:lstStyle>
          <a:p>
            <a:pPr marL="0" marR="0" lvl="0" indent="0" algn="ctr" defTabSz="685800" rtl="0" eaLnBrk="1" fontAlgn="auto" latinLnBrk="0" hangingPunct="1">
              <a:lnSpc>
                <a:spcPct val="95000"/>
              </a:lnSpc>
              <a:spcBef>
                <a:spcPts val="0"/>
              </a:spcBef>
              <a:spcAft>
                <a:spcPts val="0"/>
              </a:spcAft>
              <a:buClrTx/>
              <a:buSzTx/>
              <a:buFont typeface="Arial" panose="020B0604020202020204" pitchFamily="34" charset="0"/>
              <a:buNone/>
              <a:tabLst/>
              <a:defRPr/>
            </a:pPr>
            <a:r>
              <a:rPr lang="en-US" dirty="0"/>
              <a:t>Business Data Analysis </a:t>
            </a:r>
          </a:p>
        </p:txBody>
      </p:sp>
      <p:sp>
        <p:nvSpPr>
          <p:cNvPr id="9" name="ตัวแทนข้อความ 386">
            <a:extLst>
              <a:ext uri="{FF2B5EF4-FFF2-40B4-BE49-F238E27FC236}">
                <a16:creationId xmlns:a16="http://schemas.microsoft.com/office/drawing/2014/main" id="{813B9861-37D5-483C-BF80-3D89EE4DCA4F}"/>
              </a:ext>
            </a:extLst>
          </p:cNvPr>
          <p:cNvSpPr>
            <a:spLocks noGrp="1"/>
          </p:cNvSpPr>
          <p:nvPr>
            <p:ph type="body" sz="quarter" idx="13" hasCustomPrompt="1"/>
          </p:nvPr>
        </p:nvSpPr>
        <p:spPr>
          <a:xfrm>
            <a:off x="1553267" y="1107668"/>
            <a:ext cx="6037466" cy="373254"/>
          </a:xfrm>
        </p:spPr>
        <p:txBody>
          <a:bodyPr>
            <a:noAutofit/>
          </a:bodyPr>
          <a:lstStyle>
            <a:lvl1pPr marL="0" indent="0" algn="ctr">
              <a:lnSpc>
                <a:spcPct val="114000"/>
              </a:lnSpc>
              <a:spcBef>
                <a:spcPts val="750"/>
              </a:spcBef>
              <a:spcAft>
                <a:spcPts val="0"/>
              </a:spcAft>
              <a:buNone/>
              <a:defRPr sz="1000" spc="-80" baseline="0">
                <a:solidFill>
                  <a:schemeClr val="tx1"/>
                </a:solidFill>
                <a:latin typeface="+mn-lt"/>
                <a:cs typeface="+mn-cs"/>
              </a:defRPr>
            </a:lvl1pPr>
          </a:lstStyle>
          <a:p>
            <a:r>
              <a:rPr lang="en-US" dirty="0"/>
              <a:t>Lorem Ipsum has been the industry's standard dummy text ever since the 1500s, when an unknown printer took a galley of type and scrambled it to make a type specimen book.</a:t>
            </a:r>
          </a:p>
        </p:txBody>
      </p:sp>
    </p:spTree>
    <p:extLst>
      <p:ext uri="{BB962C8B-B14F-4D97-AF65-F5344CB8AC3E}">
        <p14:creationId xmlns:p14="http://schemas.microsoft.com/office/powerpoint/2010/main" val="4268816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2" name="ตัวแทนรูปภาพ 35">
            <a:extLst>
              <a:ext uri="{FF2B5EF4-FFF2-40B4-BE49-F238E27FC236}">
                <a16:creationId xmlns:a16="http://schemas.microsoft.com/office/drawing/2014/main" id="{9D38DAD8-87A5-4A3C-965C-23E8475F492B}"/>
              </a:ext>
            </a:extLst>
          </p:cNvPr>
          <p:cNvSpPr>
            <a:spLocks noGrp="1"/>
          </p:cNvSpPr>
          <p:nvPr>
            <p:ph type="pic" sz="quarter" idx="23"/>
          </p:nvPr>
        </p:nvSpPr>
        <p:spPr>
          <a:xfrm>
            <a:off x="630405" y="983546"/>
            <a:ext cx="4039200" cy="2213671"/>
          </a:xfrm>
          <a:prstGeom prst="roundRect">
            <a:avLst>
              <a:gd name="adj" fmla="val 0"/>
            </a:avLst>
          </a:prstGeom>
          <a:solidFill>
            <a:schemeClr val="bg1"/>
          </a:solidFill>
        </p:spPr>
        <p:txBody>
          <a:bodyPr>
            <a:normAutofit/>
          </a:bodyPr>
          <a:lstStyle>
            <a:lvl1pPr>
              <a:defRPr sz="1100"/>
            </a:lvl1pPr>
          </a:lstStyle>
          <a:p>
            <a:endParaRPr lang="en-US" dirty="0"/>
          </a:p>
        </p:txBody>
      </p:sp>
      <p:sp>
        <p:nvSpPr>
          <p:cNvPr id="3" name="ตัวแทนข้อความ 9">
            <a:extLst>
              <a:ext uri="{FF2B5EF4-FFF2-40B4-BE49-F238E27FC236}">
                <a16:creationId xmlns:a16="http://schemas.microsoft.com/office/drawing/2014/main" id="{777C0B4C-8BE6-42D1-8BE3-F200F64AFF97}"/>
              </a:ext>
            </a:extLst>
          </p:cNvPr>
          <p:cNvSpPr>
            <a:spLocks noGrp="1"/>
          </p:cNvSpPr>
          <p:nvPr>
            <p:ph type="body" sz="quarter" idx="22" hasCustomPrompt="1"/>
          </p:nvPr>
        </p:nvSpPr>
        <p:spPr>
          <a:xfrm>
            <a:off x="6727052" y="2641658"/>
            <a:ext cx="1865304" cy="465633"/>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4" name="ตัวแทนข้อความ 9">
            <a:extLst>
              <a:ext uri="{FF2B5EF4-FFF2-40B4-BE49-F238E27FC236}">
                <a16:creationId xmlns:a16="http://schemas.microsoft.com/office/drawing/2014/main" id="{45C9A155-3183-4801-83E9-88F913DAA848}"/>
              </a:ext>
            </a:extLst>
          </p:cNvPr>
          <p:cNvSpPr>
            <a:spLocks noGrp="1"/>
          </p:cNvSpPr>
          <p:nvPr>
            <p:ph type="body" sz="quarter" idx="24" hasCustomPrompt="1"/>
          </p:nvPr>
        </p:nvSpPr>
        <p:spPr>
          <a:xfrm>
            <a:off x="6727052" y="2293799"/>
            <a:ext cx="1865304" cy="277950"/>
          </a:xfrm>
          <a:effectLst/>
        </p:spPr>
        <p:txBody>
          <a:bodyPr>
            <a:noAutofit/>
          </a:bodyPr>
          <a:lstStyle>
            <a:lvl1pPr marL="0" indent="0" algn="l">
              <a:lnSpc>
                <a:spcPct val="95000"/>
              </a:lnSpc>
              <a:spcBef>
                <a:spcPts val="0"/>
              </a:spcBef>
              <a:buNone/>
              <a:defRPr sz="1800" b="1" spc="0" baseline="0">
                <a:solidFill>
                  <a:schemeClr val="accent1"/>
                </a:solidFill>
                <a:effectLst/>
                <a:latin typeface="+mj-lt"/>
                <a:cs typeface="+mj-cs"/>
              </a:defRPr>
            </a:lvl1pPr>
          </a:lstStyle>
          <a:p>
            <a:r>
              <a:rPr lang="en-US" dirty="0"/>
              <a:t>Lorem Ipsum</a:t>
            </a:r>
          </a:p>
        </p:txBody>
      </p:sp>
      <p:sp>
        <p:nvSpPr>
          <p:cNvPr id="5" name="ตัวแทนข้อความ 9">
            <a:extLst>
              <a:ext uri="{FF2B5EF4-FFF2-40B4-BE49-F238E27FC236}">
                <a16:creationId xmlns:a16="http://schemas.microsoft.com/office/drawing/2014/main" id="{5A406F9F-DE38-4885-B570-B4A02063829F}"/>
              </a:ext>
            </a:extLst>
          </p:cNvPr>
          <p:cNvSpPr>
            <a:spLocks noGrp="1"/>
          </p:cNvSpPr>
          <p:nvPr>
            <p:ph type="body" sz="quarter" idx="25" hasCustomPrompt="1"/>
          </p:nvPr>
        </p:nvSpPr>
        <p:spPr>
          <a:xfrm>
            <a:off x="6727052" y="3911507"/>
            <a:ext cx="1865304" cy="465633"/>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pPr lvl="0"/>
            <a:r>
              <a:rPr lang="en-US" dirty="0"/>
              <a:t>Lorem Ipsum is simply dummy text of the printing and typesetting industry.</a:t>
            </a:r>
          </a:p>
        </p:txBody>
      </p:sp>
      <p:sp>
        <p:nvSpPr>
          <p:cNvPr id="6" name="ตัวแทนข้อความ 9">
            <a:extLst>
              <a:ext uri="{FF2B5EF4-FFF2-40B4-BE49-F238E27FC236}">
                <a16:creationId xmlns:a16="http://schemas.microsoft.com/office/drawing/2014/main" id="{ABB5A359-02B3-4103-A317-4AC5AD12F590}"/>
              </a:ext>
            </a:extLst>
          </p:cNvPr>
          <p:cNvSpPr>
            <a:spLocks noGrp="1"/>
          </p:cNvSpPr>
          <p:nvPr>
            <p:ph type="body" sz="quarter" idx="26" hasCustomPrompt="1"/>
          </p:nvPr>
        </p:nvSpPr>
        <p:spPr>
          <a:xfrm>
            <a:off x="6727052" y="3563648"/>
            <a:ext cx="1865304" cy="277950"/>
          </a:xfrm>
          <a:effectLst/>
        </p:spPr>
        <p:txBody>
          <a:bodyPr>
            <a:noAutofit/>
          </a:bodyPr>
          <a:lstStyle>
            <a:lvl1pPr marL="0" indent="0" algn="l">
              <a:lnSpc>
                <a:spcPct val="95000"/>
              </a:lnSpc>
              <a:spcBef>
                <a:spcPts val="0"/>
              </a:spcBef>
              <a:buNone/>
              <a:defRPr sz="1800" b="1" spc="0" baseline="0">
                <a:solidFill>
                  <a:schemeClr val="accent1"/>
                </a:solidFill>
                <a:effectLst/>
                <a:latin typeface="+mj-lt"/>
                <a:cs typeface="+mj-cs"/>
              </a:defRPr>
            </a:lvl1pPr>
          </a:lstStyle>
          <a:p>
            <a:r>
              <a:rPr lang="en-US" dirty="0"/>
              <a:t>Lorem Ipsum</a:t>
            </a:r>
          </a:p>
        </p:txBody>
      </p:sp>
      <p:sp>
        <p:nvSpPr>
          <p:cNvPr id="9" name="ตัวแทนข้อความ 257">
            <a:extLst>
              <a:ext uri="{FF2B5EF4-FFF2-40B4-BE49-F238E27FC236}">
                <a16:creationId xmlns:a16="http://schemas.microsoft.com/office/drawing/2014/main" id="{A6C60D04-3001-4B91-83C4-CF432D0C1C77}"/>
              </a:ext>
            </a:extLst>
          </p:cNvPr>
          <p:cNvSpPr>
            <a:spLocks noGrp="1"/>
          </p:cNvSpPr>
          <p:nvPr>
            <p:ph type="body" sz="quarter" idx="27" hasCustomPrompt="1"/>
          </p:nvPr>
        </p:nvSpPr>
        <p:spPr>
          <a:xfrm>
            <a:off x="5278144" y="505219"/>
            <a:ext cx="3343708" cy="713646"/>
          </a:xfrm>
        </p:spPr>
        <p:txBody>
          <a:bodyPr>
            <a:noAutofit/>
          </a:bodyPr>
          <a:lstStyle>
            <a:lvl1pPr marL="0" indent="0" algn="r">
              <a:buNone/>
              <a:defRPr sz="4800" b="1" baseline="0">
                <a:ln w="12700">
                  <a:noFill/>
                </a:ln>
                <a:solidFill>
                  <a:schemeClr val="tx1"/>
                </a:solidFill>
                <a:latin typeface="+mj-lt"/>
                <a:cs typeface="+mj-cs"/>
              </a:defRPr>
            </a:lvl1pPr>
          </a:lstStyle>
          <a:p>
            <a:pPr lvl="0"/>
            <a:r>
              <a:rPr lang="en-US" dirty="0"/>
              <a:t>Business</a:t>
            </a:r>
          </a:p>
        </p:txBody>
      </p:sp>
      <p:sp>
        <p:nvSpPr>
          <p:cNvPr id="10" name="ตัวแทนข้อความ 257">
            <a:extLst>
              <a:ext uri="{FF2B5EF4-FFF2-40B4-BE49-F238E27FC236}">
                <a16:creationId xmlns:a16="http://schemas.microsoft.com/office/drawing/2014/main" id="{D455D340-427A-49F6-A7B7-199D79ADD476}"/>
              </a:ext>
            </a:extLst>
          </p:cNvPr>
          <p:cNvSpPr>
            <a:spLocks noGrp="1"/>
          </p:cNvSpPr>
          <p:nvPr>
            <p:ph type="body" sz="quarter" idx="28" hasCustomPrompt="1"/>
          </p:nvPr>
        </p:nvSpPr>
        <p:spPr>
          <a:xfrm>
            <a:off x="5278144" y="1123796"/>
            <a:ext cx="3343708" cy="713646"/>
          </a:xfrm>
        </p:spPr>
        <p:txBody>
          <a:bodyPr>
            <a:noAutofit/>
          </a:bodyPr>
          <a:lstStyle>
            <a:lvl1pPr marL="0" indent="0" algn="r">
              <a:buNone/>
              <a:defRPr sz="5400" b="1" baseline="0">
                <a:solidFill>
                  <a:schemeClr val="tx1"/>
                </a:solidFill>
                <a:latin typeface="+mj-lt"/>
                <a:cs typeface="+mj-cs"/>
              </a:defRPr>
            </a:lvl1pPr>
          </a:lstStyle>
          <a:p>
            <a:pPr lvl="0"/>
            <a:r>
              <a:rPr lang="en-US" dirty="0"/>
              <a:t>Analysis</a:t>
            </a:r>
          </a:p>
        </p:txBody>
      </p:sp>
    </p:spTree>
    <p:extLst>
      <p:ext uri="{BB962C8B-B14F-4D97-AF65-F5344CB8AC3E}">
        <p14:creationId xmlns:p14="http://schemas.microsoft.com/office/powerpoint/2010/main" val="9091521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243A9D31-9EC2-4E86-821D-3B66CDD180B2}"/>
              </a:ext>
            </a:extLst>
          </p:cNvPr>
          <p:cNvSpPr>
            <a:spLocks noGrp="1"/>
          </p:cNvSpPr>
          <p:nvPr>
            <p:ph type="pic" sz="quarter" idx="13"/>
          </p:nvPr>
        </p:nvSpPr>
        <p:spPr>
          <a:xfrm>
            <a:off x="5517944" y="882359"/>
            <a:ext cx="1580808" cy="3353035"/>
          </a:xfrm>
          <a:prstGeom prst="roundRect">
            <a:avLst>
              <a:gd name="adj" fmla="val 8898"/>
            </a:avLst>
          </a:prstGeom>
          <a:solidFill>
            <a:schemeClr val="bg1"/>
          </a:solidFill>
        </p:spPr>
        <p:txBody>
          <a:bodyPr anchor="ctr">
            <a:normAutofit/>
          </a:bodyPr>
          <a:lstStyle>
            <a:lvl1pPr algn="ctr">
              <a:defRPr sz="1350">
                <a:solidFill>
                  <a:schemeClr val="tx1"/>
                </a:solidFill>
              </a:defRPr>
            </a:lvl1pPr>
          </a:lstStyle>
          <a:p>
            <a:r>
              <a:rPr lang="en-US" dirty="0"/>
              <a:t>Click icon to add picture</a:t>
            </a:r>
          </a:p>
        </p:txBody>
      </p:sp>
      <p:sp>
        <p:nvSpPr>
          <p:cNvPr id="3" name="Picture Placeholder 6">
            <a:extLst>
              <a:ext uri="{FF2B5EF4-FFF2-40B4-BE49-F238E27FC236}">
                <a16:creationId xmlns:a16="http://schemas.microsoft.com/office/drawing/2014/main" id="{98384AA1-BFAA-4589-A8F3-86E1B53E98AC}"/>
              </a:ext>
            </a:extLst>
          </p:cNvPr>
          <p:cNvSpPr>
            <a:spLocks noGrp="1"/>
          </p:cNvSpPr>
          <p:nvPr>
            <p:ph type="pic" sz="quarter" idx="17"/>
          </p:nvPr>
        </p:nvSpPr>
        <p:spPr>
          <a:xfrm>
            <a:off x="7049829" y="1018214"/>
            <a:ext cx="1437097" cy="3048214"/>
          </a:xfrm>
          <a:prstGeom prst="roundRect">
            <a:avLst>
              <a:gd name="adj" fmla="val 8215"/>
            </a:avLst>
          </a:prstGeom>
          <a:solidFill>
            <a:schemeClr val="bg1"/>
          </a:solidFill>
        </p:spPr>
        <p:txBody>
          <a:bodyPr anchor="ctr">
            <a:normAutofit/>
          </a:bodyPr>
          <a:lstStyle>
            <a:lvl1pPr algn="ctr">
              <a:defRPr sz="1350">
                <a:solidFill>
                  <a:schemeClr val="tx1"/>
                </a:solidFill>
              </a:defRPr>
            </a:lvl1pPr>
          </a:lstStyle>
          <a:p>
            <a:r>
              <a:rPr lang="en-US" dirty="0"/>
              <a:t>Click icon to add picture</a:t>
            </a:r>
          </a:p>
        </p:txBody>
      </p:sp>
      <p:sp>
        <p:nvSpPr>
          <p:cNvPr id="4" name="ตัวแทนข้อความ 9">
            <a:extLst>
              <a:ext uri="{FF2B5EF4-FFF2-40B4-BE49-F238E27FC236}">
                <a16:creationId xmlns:a16="http://schemas.microsoft.com/office/drawing/2014/main" id="{59BDC698-5364-45F8-BA9A-76BB071E34D8}"/>
              </a:ext>
            </a:extLst>
          </p:cNvPr>
          <p:cNvSpPr>
            <a:spLocks noGrp="1"/>
          </p:cNvSpPr>
          <p:nvPr>
            <p:ph type="body" sz="quarter" idx="26" hasCustomPrompt="1"/>
          </p:nvPr>
        </p:nvSpPr>
        <p:spPr>
          <a:xfrm>
            <a:off x="1262057" y="3562341"/>
            <a:ext cx="2797598" cy="830867"/>
          </a:xfrm>
          <a:effectLst/>
        </p:spPr>
        <p:txBody>
          <a:bodyPr>
            <a:noAutofit/>
          </a:bodyPr>
          <a:lstStyle>
            <a:lvl1pPr marL="0" indent="0" algn="thaiDist">
              <a:lnSpc>
                <a:spcPct val="95000"/>
              </a:lnSpc>
              <a:spcBef>
                <a:spcPts val="0"/>
              </a:spcBef>
              <a:buNone/>
              <a:defRPr sz="1000" b="0" spc="0" baseline="0">
                <a:solidFill>
                  <a:schemeClr val="tx1"/>
                </a:solidFill>
                <a:effectLst/>
                <a:latin typeface="+mn-lt"/>
                <a:cs typeface="+mn-cs"/>
              </a:defRPr>
            </a:lvl1pPr>
          </a:lstStyle>
          <a:p>
            <a:r>
              <a:rPr lang="en-US" dirty="0"/>
              <a:t>Lorem Ipsum has been the industry's standard dummy text ever since the 1500s, when an unknown printer took a galley of type and scrambled it to make a type specimen book.</a:t>
            </a:r>
          </a:p>
        </p:txBody>
      </p:sp>
      <p:sp>
        <p:nvSpPr>
          <p:cNvPr id="5" name="ตัวแทนข้อความ 9">
            <a:extLst>
              <a:ext uri="{FF2B5EF4-FFF2-40B4-BE49-F238E27FC236}">
                <a16:creationId xmlns:a16="http://schemas.microsoft.com/office/drawing/2014/main" id="{213D9524-F22D-485E-A49C-D362A1BBA63F}"/>
              </a:ext>
            </a:extLst>
          </p:cNvPr>
          <p:cNvSpPr>
            <a:spLocks noGrp="1"/>
          </p:cNvSpPr>
          <p:nvPr>
            <p:ph type="body" sz="quarter" idx="27" hasCustomPrompt="1"/>
          </p:nvPr>
        </p:nvSpPr>
        <p:spPr>
          <a:xfrm>
            <a:off x="906997" y="2211923"/>
            <a:ext cx="3507718" cy="919662"/>
          </a:xfrm>
          <a:effectLst/>
        </p:spPr>
        <p:txBody>
          <a:bodyPr>
            <a:noAutofit/>
          </a:bodyPr>
          <a:lstStyle>
            <a:lvl1pPr marL="0" indent="0" algn="ctr">
              <a:lnSpc>
                <a:spcPct val="95000"/>
              </a:lnSpc>
              <a:spcBef>
                <a:spcPts val="0"/>
              </a:spcBef>
              <a:buNone/>
              <a:defRPr sz="8000" b="1" spc="0" baseline="0">
                <a:solidFill>
                  <a:schemeClr val="accent1"/>
                </a:solidFill>
                <a:effectLst/>
                <a:latin typeface="+mj-lt"/>
                <a:cs typeface="+mj-cs"/>
              </a:defRPr>
            </a:lvl1pPr>
          </a:lstStyle>
          <a:p>
            <a:r>
              <a:rPr lang="en-US" dirty="0"/>
              <a:t>50%</a:t>
            </a:r>
          </a:p>
        </p:txBody>
      </p:sp>
      <p:sp>
        <p:nvSpPr>
          <p:cNvPr id="8" name="ตัวแทนข้อความ 257">
            <a:extLst>
              <a:ext uri="{FF2B5EF4-FFF2-40B4-BE49-F238E27FC236}">
                <a16:creationId xmlns:a16="http://schemas.microsoft.com/office/drawing/2014/main" id="{98B12CC5-DFED-4C9C-AFEB-281D19A88698}"/>
              </a:ext>
            </a:extLst>
          </p:cNvPr>
          <p:cNvSpPr>
            <a:spLocks noGrp="1"/>
          </p:cNvSpPr>
          <p:nvPr>
            <p:ph type="body" sz="quarter" idx="28" hasCustomPrompt="1"/>
          </p:nvPr>
        </p:nvSpPr>
        <p:spPr>
          <a:xfrm>
            <a:off x="989002" y="525536"/>
            <a:ext cx="3343708" cy="713646"/>
          </a:xfrm>
        </p:spPr>
        <p:txBody>
          <a:bodyPr>
            <a:noAutofit/>
          </a:bodyPr>
          <a:lstStyle>
            <a:lvl1pPr marL="0" indent="0" algn="ctr">
              <a:buNone/>
              <a:defRPr sz="4800" b="1" baseline="0">
                <a:ln w="12700">
                  <a:noFill/>
                </a:ln>
                <a:solidFill>
                  <a:schemeClr val="tx1"/>
                </a:solidFill>
                <a:latin typeface="+mj-lt"/>
                <a:cs typeface="+mj-cs"/>
              </a:defRPr>
            </a:lvl1pPr>
          </a:lstStyle>
          <a:p>
            <a:pPr lvl="0"/>
            <a:r>
              <a:rPr lang="en-US" dirty="0"/>
              <a:t>Business</a:t>
            </a:r>
          </a:p>
        </p:txBody>
      </p:sp>
      <p:sp>
        <p:nvSpPr>
          <p:cNvPr id="9" name="ตัวแทนข้อความ 257">
            <a:extLst>
              <a:ext uri="{FF2B5EF4-FFF2-40B4-BE49-F238E27FC236}">
                <a16:creationId xmlns:a16="http://schemas.microsoft.com/office/drawing/2014/main" id="{850ACA76-291F-42E3-8B31-2C6DF4F9F116}"/>
              </a:ext>
            </a:extLst>
          </p:cNvPr>
          <p:cNvSpPr>
            <a:spLocks noGrp="1"/>
          </p:cNvSpPr>
          <p:nvPr>
            <p:ph type="body" sz="quarter" idx="29" hasCustomPrompt="1"/>
          </p:nvPr>
        </p:nvSpPr>
        <p:spPr>
          <a:xfrm>
            <a:off x="326139" y="1163777"/>
            <a:ext cx="4669435" cy="713646"/>
          </a:xfrm>
        </p:spPr>
        <p:txBody>
          <a:bodyPr>
            <a:noAutofit/>
          </a:bodyPr>
          <a:lstStyle>
            <a:lvl1pPr marL="0" indent="0" algn="ctr">
              <a:buNone/>
              <a:defRPr sz="4800" b="1" baseline="0">
                <a:solidFill>
                  <a:schemeClr val="tx1"/>
                </a:solidFill>
                <a:latin typeface="+mj-lt"/>
                <a:cs typeface="+mj-cs"/>
              </a:defRPr>
            </a:lvl1pPr>
          </a:lstStyle>
          <a:p>
            <a:pPr lvl="0"/>
            <a:r>
              <a:rPr lang="en-US" dirty="0"/>
              <a:t>Data Analysis</a:t>
            </a:r>
          </a:p>
        </p:txBody>
      </p:sp>
    </p:spTree>
    <p:extLst>
      <p:ext uri="{BB962C8B-B14F-4D97-AF65-F5344CB8AC3E}">
        <p14:creationId xmlns:p14="http://schemas.microsoft.com/office/powerpoint/2010/main" val="19108956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338103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8" name="ตัวแทนข้อความ 6">
            <a:extLst>
              <a:ext uri="{FF2B5EF4-FFF2-40B4-BE49-F238E27FC236}">
                <a16:creationId xmlns:a16="http://schemas.microsoft.com/office/drawing/2014/main" id="{B8D6CF78-3FF8-4F1E-BE1B-DA8D08D5B763}"/>
              </a:ext>
            </a:extLst>
          </p:cNvPr>
          <p:cNvSpPr>
            <a:spLocks noGrp="1"/>
          </p:cNvSpPr>
          <p:nvPr userDrawn="1">
            <p:ph type="body" sz="quarter" idx="19" hasCustomPrompt="1"/>
          </p:nvPr>
        </p:nvSpPr>
        <p:spPr>
          <a:xfrm>
            <a:off x="4659355" y="3701021"/>
            <a:ext cx="3717635" cy="350609"/>
          </a:xfrm>
        </p:spPr>
        <p:txBody>
          <a:bodyPr vert="horz" lIns="91440" tIns="45720" rIns="91440" bIns="45720" rtlCol="0">
            <a:noAutofit/>
          </a:bodyPr>
          <a:lstStyle>
            <a:lvl1pPr algn="r">
              <a:defRPr lang="en-US" sz="1600" b="0" spc="400" baseline="0" dirty="0">
                <a:solidFill>
                  <a:schemeClr val="tx1"/>
                </a:solidFill>
                <a:effectLst/>
                <a:latin typeface="+mj-lt"/>
                <a:cs typeface="+mj-cs"/>
              </a:defRPr>
            </a:lvl1pPr>
          </a:lstStyle>
          <a:p>
            <a:pPr marL="0" lvl="0" indent="0" algn="ctr">
              <a:buNone/>
            </a:pPr>
            <a:r>
              <a:rPr lang="en-US" dirty="0"/>
              <a:t>POWERPOINTHUB.COM</a:t>
            </a:r>
          </a:p>
        </p:txBody>
      </p:sp>
      <p:sp>
        <p:nvSpPr>
          <p:cNvPr id="9" name="ตัวแทนข้อความ 7">
            <a:extLst>
              <a:ext uri="{FF2B5EF4-FFF2-40B4-BE49-F238E27FC236}">
                <a16:creationId xmlns:a16="http://schemas.microsoft.com/office/drawing/2014/main" id="{5EBD5275-5019-46F4-9A3D-719873732E29}"/>
              </a:ext>
            </a:extLst>
          </p:cNvPr>
          <p:cNvSpPr>
            <a:spLocks noGrp="1"/>
          </p:cNvSpPr>
          <p:nvPr userDrawn="1">
            <p:ph type="body" sz="quarter" idx="10" hasCustomPrompt="1"/>
          </p:nvPr>
        </p:nvSpPr>
        <p:spPr>
          <a:xfrm>
            <a:off x="4418586" y="927649"/>
            <a:ext cx="3958404" cy="2333484"/>
          </a:xfrm>
        </p:spPr>
        <p:txBody>
          <a:bodyPr vert="horz" lIns="91440" tIns="45720" rIns="91440" bIns="45720" rtlCol="0">
            <a:noAutofit/>
          </a:bodyPr>
          <a:lstStyle>
            <a:lvl1pPr algn="r">
              <a:defRPr lang="en-US" sz="8800" b="1" baseline="0" dirty="0">
                <a:ln>
                  <a:noFill/>
                </a:ln>
                <a:solidFill>
                  <a:schemeClr val="tx1"/>
                </a:solidFill>
                <a:effectLst/>
                <a:latin typeface="+mj-lt"/>
                <a:cs typeface="+mj-cs"/>
              </a:defRPr>
            </a:lvl1pPr>
          </a:lstStyle>
          <a:p>
            <a:pPr marL="0" lvl="0" indent="0" algn="ctr">
              <a:lnSpc>
                <a:spcPct val="85000"/>
              </a:lnSpc>
              <a:buNone/>
            </a:pPr>
            <a:r>
              <a:rPr lang="en-US" dirty="0"/>
              <a:t>Thank You</a:t>
            </a:r>
          </a:p>
        </p:txBody>
      </p:sp>
    </p:spTree>
    <p:extLst>
      <p:ext uri="{BB962C8B-B14F-4D97-AF65-F5344CB8AC3E}">
        <p14:creationId xmlns:p14="http://schemas.microsoft.com/office/powerpoint/2010/main" val="4650119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6102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708228A-07A9-49F4-830D-281B7A316B61}" type="datetimeFigureOut">
              <a:rPr lang="en-US" smtClean="0"/>
              <a:t>12/2/2025</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719DC5B-1735-4AF8-B507-F77ABCADC5B0}" type="slidenum">
              <a:rPr lang="en-US" smtClean="0"/>
              <a:t>‹#›</a:t>
            </a:fld>
            <a:endParaRPr lang="en-US"/>
          </a:p>
        </p:txBody>
      </p:sp>
    </p:spTree>
    <p:extLst>
      <p:ext uri="{BB962C8B-B14F-4D97-AF65-F5344CB8AC3E}">
        <p14:creationId xmlns:p14="http://schemas.microsoft.com/office/powerpoint/2010/main" val="13848014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0" r:id="rId8"/>
    <p:sldLayoutId id="2147483668" r:id="rId9"/>
    <p:sldLayoutId id="2147483669"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1.xml"/><Relationship Id="rId5" Type="http://schemas.openxmlformats.org/officeDocument/2006/relationships/image" Target="../media/image23.png"/><Relationship Id="rId4" Type="http://schemas.openxmlformats.org/officeDocument/2006/relationships/image" Target="../media/image26.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1102A-FA2B-FAFF-9BF0-1254945276BB}"/>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2FA806D4-E24B-F4E0-38B1-1B40A6DD445E}"/>
              </a:ext>
            </a:extLst>
          </p:cNvPr>
          <p:cNvGrpSpPr/>
          <p:nvPr/>
        </p:nvGrpSpPr>
        <p:grpSpPr>
          <a:xfrm>
            <a:off x="11957645" y="3265158"/>
            <a:ext cx="1692985" cy="3505960"/>
            <a:chOff x="7640067" y="1658647"/>
            <a:chExt cx="1692985" cy="3505960"/>
          </a:xfrm>
        </p:grpSpPr>
        <p:sp>
          <p:nvSpPr>
            <p:cNvPr id="27" name="Freeform: Shape 26">
              <a:extLst>
                <a:ext uri="{FF2B5EF4-FFF2-40B4-BE49-F238E27FC236}">
                  <a16:creationId xmlns:a16="http://schemas.microsoft.com/office/drawing/2014/main" id="{484F0EF8-8B4D-5AD6-CDDA-4589F23438B5}"/>
                </a:ext>
              </a:extLst>
            </p:cNvPr>
            <p:cNvSpPr/>
            <p:nvPr/>
          </p:nvSpPr>
          <p:spPr>
            <a:xfrm rot="334554">
              <a:off x="7640067" y="1658647"/>
              <a:ext cx="1692985" cy="3505960"/>
            </a:xfrm>
            <a:custGeom>
              <a:avLst/>
              <a:gdLst>
                <a:gd name="connsiteX0" fmla="*/ 1360036 w 1692985"/>
                <a:gd name="connsiteY0" fmla="*/ 0 h 3505960"/>
                <a:gd name="connsiteX1" fmla="*/ 1692985 w 1692985"/>
                <a:gd name="connsiteY1" fmla="*/ 3410447 h 3505960"/>
                <a:gd name="connsiteX2" fmla="*/ 714628 w 1692985"/>
                <a:gd name="connsiteY2" fmla="*/ 3505960 h 3505960"/>
                <a:gd name="connsiteX3" fmla="*/ 63783 w 1692985"/>
                <a:gd name="connsiteY3" fmla="*/ 2378475 h 3505960"/>
                <a:gd name="connsiteX4" fmla="*/ 63783 w 1692985"/>
                <a:gd name="connsiteY4" fmla="*/ 1901753 h 3505960"/>
                <a:gd name="connsiteX5" fmla="*/ 1030402 w 1692985"/>
                <a:gd name="connsiteY5" fmla="*/ 227237 h 3505960"/>
                <a:gd name="connsiteX6" fmla="*/ 1319446 w 1692985"/>
                <a:gd name="connsiteY6" fmla="*/ 5401 h 350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2985" h="3505960">
                  <a:moveTo>
                    <a:pt x="1360036" y="0"/>
                  </a:moveTo>
                  <a:lnTo>
                    <a:pt x="1692985" y="3410447"/>
                  </a:lnTo>
                  <a:lnTo>
                    <a:pt x="714628" y="3505960"/>
                  </a:lnTo>
                  <a:lnTo>
                    <a:pt x="63783" y="2378475"/>
                  </a:lnTo>
                  <a:cubicBezTo>
                    <a:pt x="-21261" y="2231146"/>
                    <a:pt x="-21261" y="2049081"/>
                    <a:pt x="63783" y="1901753"/>
                  </a:cubicBezTo>
                  <a:lnTo>
                    <a:pt x="1030402" y="227237"/>
                  </a:lnTo>
                  <a:cubicBezTo>
                    <a:pt x="1095084" y="116740"/>
                    <a:pt x="1199516" y="37910"/>
                    <a:pt x="1319446" y="5401"/>
                  </a:cubicBez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32937ABF-CD5B-AA76-6F02-2D55722154E6}"/>
                </a:ext>
              </a:extLst>
            </p:cNvPr>
            <p:cNvSpPr/>
            <p:nvPr/>
          </p:nvSpPr>
          <p:spPr>
            <a:xfrm rot="334554">
              <a:off x="8068926" y="2142020"/>
              <a:ext cx="1242614" cy="3001833"/>
            </a:xfrm>
            <a:custGeom>
              <a:avLst/>
              <a:gdLst>
                <a:gd name="connsiteX0" fmla="*/ 954816 w 1242614"/>
                <a:gd name="connsiteY0" fmla="*/ 0 h 3001833"/>
                <a:gd name="connsiteX1" fmla="*/ 1242614 w 1242614"/>
                <a:gd name="connsiteY1" fmla="*/ 2947959 h 3001833"/>
                <a:gd name="connsiteX2" fmla="*/ 690778 w 1242614"/>
                <a:gd name="connsiteY2" fmla="*/ 3001833 h 3001833"/>
                <a:gd name="connsiteX3" fmla="*/ 63783 w 1242614"/>
                <a:gd name="connsiteY3" fmla="*/ 1915986 h 3001833"/>
                <a:gd name="connsiteX4" fmla="*/ 63783 w 1242614"/>
                <a:gd name="connsiteY4" fmla="*/ 1439264 h 3001833"/>
                <a:gd name="connsiteX5" fmla="*/ 805217 w 1242614"/>
                <a:gd name="connsiteY5" fmla="*/ 155229 h 3001833"/>
                <a:gd name="connsiteX6" fmla="*/ 881745 w 1242614"/>
                <a:gd name="connsiteY6" fmla="*/ 55830 h 300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2614" h="3001833">
                  <a:moveTo>
                    <a:pt x="954816" y="0"/>
                  </a:moveTo>
                  <a:lnTo>
                    <a:pt x="1242614" y="2947959"/>
                  </a:lnTo>
                  <a:lnTo>
                    <a:pt x="690778" y="3001833"/>
                  </a:lnTo>
                  <a:lnTo>
                    <a:pt x="63783" y="1915986"/>
                  </a:lnTo>
                  <a:cubicBezTo>
                    <a:pt x="-21261" y="1768657"/>
                    <a:pt x="-21261" y="1586592"/>
                    <a:pt x="63783" y="1439264"/>
                  </a:cubicBezTo>
                  <a:lnTo>
                    <a:pt x="805217" y="155229"/>
                  </a:lnTo>
                  <a:cubicBezTo>
                    <a:pt x="826478" y="118396"/>
                    <a:pt x="852306" y="85083"/>
                    <a:pt x="881745" y="55830"/>
                  </a:cubicBez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 name="Freeform: Shape 32">
              <a:extLst>
                <a:ext uri="{FF2B5EF4-FFF2-40B4-BE49-F238E27FC236}">
                  <a16:creationId xmlns:a16="http://schemas.microsoft.com/office/drawing/2014/main" id="{8CCB5542-D82A-2516-8C3D-7A86EB826015}"/>
                </a:ext>
              </a:extLst>
            </p:cNvPr>
            <p:cNvSpPr/>
            <p:nvPr/>
          </p:nvSpPr>
          <p:spPr>
            <a:xfrm rot="334554">
              <a:off x="8518066" y="2783390"/>
              <a:ext cx="764694" cy="2331963"/>
            </a:xfrm>
            <a:custGeom>
              <a:avLst/>
              <a:gdLst>
                <a:gd name="connsiteX0" fmla="*/ 537376 w 764694"/>
                <a:gd name="connsiteY0" fmla="*/ 0 h 2331963"/>
                <a:gd name="connsiteX1" fmla="*/ 764694 w 764694"/>
                <a:gd name="connsiteY1" fmla="*/ 2328461 h 2331963"/>
                <a:gd name="connsiteX2" fmla="*/ 728824 w 764694"/>
                <a:gd name="connsiteY2" fmla="*/ 2331963 h 2331963"/>
                <a:gd name="connsiteX3" fmla="*/ 643384 w 764694"/>
                <a:gd name="connsiteY3" fmla="*/ 2266682 h 2331963"/>
                <a:gd name="connsiteX4" fmla="*/ 566857 w 764694"/>
                <a:gd name="connsiteY4" fmla="*/ 2167285 h 2331963"/>
                <a:gd name="connsiteX5" fmla="*/ 63783 w 764694"/>
                <a:gd name="connsiteY5" fmla="*/ 1296488 h 2331963"/>
                <a:gd name="connsiteX6" fmla="*/ 63783 w 764694"/>
                <a:gd name="connsiteY6" fmla="*/ 819766 h 233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4694" h="2331963">
                  <a:moveTo>
                    <a:pt x="537376" y="0"/>
                  </a:moveTo>
                  <a:lnTo>
                    <a:pt x="764694" y="2328461"/>
                  </a:lnTo>
                  <a:lnTo>
                    <a:pt x="728824" y="2331963"/>
                  </a:lnTo>
                  <a:lnTo>
                    <a:pt x="643384" y="2266682"/>
                  </a:lnTo>
                  <a:cubicBezTo>
                    <a:pt x="613944" y="2237430"/>
                    <a:pt x="588117" y="2204117"/>
                    <a:pt x="566857" y="2167285"/>
                  </a:cubicBezTo>
                  <a:lnTo>
                    <a:pt x="63783" y="1296488"/>
                  </a:lnTo>
                  <a:cubicBezTo>
                    <a:pt x="-21261" y="1149160"/>
                    <a:pt x="-21261" y="967095"/>
                    <a:pt x="63783" y="819766"/>
                  </a:cubicBez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7CBACA80-B2B3-1F9C-1565-BE7928811E67}"/>
                </a:ext>
              </a:extLst>
            </p:cNvPr>
            <p:cNvSpPr/>
            <p:nvPr/>
          </p:nvSpPr>
          <p:spPr>
            <a:xfrm rot="334554">
              <a:off x="8946878" y="3433935"/>
              <a:ext cx="271508" cy="1023920"/>
            </a:xfrm>
            <a:custGeom>
              <a:avLst/>
              <a:gdLst>
                <a:gd name="connsiteX0" fmla="*/ 171547 w 271508"/>
                <a:gd name="connsiteY0" fmla="*/ 0 h 1023920"/>
                <a:gd name="connsiteX1" fmla="*/ 271508 w 271508"/>
                <a:gd name="connsiteY1" fmla="*/ 1023920 h 1023920"/>
                <a:gd name="connsiteX2" fmla="*/ 63783 w 271508"/>
                <a:gd name="connsiteY2" fmla="*/ 663633 h 1023920"/>
                <a:gd name="connsiteX3" fmla="*/ 63783 w 271508"/>
                <a:gd name="connsiteY3" fmla="*/ 186911 h 1023920"/>
              </a:gdLst>
              <a:ahLst/>
              <a:cxnLst>
                <a:cxn ang="0">
                  <a:pos x="connsiteX0" y="connsiteY0"/>
                </a:cxn>
                <a:cxn ang="0">
                  <a:pos x="connsiteX1" y="connsiteY1"/>
                </a:cxn>
                <a:cxn ang="0">
                  <a:pos x="connsiteX2" y="connsiteY2"/>
                </a:cxn>
                <a:cxn ang="0">
                  <a:pos x="connsiteX3" y="connsiteY3"/>
                </a:cxn>
              </a:cxnLst>
              <a:rect l="l" t="t" r="r" b="b"/>
              <a:pathLst>
                <a:path w="271508" h="1023920">
                  <a:moveTo>
                    <a:pt x="171547" y="0"/>
                  </a:moveTo>
                  <a:lnTo>
                    <a:pt x="271508" y="1023920"/>
                  </a:lnTo>
                  <a:lnTo>
                    <a:pt x="63783" y="663633"/>
                  </a:lnTo>
                  <a:cubicBezTo>
                    <a:pt x="-21261" y="516304"/>
                    <a:pt x="-21261" y="334239"/>
                    <a:pt x="63783" y="186911"/>
                  </a:cubicBezTo>
                  <a:close/>
                </a:path>
              </a:pathLst>
            </a:custGeom>
            <a:solidFill>
              <a:schemeClr val="accent1"/>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nvGrpSpPr>
          <p:cNvPr id="57" name="Group 56">
            <a:extLst>
              <a:ext uri="{FF2B5EF4-FFF2-40B4-BE49-F238E27FC236}">
                <a16:creationId xmlns:a16="http://schemas.microsoft.com/office/drawing/2014/main" id="{1446E95B-DCBC-CB82-870E-36F202C21E31}"/>
              </a:ext>
            </a:extLst>
          </p:cNvPr>
          <p:cNvGrpSpPr/>
          <p:nvPr/>
        </p:nvGrpSpPr>
        <p:grpSpPr>
          <a:xfrm>
            <a:off x="-4306222" y="-688344"/>
            <a:ext cx="1370452" cy="2777096"/>
            <a:chOff x="-140622" y="-48974"/>
            <a:chExt cx="1370452" cy="2777096"/>
          </a:xfrm>
        </p:grpSpPr>
        <p:sp>
          <p:nvSpPr>
            <p:cNvPr id="48" name="Freeform: Shape 47">
              <a:extLst>
                <a:ext uri="{FF2B5EF4-FFF2-40B4-BE49-F238E27FC236}">
                  <a16:creationId xmlns:a16="http://schemas.microsoft.com/office/drawing/2014/main" id="{45C98C67-FCE9-EAC9-290E-16E033E3AC17}"/>
                </a:ext>
              </a:extLst>
            </p:cNvPr>
            <p:cNvSpPr/>
            <p:nvPr/>
          </p:nvSpPr>
          <p:spPr>
            <a:xfrm rot="334554">
              <a:off x="-140622" y="-48974"/>
              <a:ext cx="1370452" cy="2777096"/>
            </a:xfrm>
            <a:custGeom>
              <a:avLst/>
              <a:gdLst>
                <a:gd name="connsiteX0" fmla="*/ 0 w 1370452"/>
                <a:gd name="connsiteY0" fmla="*/ 97945 h 2777096"/>
                <a:gd name="connsiteX1" fmla="*/ 1003261 w 1370452"/>
                <a:gd name="connsiteY1" fmla="*/ 0 h 2777096"/>
                <a:gd name="connsiteX2" fmla="*/ 1306669 w 1370452"/>
                <a:gd name="connsiteY2" fmla="*/ 524957 h 2777096"/>
                <a:gd name="connsiteX3" fmla="*/ 1306669 w 1370452"/>
                <a:gd name="connsiteY3" fmla="*/ 1001679 h 2777096"/>
                <a:gd name="connsiteX4" fmla="*/ 340050 w 1370452"/>
                <a:gd name="connsiteY4" fmla="*/ 2676196 h 2777096"/>
                <a:gd name="connsiteX5" fmla="*/ 263522 w 1370452"/>
                <a:gd name="connsiteY5" fmla="*/ 2775593 h 2777096"/>
                <a:gd name="connsiteX6" fmla="*/ 261555 w 1370452"/>
                <a:gd name="connsiteY6" fmla="*/ 2777096 h 277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0452" h="2777096">
                  <a:moveTo>
                    <a:pt x="0" y="97945"/>
                  </a:moveTo>
                  <a:lnTo>
                    <a:pt x="1003261" y="0"/>
                  </a:lnTo>
                  <a:lnTo>
                    <a:pt x="1306669" y="524957"/>
                  </a:lnTo>
                  <a:cubicBezTo>
                    <a:pt x="1391713" y="672285"/>
                    <a:pt x="1391714" y="854350"/>
                    <a:pt x="1306669" y="1001679"/>
                  </a:cubicBezTo>
                  <a:lnTo>
                    <a:pt x="340050" y="2676196"/>
                  </a:lnTo>
                  <a:cubicBezTo>
                    <a:pt x="318789" y="2713028"/>
                    <a:pt x="292961" y="2746341"/>
                    <a:pt x="263522" y="2775593"/>
                  </a:cubicBezTo>
                  <a:lnTo>
                    <a:pt x="261555" y="2777096"/>
                  </a:ln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2" name="Freeform: Shape 51">
              <a:extLst>
                <a:ext uri="{FF2B5EF4-FFF2-40B4-BE49-F238E27FC236}">
                  <a16:creationId xmlns:a16="http://schemas.microsoft.com/office/drawing/2014/main" id="{6562B493-946D-A71E-1ED1-E572B26CE8D6}"/>
                </a:ext>
              </a:extLst>
            </p:cNvPr>
            <p:cNvSpPr/>
            <p:nvPr/>
          </p:nvSpPr>
          <p:spPr>
            <a:xfrm rot="334554">
              <a:off x="-110514" y="-27835"/>
              <a:ext cx="918884" cy="2096036"/>
            </a:xfrm>
            <a:custGeom>
              <a:avLst/>
              <a:gdLst>
                <a:gd name="connsiteX0" fmla="*/ 0 w 918884"/>
                <a:gd name="connsiteY0" fmla="*/ 56281 h 2096036"/>
                <a:gd name="connsiteX1" fmla="*/ 576488 w 918884"/>
                <a:gd name="connsiteY1" fmla="*/ 0 h 2096036"/>
                <a:gd name="connsiteX2" fmla="*/ 855102 w 918884"/>
                <a:gd name="connsiteY2" fmla="*/ 483292 h 2096036"/>
                <a:gd name="connsiteX3" fmla="*/ 855102 w 918884"/>
                <a:gd name="connsiteY3" fmla="*/ 960014 h 2096036"/>
                <a:gd name="connsiteX4" fmla="*/ 199134 w 918884"/>
                <a:gd name="connsiteY4" fmla="*/ 2096036 h 2096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884" h="2096036">
                  <a:moveTo>
                    <a:pt x="0" y="56281"/>
                  </a:moveTo>
                  <a:lnTo>
                    <a:pt x="576488" y="0"/>
                  </a:lnTo>
                  <a:lnTo>
                    <a:pt x="855102" y="483292"/>
                  </a:lnTo>
                  <a:cubicBezTo>
                    <a:pt x="940145" y="630620"/>
                    <a:pt x="940145" y="812685"/>
                    <a:pt x="855102" y="960014"/>
                  </a:cubicBezTo>
                  <a:lnTo>
                    <a:pt x="199134" y="2096036"/>
                  </a:ln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6" name="Freeform: Shape 55">
              <a:extLst>
                <a:ext uri="{FF2B5EF4-FFF2-40B4-BE49-F238E27FC236}">
                  <a16:creationId xmlns:a16="http://schemas.microsoft.com/office/drawing/2014/main" id="{72603533-7AE4-A9EC-BBD9-AA4B3CCA34EB}"/>
                </a:ext>
              </a:extLst>
            </p:cNvPr>
            <p:cNvSpPr/>
            <p:nvPr/>
          </p:nvSpPr>
          <p:spPr>
            <a:xfrm rot="334554">
              <a:off x="-77212" y="-5317"/>
              <a:ext cx="442162" cy="1345538"/>
            </a:xfrm>
            <a:custGeom>
              <a:avLst/>
              <a:gdLst>
                <a:gd name="connsiteX0" fmla="*/ 0 w 442162"/>
                <a:gd name="connsiteY0" fmla="*/ 12170 h 1345538"/>
                <a:gd name="connsiteX1" fmla="*/ 124657 w 442162"/>
                <a:gd name="connsiteY1" fmla="*/ 0 h 1345538"/>
                <a:gd name="connsiteX2" fmla="*/ 378379 w 442162"/>
                <a:gd name="connsiteY2" fmla="*/ 439181 h 1345538"/>
                <a:gd name="connsiteX3" fmla="*/ 378379 w 442162"/>
                <a:gd name="connsiteY3" fmla="*/ 915903 h 1345538"/>
                <a:gd name="connsiteX4" fmla="*/ 130172 w 442162"/>
                <a:gd name="connsiteY4" fmla="*/ 1345538 h 1345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162" h="1345538">
                  <a:moveTo>
                    <a:pt x="0" y="12170"/>
                  </a:moveTo>
                  <a:lnTo>
                    <a:pt x="124657" y="0"/>
                  </a:lnTo>
                  <a:lnTo>
                    <a:pt x="378379" y="439181"/>
                  </a:lnTo>
                  <a:cubicBezTo>
                    <a:pt x="463423" y="586510"/>
                    <a:pt x="463423" y="768575"/>
                    <a:pt x="378379" y="915903"/>
                  </a:cubicBezTo>
                  <a:lnTo>
                    <a:pt x="130172" y="1345538"/>
                  </a:ln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21" name="Freeform: Shape 20">
            <a:extLst>
              <a:ext uri="{FF2B5EF4-FFF2-40B4-BE49-F238E27FC236}">
                <a16:creationId xmlns:a16="http://schemas.microsoft.com/office/drawing/2014/main" id="{AB365A0D-5489-C7DE-A200-6146244173B9}"/>
              </a:ext>
            </a:extLst>
          </p:cNvPr>
          <p:cNvSpPr/>
          <p:nvPr/>
        </p:nvSpPr>
        <p:spPr>
          <a:xfrm rot="19826069" flipH="1">
            <a:off x="11272267" y="-1363731"/>
            <a:ext cx="3063743" cy="2509489"/>
          </a:xfrm>
          <a:custGeom>
            <a:avLst/>
            <a:gdLst>
              <a:gd name="connsiteX0" fmla="*/ 3063743 w 3063743"/>
              <a:gd name="connsiteY0" fmla="*/ 0 h 2509489"/>
              <a:gd name="connsiteX1" fmla="*/ 0 w 3063743"/>
              <a:gd name="connsiteY1" fmla="*/ 1738011 h 2509489"/>
              <a:gd name="connsiteX2" fmla="*/ 437646 w 3063743"/>
              <a:gd name="connsiteY2" fmla="*/ 2509489 h 2509489"/>
              <a:gd name="connsiteX3" fmla="*/ 3063742 w 3063743"/>
              <a:gd name="connsiteY3" fmla="*/ 1019748 h 2509489"/>
              <a:gd name="connsiteX4" fmla="*/ 3063743 w 3063743"/>
              <a:gd name="connsiteY4" fmla="*/ 0 h 2509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3743" h="2509489">
                <a:moveTo>
                  <a:pt x="3063743" y="0"/>
                </a:moveTo>
                <a:lnTo>
                  <a:pt x="0" y="1738011"/>
                </a:lnTo>
                <a:lnTo>
                  <a:pt x="437646" y="2509489"/>
                </a:lnTo>
                <a:lnTo>
                  <a:pt x="3063742" y="1019748"/>
                </a:lnTo>
                <a:lnTo>
                  <a:pt x="3063743"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1" name="Freeform: Shape 40">
            <a:extLst>
              <a:ext uri="{FF2B5EF4-FFF2-40B4-BE49-F238E27FC236}">
                <a16:creationId xmlns:a16="http://schemas.microsoft.com/office/drawing/2014/main" id="{FB63879C-C32F-D1E1-52FD-24F07D180D66}"/>
              </a:ext>
            </a:extLst>
          </p:cNvPr>
          <p:cNvSpPr/>
          <p:nvPr/>
        </p:nvSpPr>
        <p:spPr>
          <a:xfrm rot="5400000" flipH="1" flipV="1">
            <a:off x="-5617210" y="3590770"/>
            <a:ext cx="886968" cy="3105460"/>
          </a:xfrm>
          <a:custGeom>
            <a:avLst/>
            <a:gdLst>
              <a:gd name="connsiteX0" fmla="*/ 886968 w 886968"/>
              <a:gd name="connsiteY0" fmla="*/ 0 h 3105460"/>
              <a:gd name="connsiteX1" fmla="*/ 886968 w 886968"/>
              <a:gd name="connsiteY1" fmla="*/ 2602298 h 3105460"/>
              <a:gd name="connsiteX2" fmla="*/ 0 w 886968"/>
              <a:gd name="connsiteY2" fmla="*/ 3105460 h 3105460"/>
              <a:gd name="connsiteX3" fmla="*/ 0 w 886968"/>
              <a:gd name="connsiteY3" fmla="*/ 0 h 3105460"/>
              <a:gd name="connsiteX4" fmla="*/ 886968 w 886968"/>
              <a:gd name="connsiteY4" fmla="*/ 0 h 3105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3105460">
                <a:moveTo>
                  <a:pt x="886968" y="0"/>
                </a:moveTo>
                <a:lnTo>
                  <a:pt x="886968" y="2602298"/>
                </a:lnTo>
                <a:lnTo>
                  <a:pt x="0" y="3105460"/>
                </a:lnTo>
                <a:lnTo>
                  <a:pt x="0" y="0"/>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Youtube Logo Photo PNG Transparent Background, Free Download #46016 -  FreeIconsPNG">
            <a:extLst>
              <a:ext uri="{FF2B5EF4-FFF2-40B4-BE49-F238E27FC236}">
                <a16:creationId xmlns:a16="http://schemas.microsoft.com/office/drawing/2014/main" id="{2C4542AC-90F0-866A-B30D-10F331E729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0"/>
            <a:ext cx="6858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323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B0E6E-8A12-F1F5-3342-20259D211E9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D8C88A0-2ACE-B8C7-2E1D-2E651E188EEC}"/>
              </a:ext>
            </a:extLst>
          </p:cNvPr>
          <p:cNvSpPr>
            <a:spLocks noGrp="1"/>
          </p:cNvSpPr>
          <p:nvPr>
            <p:ph type="body" sz="quarter" idx="11"/>
          </p:nvPr>
        </p:nvSpPr>
        <p:spPr>
          <a:xfrm>
            <a:off x="3095655" y="1157947"/>
            <a:ext cx="2952690" cy="282638"/>
          </a:xfrm>
        </p:spPr>
        <p:txBody>
          <a:bodyPr/>
          <a:lstStyle/>
          <a:p>
            <a:r>
              <a:rPr lang="vi-VN" sz="5000" dirty="0">
                <a:latin typeface="Calibri" panose="020F0502020204030204" pitchFamily="34" charset="0"/>
                <a:ea typeface="Calibri" panose="020F0502020204030204" pitchFamily="34" charset="0"/>
                <a:cs typeface="Calibri" panose="020F0502020204030204" pitchFamily="34" charset="0"/>
              </a:rPr>
              <a:t>NHÓM 3</a:t>
            </a:r>
            <a:endParaRPr lang="en-US" sz="50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D0F5BE96-FE5C-35C0-2CB0-BC4E462B7A01}"/>
              </a:ext>
            </a:extLst>
          </p:cNvPr>
          <p:cNvSpPr>
            <a:spLocks noGrp="1"/>
          </p:cNvSpPr>
          <p:nvPr>
            <p:ph type="body" sz="quarter" idx="17"/>
          </p:nvPr>
        </p:nvSpPr>
        <p:spPr>
          <a:xfrm>
            <a:off x="1224815" y="2935270"/>
            <a:ext cx="6248930" cy="1367643"/>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a:t>
            </a:r>
            <a:r>
              <a:rPr lang="vi-VN" dirty="0">
                <a:latin typeface="Calibri" panose="020F0502020204030204" pitchFamily="34" charset="0"/>
                <a:ea typeface="Calibri" panose="020F0502020204030204" pitchFamily="34" charset="0"/>
                <a:cs typeface="Calibri" panose="020F0502020204030204" pitchFamily="34" charset="0"/>
              </a:rPr>
              <a:t>Phân tích xu hướng nội dung </a:t>
            </a:r>
            <a:r>
              <a:rPr lang="vi-VN" dirty="0" err="1">
                <a:latin typeface="Calibri" panose="020F0502020204030204" pitchFamily="34" charset="0"/>
                <a:ea typeface="Calibri" panose="020F0502020204030204" pitchFamily="34" charset="0"/>
                <a:cs typeface="Calibri" panose="020F0502020204030204" pitchFamily="34" charset="0"/>
              </a:rPr>
              <a:t>video</a:t>
            </a:r>
            <a:r>
              <a:rPr lang="vi-VN" dirty="0">
                <a:latin typeface="Calibri" panose="020F0502020204030204" pitchFamily="34" charset="0"/>
                <a:ea typeface="Calibri" panose="020F0502020204030204" pitchFamily="34" charset="0"/>
                <a:cs typeface="Calibri" panose="020F0502020204030204" pitchFamily="34" charset="0"/>
              </a:rPr>
              <a:t> ngắn trên nền tảng </a:t>
            </a:r>
            <a:r>
              <a:rPr lang="vi-VN" dirty="0" err="1">
                <a:latin typeface="Calibri" panose="020F0502020204030204" pitchFamily="34" charset="0"/>
                <a:ea typeface="Calibri" panose="020F0502020204030204" pitchFamily="34" charset="0"/>
                <a:cs typeface="Calibri" panose="020F0502020204030204" pitchFamily="34" charset="0"/>
              </a:rPr>
              <a:t>Youtube</a:t>
            </a:r>
            <a:r>
              <a:rPr lang="vi-VN" dirty="0">
                <a:latin typeface="Calibri" panose="020F0502020204030204" pitchFamily="34" charset="0"/>
                <a:ea typeface="Calibri" panose="020F0502020204030204" pitchFamily="34" charset="0"/>
                <a:cs typeface="Calibri" panose="020F0502020204030204" pitchFamily="34" charset="0"/>
              </a:rPr>
              <a:t> </a:t>
            </a:r>
            <a:r>
              <a:rPr lang="vi-VN" dirty="0" err="1">
                <a:latin typeface="Calibri" panose="020F0502020204030204" pitchFamily="34" charset="0"/>
                <a:ea typeface="Calibri" panose="020F0502020204030204" pitchFamily="34" charset="0"/>
                <a:cs typeface="Calibri" panose="020F0502020204030204" pitchFamily="34" charset="0"/>
              </a:rPr>
              <a:t>Shorts</a:t>
            </a:r>
            <a:r>
              <a:rPr lang="vi-VN" dirty="0">
                <a:latin typeface="Calibri" panose="020F0502020204030204" pitchFamily="34" charset="0"/>
                <a:ea typeface="Calibri" panose="020F0502020204030204" pitchFamily="34" charset="0"/>
                <a:cs typeface="Calibri" panose="020F0502020204030204" pitchFamily="34" charset="0"/>
              </a:rPr>
              <a:t>, nhằm xác định các yếu tố khiến </a:t>
            </a:r>
            <a:r>
              <a:rPr lang="vi-VN" dirty="0" err="1">
                <a:latin typeface="Calibri" panose="020F0502020204030204" pitchFamily="34" charset="0"/>
                <a:ea typeface="Calibri" panose="020F0502020204030204" pitchFamily="34" charset="0"/>
                <a:cs typeface="Calibri" panose="020F0502020204030204" pitchFamily="34" charset="0"/>
              </a:rPr>
              <a:t>video</a:t>
            </a:r>
            <a:r>
              <a:rPr lang="vi-VN" dirty="0">
                <a:latin typeface="Calibri" panose="020F0502020204030204" pitchFamily="34" charset="0"/>
                <a:ea typeface="Calibri" panose="020F0502020204030204" pitchFamily="34" charset="0"/>
                <a:cs typeface="Calibri" panose="020F0502020204030204" pitchFamily="34" charset="0"/>
              </a:rPr>
              <a:t> </a:t>
            </a:r>
            <a:r>
              <a:rPr lang="vi-VN" dirty="0" err="1">
                <a:latin typeface="Calibri" panose="020F0502020204030204" pitchFamily="34" charset="0"/>
                <a:ea typeface="Calibri" panose="020F0502020204030204" pitchFamily="34" charset="0"/>
                <a:cs typeface="Calibri" panose="020F0502020204030204" pitchFamily="34" charset="0"/>
              </a:rPr>
              <a:t>viral</a:t>
            </a:r>
            <a:r>
              <a:rPr lang="vi-VN" dirty="0">
                <a:latin typeface="Calibri" panose="020F0502020204030204" pitchFamily="34" charset="0"/>
                <a:ea typeface="Calibri" panose="020F0502020204030204" pitchFamily="34" charset="0"/>
                <a:cs typeface="Calibri" panose="020F0502020204030204" pitchFamily="34" charset="0"/>
              </a:rPr>
              <a:t> như âm nhạc, độ dài </a:t>
            </a:r>
            <a:r>
              <a:rPr lang="vi-VN" dirty="0" err="1">
                <a:latin typeface="Calibri" panose="020F0502020204030204" pitchFamily="34" charset="0"/>
                <a:ea typeface="Calibri" panose="020F0502020204030204" pitchFamily="34" charset="0"/>
                <a:cs typeface="Calibri" panose="020F0502020204030204" pitchFamily="34" charset="0"/>
              </a:rPr>
              <a:t>video</a:t>
            </a:r>
            <a:r>
              <a:rPr lang="vi-VN" dirty="0">
                <a:latin typeface="Calibri" panose="020F0502020204030204" pitchFamily="34" charset="0"/>
                <a:ea typeface="Calibri" panose="020F0502020204030204" pitchFamily="34" charset="0"/>
                <a:cs typeface="Calibri" panose="020F0502020204030204" pitchFamily="34" charset="0"/>
              </a:rPr>
              <a:t>, </a:t>
            </a:r>
            <a:r>
              <a:rPr lang="vi-VN" dirty="0" err="1">
                <a:latin typeface="Calibri" panose="020F0502020204030204" pitchFamily="34" charset="0"/>
                <a:ea typeface="Calibri" panose="020F0502020204030204" pitchFamily="34" charset="0"/>
                <a:cs typeface="Calibri" panose="020F0502020204030204" pitchFamily="34" charset="0"/>
              </a:rPr>
              <a:t>hashtag</a:t>
            </a:r>
            <a:r>
              <a:rPr lang="vi-VN"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rPr>
              <a:t>”</a:t>
            </a:r>
          </a:p>
        </p:txBody>
      </p:sp>
      <p:grpSp>
        <p:nvGrpSpPr>
          <p:cNvPr id="38" name="Group 37">
            <a:extLst>
              <a:ext uri="{FF2B5EF4-FFF2-40B4-BE49-F238E27FC236}">
                <a16:creationId xmlns:a16="http://schemas.microsoft.com/office/drawing/2014/main" id="{2B786137-6057-7FB5-39A8-F824262B9F45}"/>
              </a:ext>
            </a:extLst>
          </p:cNvPr>
          <p:cNvGrpSpPr/>
          <p:nvPr/>
        </p:nvGrpSpPr>
        <p:grpSpPr>
          <a:xfrm>
            <a:off x="7640067" y="1658647"/>
            <a:ext cx="1692985" cy="3505960"/>
            <a:chOff x="7640067" y="1658647"/>
            <a:chExt cx="1692985" cy="3505960"/>
          </a:xfrm>
        </p:grpSpPr>
        <p:sp>
          <p:nvSpPr>
            <p:cNvPr id="27" name="Freeform: Shape 26">
              <a:extLst>
                <a:ext uri="{FF2B5EF4-FFF2-40B4-BE49-F238E27FC236}">
                  <a16:creationId xmlns:a16="http://schemas.microsoft.com/office/drawing/2014/main" id="{5B8FF845-5AD0-E0A3-75A1-B426716262D1}"/>
                </a:ext>
              </a:extLst>
            </p:cNvPr>
            <p:cNvSpPr/>
            <p:nvPr/>
          </p:nvSpPr>
          <p:spPr>
            <a:xfrm rot="334554">
              <a:off x="7640067" y="1658647"/>
              <a:ext cx="1692985" cy="3505960"/>
            </a:xfrm>
            <a:custGeom>
              <a:avLst/>
              <a:gdLst>
                <a:gd name="connsiteX0" fmla="*/ 1360036 w 1692985"/>
                <a:gd name="connsiteY0" fmla="*/ 0 h 3505960"/>
                <a:gd name="connsiteX1" fmla="*/ 1692985 w 1692985"/>
                <a:gd name="connsiteY1" fmla="*/ 3410447 h 3505960"/>
                <a:gd name="connsiteX2" fmla="*/ 714628 w 1692985"/>
                <a:gd name="connsiteY2" fmla="*/ 3505960 h 3505960"/>
                <a:gd name="connsiteX3" fmla="*/ 63783 w 1692985"/>
                <a:gd name="connsiteY3" fmla="*/ 2378475 h 3505960"/>
                <a:gd name="connsiteX4" fmla="*/ 63783 w 1692985"/>
                <a:gd name="connsiteY4" fmla="*/ 1901753 h 3505960"/>
                <a:gd name="connsiteX5" fmla="*/ 1030402 w 1692985"/>
                <a:gd name="connsiteY5" fmla="*/ 227237 h 3505960"/>
                <a:gd name="connsiteX6" fmla="*/ 1319446 w 1692985"/>
                <a:gd name="connsiteY6" fmla="*/ 5401 h 350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2985" h="3505960">
                  <a:moveTo>
                    <a:pt x="1360036" y="0"/>
                  </a:moveTo>
                  <a:lnTo>
                    <a:pt x="1692985" y="3410447"/>
                  </a:lnTo>
                  <a:lnTo>
                    <a:pt x="714628" y="3505960"/>
                  </a:lnTo>
                  <a:lnTo>
                    <a:pt x="63783" y="2378475"/>
                  </a:lnTo>
                  <a:cubicBezTo>
                    <a:pt x="-21261" y="2231146"/>
                    <a:pt x="-21261" y="2049081"/>
                    <a:pt x="63783" y="1901753"/>
                  </a:cubicBezTo>
                  <a:lnTo>
                    <a:pt x="1030402" y="227237"/>
                  </a:lnTo>
                  <a:cubicBezTo>
                    <a:pt x="1095084" y="116740"/>
                    <a:pt x="1199516" y="37910"/>
                    <a:pt x="1319446" y="5401"/>
                  </a:cubicBez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9E3B1858-9E15-6ED0-4A69-28BDAAB26FCB}"/>
                </a:ext>
              </a:extLst>
            </p:cNvPr>
            <p:cNvSpPr/>
            <p:nvPr/>
          </p:nvSpPr>
          <p:spPr>
            <a:xfrm rot="334554">
              <a:off x="8068926" y="2142020"/>
              <a:ext cx="1242614" cy="3001833"/>
            </a:xfrm>
            <a:custGeom>
              <a:avLst/>
              <a:gdLst>
                <a:gd name="connsiteX0" fmla="*/ 954816 w 1242614"/>
                <a:gd name="connsiteY0" fmla="*/ 0 h 3001833"/>
                <a:gd name="connsiteX1" fmla="*/ 1242614 w 1242614"/>
                <a:gd name="connsiteY1" fmla="*/ 2947959 h 3001833"/>
                <a:gd name="connsiteX2" fmla="*/ 690778 w 1242614"/>
                <a:gd name="connsiteY2" fmla="*/ 3001833 h 3001833"/>
                <a:gd name="connsiteX3" fmla="*/ 63783 w 1242614"/>
                <a:gd name="connsiteY3" fmla="*/ 1915986 h 3001833"/>
                <a:gd name="connsiteX4" fmla="*/ 63783 w 1242614"/>
                <a:gd name="connsiteY4" fmla="*/ 1439264 h 3001833"/>
                <a:gd name="connsiteX5" fmla="*/ 805217 w 1242614"/>
                <a:gd name="connsiteY5" fmla="*/ 155229 h 3001833"/>
                <a:gd name="connsiteX6" fmla="*/ 881745 w 1242614"/>
                <a:gd name="connsiteY6" fmla="*/ 55830 h 300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2614" h="3001833">
                  <a:moveTo>
                    <a:pt x="954816" y="0"/>
                  </a:moveTo>
                  <a:lnTo>
                    <a:pt x="1242614" y="2947959"/>
                  </a:lnTo>
                  <a:lnTo>
                    <a:pt x="690778" y="3001833"/>
                  </a:lnTo>
                  <a:lnTo>
                    <a:pt x="63783" y="1915986"/>
                  </a:lnTo>
                  <a:cubicBezTo>
                    <a:pt x="-21261" y="1768657"/>
                    <a:pt x="-21261" y="1586592"/>
                    <a:pt x="63783" y="1439264"/>
                  </a:cubicBezTo>
                  <a:lnTo>
                    <a:pt x="805217" y="155229"/>
                  </a:lnTo>
                  <a:cubicBezTo>
                    <a:pt x="826478" y="118396"/>
                    <a:pt x="852306" y="85083"/>
                    <a:pt x="881745" y="55830"/>
                  </a:cubicBez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 name="Freeform: Shape 32">
              <a:extLst>
                <a:ext uri="{FF2B5EF4-FFF2-40B4-BE49-F238E27FC236}">
                  <a16:creationId xmlns:a16="http://schemas.microsoft.com/office/drawing/2014/main" id="{8796ED62-FE07-7FC5-8DCC-9E6C4BEC88DD}"/>
                </a:ext>
              </a:extLst>
            </p:cNvPr>
            <p:cNvSpPr/>
            <p:nvPr/>
          </p:nvSpPr>
          <p:spPr>
            <a:xfrm rot="334554">
              <a:off x="8518066" y="2783390"/>
              <a:ext cx="764694" cy="2331963"/>
            </a:xfrm>
            <a:custGeom>
              <a:avLst/>
              <a:gdLst>
                <a:gd name="connsiteX0" fmla="*/ 537376 w 764694"/>
                <a:gd name="connsiteY0" fmla="*/ 0 h 2331963"/>
                <a:gd name="connsiteX1" fmla="*/ 764694 w 764694"/>
                <a:gd name="connsiteY1" fmla="*/ 2328461 h 2331963"/>
                <a:gd name="connsiteX2" fmla="*/ 728824 w 764694"/>
                <a:gd name="connsiteY2" fmla="*/ 2331963 h 2331963"/>
                <a:gd name="connsiteX3" fmla="*/ 643384 w 764694"/>
                <a:gd name="connsiteY3" fmla="*/ 2266682 h 2331963"/>
                <a:gd name="connsiteX4" fmla="*/ 566857 w 764694"/>
                <a:gd name="connsiteY4" fmla="*/ 2167285 h 2331963"/>
                <a:gd name="connsiteX5" fmla="*/ 63783 w 764694"/>
                <a:gd name="connsiteY5" fmla="*/ 1296488 h 2331963"/>
                <a:gd name="connsiteX6" fmla="*/ 63783 w 764694"/>
                <a:gd name="connsiteY6" fmla="*/ 819766 h 233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4694" h="2331963">
                  <a:moveTo>
                    <a:pt x="537376" y="0"/>
                  </a:moveTo>
                  <a:lnTo>
                    <a:pt x="764694" y="2328461"/>
                  </a:lnTo>
                  <a:lnTo>
                    <a:pt x="728824" y="2331963"/>
                  </a:lnTo>
                  <a:lnTo>
                    <a:pt x="643384" y="2266682"/>
                  </a:lnTo>
                  <a:cubicBezTo>
                    <a:pt x="613944" y="2237430"/>
                    <a:pt x="588117" y="2204117"/>
                    <a:pt x="566857" y="2167285"/>
                  </a:cubicBezTo>
                  <a:lnTo>
                    <a:pt x="63783" y="1296488"/>
                  </a:lnTo>
                  <a:cubicBezTo>
                    <a:pt x="-21261" y="1149160"/>
                    <a:pt x="-21261" y="967095"/>
                    <a:pt x="63783" y="819766"/>
                  </a:cubicBez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B95B8B5A-EA54-86A1-BA7B-17FF92D4F317}"/>
                </a:ext>
              </a:extLst>
            </p:cNvPr>
            <p:cNvSpPr/>
            <p:nvPr/>
          </p:nvSpPr>
          <p:spPr>
            <a:xfrm rot="334554">
              <a:off x="8946878" y="3433935"/>
              <a:ext cx="271508" cy="1023920"/>
            </a:xfrm>
            <a:custGeom>
              <a:avLst/>
              <a:gdLst>
                <a:gd name="connsiteX0" fmla="*/ 171547 w 271508"/>
                <a:gd name="connsiteY0" fmla="*/ 0 h 1023920"/>
                <a:gd name="connsiteX1" fmla="*/ 271508 w 271508"/>
                <a:gd name="connsiteY1" fmla="*/ 1023920 h 1023920"/>
                <a:gd name="connsiteX2" fmla="*/ 63783 w 271508"/>
                <a:gd name="connsiteY2" fmla="*/ 663633 h 1023920"/>
                <a:gd name="connsiteX3" fmla="*/ 63783 w 271508"/>
                <a:gd name="connsiteY3" fmla="*/ 186911 h 1023920"/>
              </a:gdLst>
              <a:ahLst/>
              <a:cxnLst>
                <a:cxn ang="0">
                  <a:pos x="connsiteX0" y="connsiteY0"/>
                </a:cxn>
                <a:cxn ang="0">
                  <a:pos x="connsiteX1" y="connsiteY1"/>
                </a:cxn>
                <a:cxn ang="0">
                  <a:pos x="connsiteX2" y="connsiteY2"/>
                </a:cxn>
                <a:cxn ang="0">
                  <a:pos x="connsiteX3" y="connsiteY3"/>
                </a:cxn>
              </a:cxnLst>
              <a:rect l="l" t="t" r="r" b="b"/>
              <a:pathLst>
                <a:path w="271508" h="1023920">
                  <a:moveTo>
                    <a:pt x="171547" y="0"/>
                  </a:moveTo>
                  <a:lnTo>
                    <a:pt x="271508" y="1023920"/>
                  </a:lnTo>
                  <a:lnTo>
                    <a:pt x="63783" y="663633"/>
                  </a:lnTo>
                  <a:cubicBezTo>
                    <a:pt x="-21261" y="516304"/>
                    <a:pt x="-21261" y="334239"/>
                    <a:pt x="63783" y="186911"/>
                  </a:cubicBezTo>
                  <a:close/>
                </a:path>
              </a:pathLst>
            </a:custGeom>
            <a:solidFill>
              <a:schemeClr val="accent1"/>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nvGrpSpPr>
          <p:cNvPr id="57" name="Group 56">
            <a:extLst>
              <a:ext uri="{FF2B5EF4-FFF2-40B4-BE49-F238E27FC236}">
                <a16:creationId xmlns:a16="http://schemas.microsoft.com/office/drawing/2014/main" id="{79174B51-E66E-9DE1-D305-E6ED3DAF7DB0}"/>
              </a:ext>
            </a:extLst>
          </p:cNvPr>
          <p:cNvGrpSpPr/>
          <p:nvPr/>
        </p:nvGrpSpPr>
        <p:grpSpPr>
          <a:xfrm>
            <a:off x="-140622" y="-48974"/>
            <a:ext cx="1370452" cy="2777096"/>
            <a:chOff x="-140622" y="-48974"/>
            <a:chExt cx="1370452" cy="2777096"/>
          </a:xfrm>
        </p:grpSpPr>
        <p:sp>
          <p:nvSpPr>
            <p:cNvPr id="48" name="Freeform: Shape 47">
              <a:extLst>
                <a:ext uri="{FF2B5EF4-FFF2-40B4-BE49-F238E27FC236}">
                  <a16:creationId xmlns:a16="http://schemas.microsoft.com/office/drawing/2014/main" id="{4610D8CA-4CEA-2532-7528-CFE6551959EB}"/>
                </a:ext>
              </a:extLst>
            </p:cNvPr>
            <p:cNvSpPr/>
            <p:nvPr/>
          </p:nvSpPr>
          <p:spPr>
            <a:xfrm rot="334554">
              <a:off x="-140622" y="-48974"/>
              <a:ext cx="1370452" cy="2777096"/>
            </a:xfrm>
            <a:custGeom>
              <a:avLst/>
              <a:gdLst>
                <a:gd name="connsiteX0" fmla="*/ 0 w 1370452"/>
                <a:gd name="connsiteY0" fmla="*/ 97945 h 2777096"/>
                <a:gd name="connsiteX1" fmla="*/ 1003261 w 1370452"/>
                <a:gd name="connsiteY1" fmla="*/ 0 h 2777096"/>
                <a:gd name="connsiteX2" fmla="*/ 1306669 w 1370452"/>
                <a:gd name="connsiteY2" fmla="*/ 524957 h 2777096"/>
                <a:gd name="connsiteX3" fmla="*/ 1306669 w 1370452"/>
                <a:gd name="connsiteY3" fmla="*/ 1001679 h 2777096"/>
                <a:gd name="connsiteX4" fmla="*/ 340050 w 1370452"/>
                <a:gd name="connsiteY4" fmla="*/ 2676196 h 2777096"/>
                <a:gd name="connsiteX5" fmla="*/ 263522 w 1370452"/>
                <a:gd name="connsiteY5" fmla="*/ 2775593 h 2777096"/>
                <a:gd name="connsiteX6" fmla="*/ 261555 w 1370452"/>
                <a:gd name="connsiteY6" fmla="*/ 2777096 h 2777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0452" h="2777096">
                  <a:moveTo>
                    <a:pt x="0" y="97945"/>
                  </a:moveTo>
                  <a:lnTo>
                    <a:pt x="1003261" y="0"/>
                  </a:lnTo>
                  <a:lnTo>
                    <a:pt x="1306669" y="524957"/>
                  </a:lnTo>
                  <a:cubicBezTo>
                    <a:pt x="1391713" y="672285"/>
                    <a:pt x="1391714" y="854350"/>
                    <a:pt x="1306669" y="1001679"/>
                  </a:cubicBezTo>
                  <a:lnTo>
                    <a:pt x="340050" y="2676196"/>
                  </a:lnTo>
                  <a:cubicBezTo>
                    <a:pt x="318789" y="2713028"/>
                    <a:pt x="292961" y="2746341"/>
                    <a:pt x="263522" y="2775593"/>
                  </a:cubicBezTo>
                  <a:lnTo>
                    <a:pt x="261555" y="2777096"/>
                  </a:ln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2" name="Freeform: Shape 51">
              <a:extLst>
                <a:ext uri="{FF2B5EF4-FFF2-40B4-BE49-F238E27FC236}">
                  <a16:creationId xmlns:a16="http://schemas.microsoft.com/office/drawing/2014/main" id="{B154AF8E-3602-D54C-CA0D-CE65A9A64306}"/>
                </a:ext>
              </a:extLst>
            </p:cNvPr>
            <p:cNvSpPr/>
            <p:nvPr/>
          </p:nvSpPr>
          <p:spPr>
            <a:xfrm rot="334554">
              <a:off x="-110514" y="-27835"/>
              <a:ext cx="918884" cy="2096036"/>
            </a:xfrm>
            <a:custGeom>
              <a:avLst/>
              <a:gdLst>
                <a:gd name="connsiteX0" fmla="*/ 0 w 918884"/>
                <a:gd name="connsiteY0" fmla="*/ 56281 h 2096036"/>
                <a:gd name="connsiteX1" fmla="*/ 576488 w 918884"/>
                <a:gd name="connsiteY1" fmla="*/ 0 h 2096036"/>
                <a:gd name="connsiteX2" fmla="*/ 855102 w 918884"/>
                <a:gd name="connsiteY2" fmla="*/ 483292 h 2096036"/>
                <a:gd name="connsiteX3" fmla="*/ 855102 w 918884"/>
                <a:gd name="connsiteY3" fmla="*/ 960014 h 2096036"/>
                <a:gd name="connsiteX4" fmla="*/ 199134 w 918884"/>
                <a:gd name="connsiteY4" fmla="*/ 2096036 h 2096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884" h="2096036">
                  <a:moveTo>
                    <a:pt x="0" y="56281"/>
                  </a:moveTo>
                  <a:lnTo>
                    <a:pt x="576488" y="0"/>
                  </a:lnTo>
                  <a:lnTo>
                    <a:pt x="855102" y="483292"/>
                  </a:lnTo>
                  <a:cubicBezTo>
                    <a:pt x="940145" y="630620"/>
                    <a:pt x="940145" y="812685"/>
                    <a:pt x="855102" y="960014"/>
                  </a:cubicBezTo>
                  <a:lnTo>
                    <a:pt x="199134" y="2096036"/>
                  </a:ln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6" name="Freeform: Shape 55">
              <a:extLst>
                <a:ext uri="{FF2B5EF4-FFF2-40B4-BE49-F238E27FC236}">
                  <a16:creationId xmlns:a16="http://schemas.microsoft.com/office/drawing/2014/main" id="{150F84DB-1CA1-0FB5-88D5-F20954B358F5}"/>
                </a:ext>
              </a:extLst>
            </p:cNvPr>
            <p:cNvSpPr/>
            <p:nvPr/>
          </p:nvSpPr>
          <p:spPr>
            <a:xfrm rot="334554">
              <a:off x="-77212" y="-5317"/>
              <a:ext cx="442162" cy="1345538"/>
            </a:xfrm>
            <a:custGeom>
              <a:avLst/>
              <a:gdLst>
                <a:gd name="connsiteX0" fmla="*/ 0 w 442162"/>
                <a:gd name="connsiteY0" fmla="*/ 12170 h 1345538"/>
                <a:gd name="connsiteX1" fmla="*/ 124657 w 442162"/>
                <a:gd name="connsiteY1" fmla="*/ 0 h 1345538"/>
                <a:gd name="connsiteX2" fmla="*/ 378379 w 442162"/>
                <a:gd name="connsiteY2" fmla="*/ 439181 h 1345538"/>
                <a:gd name="connsiteX3" fmla="*/ 378379 w 442162"/>
                <a:gd name="connsiteY3" fmla="*/ 915903 h 1345538"/>
                <a:gd name="connsiteX4" fmla="*/ 130172 w 442162"/>
                <a:gd name="connsiteY4" fmla="*/ 1345538 h 1345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162" h="1345538">
                  <a:moveTo>
                    <a:pt x="0" y="12170"/>
                  </a:moveTo>
                  <a:lnTo>
                    <a:pt x="124657" y="0"/>
                  </a:lnTo>
                  <a:lnTo>
                    <a:pt x="378379" y="439181"/>
                  </a:lnTo>
                  <a:cubicBezTo>
                    <a:pt x="463423" y="586510"/>
                    <a:pt x="463423" y="768575"/>
                    <a:pt x="378379" y="915903"/>
                  </a:cubicBezTo>
                  <a:lnTo>
                    <a:pt x="130172" y="1345538"/>
                  </a:ln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21" name="Freeform: Shape 20">
            <a:extLst>
              <a:ext uri="{FF2B5EF4-FFF2-40B4-BE49-F238E27FC236}">
                <a16:creationId xmlns:a16="http://schemas.microsoft.com/office/drawing/2014/main" id="{9BE90ACC-E60A-9A47-76A4-77C7AA1CA1F7}"/>
              </a:ext>
            </a:extLst>
          </p:cNvPr>
          <p:cNvSpPr/>
          <p:nvPr/>
        </p:nvSpPr>
        <p:spPr>
          <a:xfrm rot="19826069" flipH="1">
            <a:off x="6065267" y="-1102344"/>
            <a:ext cx="3063743" cy="2509489"/>
          </a:xfrm>
          <a:custGeom>
            <a:avLst/>
            <a:gdLst>
              <a:gd name="connsiteX0" fmla="*/ 3063743 w 3063743"/>
              <a:gd name="connsiteY0" fmla="*/ 0 h 2509489"/>
              <a:gd name="connsiteX1" fmla="*/ 0 w 3063743"/>
              <a:gd name="connsiteY1" fmla="*/ 1738011 h 2509489"/>
              <a:gd name="connsiteX2" fmla="*/ 437646 w 3063743"/>
              <a:gd name="connsiteY2" fmla="*/ 2509489 h 2509489"/>
              <a:gd name="connsiteX3" fmla="*/ 3063742 w 3063743"/>
              <a:gd name="connsiteY3" fmla="*/ 1019748 h 2509489"/>
              <a:gd name="connsiteX4" fmla="*/ 3063743 w 3063743"/>
              <a:gd name="connsiteY4" fmla="*/ 0 h 2509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3743" h="2509489">
                <a:moveTo>
                  <a:pt x="3063743" y="0"/>
                </a:moveTo>
                <a:lnTo>
                  <a:pt x="0" y="1738011"/>
                </a:lnTo>
                <a:lnTo>
                  <a:pt x="437646" y="2509489"/>
                </a:lnTo>
                <a:lnTo>
                  <a:pt x="3063742" y="1019748"/>
                </a:lnTo>
                <a:lnTo>
                  <a:pt x="3063743"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1" name="Freeform: Shape 40">
            <a:extLst>
              <a:ext uri="{FF2B5EF4-FFF2-40B4-BE49-F238E27FC236}">
                <a16:creationId xmlns:a16="http://schemas.microsoft.com/office/drawing/2014/main" id="{3889B539-545A-584F-58D9-473E67FC1C65}"/>
              </a:ext>
            </a:extLst>
          </p:cNvPr>
          <p:cNvSpPr/>
          <p:nvPr/>
        </p:nvSpPr>
        <p:spPr>
          <a:xfrm rot="5400000" flipH="1" flipV="1">
            <a:off x="1097266" y="3363507"/>
            <a:ext cx="886968" cy="3105460"/>
          </a:xfrm>
          <a:custGeom>
            <a:avLst/>
            <a:gdLst>
              <a:gd name="connsiteX0" fmla="*/ 886968 w 886968"/>
              <a:gd name="connsiteY0" fmla="*/ 0 h 3105460"/>
              <a:gd name="connsiteX1" fmla="*/ 886968 w 886968"/>
              <a:gd name="connsiteY1" fmla="*/ 2602298 h 3105460"/>
              <a:gd name="connsiteX2" fmla="*/ 0 w 886968"/>
              <a:gd name="connsiteY2" fmla="*/ 3105460 h 3105460"/>
              <a:gd name="connsiteX3" fmla="*/ 0 w 886968"/>
              <a:gd name="connsiteY3" fmla="*/ 0 h 3105460"/>
              <a:gd name="connsiteX4" fmla="*/ 886968 w 886968"/>
              <a:gd name="connsiteY4" fmla="*/ 0 h 3105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3105460">
                <a:moveTo>
                  <a:pt x="886968" y="0"/>
                </a:moveTo>
                <a:lnTo>
                  <a:pt x="886968" y="2602298"/>
                </a:lnTo>
                <a:lnTo>
                  <a:pt x="0" y="3105460"/>
                </a:lnTo>
                <a:lnTo>
                  <a:pt x="0" y="0"/>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 name="Hộp Văn bản 3">
            <a:extLst>
              <a:ext uri="{FF2B5EF4-FFF2-40B4-BE49-F238E27FC236}">
                <a16:creationId xmlns:a16="http://schemas.microsoft.com/office/drawing/2014/main" id="{8590C5E1-5C40-E07E-ACC3-C5842DE7A094}"/>
              </a:ext>
            </a:extLst>
          </p:cNvPr>
          <p:cNvSpPr txBox="1"/>
          <p:nvPr/>
        </p:nvSpPr>
        <p:spPr>
          <a:xfrm>
            <a:off x="1348208" y="2170986"/>
            <a:ext cx="6248930" cy="400110"/>
          </a:xfrm>
          <a:prstGeom prst="rect">
            <a:avLst/>
          </a:prstGeom>
          <a:noFill/>
        </p:spPr>
        <p:txBody>
          <a:bodyPr wrap="square" rtlCol="0">
            <a:spAutoFit/>
          </a:bodyPr>
          <a:lstStyle/>
          <a:p>
            <a:pPr algn="ctr"/>
            <a:r>
              <a:rPr lang="vi-VN"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Phân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tích</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dữ</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liệu</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truyền</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thông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và</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mạng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xã</a:t>
            </a:r>
            <a:r>
              <a:rPr lang="en-US" sz="2000" dirty="0">
                <a:latin typeface="Calibri" panose="020F0502020204030204" pitchFamily="34" charset="0"/>
                <a:ea typeface="Calibri" panose="020F0502020204030204" pitchFamily="34" charset="0"/>
                <a:cs typeface="Calibri" panose="020F0502020204030204" pitchFamily="34" charset="0"/>
              </a:rPr>
              <a:t> </a:t>
            </a:r>
            <a:r>
              <a:rPr lang="vi-VN" sz="2000" dirty="0">
                <a:latin typeface="Calibri" panose="020F0502020204030204" pitchFamily="34" charset="0"/>
                <a:ea typeface="Calibri" panose="020F0502020204030204" pitchFamily="34" charset="0"/>
                <a:cs typeface="Calibri" panose="020F0502020204030204" pitchFamily="34" charset="0"/>
              </a:rPr>
              <a:t>hội -</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74022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4864B2E-7FDE-4A7F-8547-39221BA8CB35}"/>
              </a:ext>
            </a:extLst>
          </p:cNvPr>
          <p:cNvSpPr>
            <a:spLocks noGrp="1"/>
          </p:cNvSpPr>
          <p:nvPr>
            <p:ph type="body" sz="quarter" idx="10"/>
          </p:nvPr>
        </p:nvSpPr>
        <p:spPr>
          <a:xfrm>
            <a:off x="1385631" y="1586442"/>
            <a:ext cx="2387263" cy="369727"/>
          </a:xfrm>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Lí do chọn chủ đề</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C15B4BEF-8F29-4D8A-9C14-6201E30B59FE}"/>
              </a:ext>
            </a:extLst>
          </p:cNvPr>
          <p:cNvSpPr>
            <a:spLocks noGrp="1"/>
          </p:cNvSpPr>
          <p:nvPr>
            <p:ph type="body" sz="quarter" idx="18"/>
          </p:nvPr>
        </p:nvSpPr>
        <p:spPr>
          <a:xfrm>
            <a:off x="1385631" y="3146381"/>
            <a:ext cx="2562444" cy="369727"/>
          </a:xfrm>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Xác định nguồn dữ liệu và phạm vi</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A3194E03-EBDE-4211-8B3C-0C6241C0A76F}"/>
              </a:ext>
            </a:extLst>
          </p:cNvPr>
          <p:cNvSpPr>
            <a:spLocks noGrp="1"/>
          </p:cNvSpPr>
          <p:nvPr>
            <p:ph type="body" sz="quarter" idx="20"/>
          </p:nvPr>
        </p:nvSpPr>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Xác định câu hỏi &amp; mục tiêu nghiên cứu</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Placeholder 10">
            <a:extLst>
              <a:ext uri="{FF2B5EF4-FFF2-40B4-BE49-F238E27FC236}">
                <a16:creationId xmlns:a16="http://schemas.microsoft.com/office/drawing/2014/main" id="{24019CEC-02AF-47D7-8938-C2063DB0A53F}"/>
              </a:ext>
            </a:extLst>
          </p:cNvPr>
          <p:cNvSpPr>
            <a:spLocks noGrp="1"/>
          </p:cNvSpPr>
          <p:nvPr>
            <p:ph type="body" sz="quarter" idx="22"/>
          </p:nvPr>
        </p:nvSpPr>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Thiết kế phương pháp thu thập &amp; lưu trữ</a:t>
            </a: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22" name="Group 21">
            <a:extLst>
              <a:ext uri="{FF2B5EF4-FFF2-40B4-BE49-F238E27FC236}">
                <a16:creationId xmlns:a16="http://schemas.microsoft.com/office/drawing/2014/main" id="{257A3F06-63B7-468F-94B6-9D36143BC9F2}"/>
              </a:ext>
            </a:extLst>
          </p:cNvPr>
          <p:cNvGrpSpPr/>
          <p:nvPr/>
        </p:nvGrpSpPr>
        <p:grpSpPr>
          <a:xfrm>
            <a:off x="652448" y="1326567"/>
            <a:ext cx="536061" cy="967548"/>
            <a:chOff x="694013" y="1326567"/>
            <a:chExt cx="536061" cy="967548"/>
          </a:xfrm>
        </p:grpSpPr>
        <p:cxnSp>
          <p:nvCxnSpPr>
            <p:cNvPr id="21" name="Straight Connector 20">
              <a:extLst>
                <a:ext uri="{FF2B5EF4-FFF2-40B4-BE49-F238E27FC236}">
                  <a16:creationId xmlns:a16="http://schemas.microsoft.com/office/drawing/2014/main" id="{D8B7D6F2-77AF-47E9-939C-92B9C796DDBB}"/>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F3928ACB-4E49-4B78-A2F5-416AD591B58E}"/>
                </a:ext>
              </a:extLst>
            </p:cNvPr>
            <p:cNvGrpSpPr/>
            <p:nvPr/>
          </p:nvGrpSpPr>
          <p:grpSpPr>
            <a:xfrm>
              <a:off x="694013" y="1571174"/>
              <a:ext cx="536061" cy="478334"/>
              <a:chOff x="2652473" y="862012"/>
              <a:chExt cx="3834288" cy="3421380"/>
            </a:xfrm>
          </p:grpSpPr>
          <p:sp>
            <p:nvSpPr>
              <p:cNvPr id="16" name="Freeform: Shape 15">
                <a:extLst>
                  <a:ext uri="{FF2B5EF4-FFF2-40B4-BE49-F238E27FC236}">
                    <a16:creationId xmlns:a16="http://schemas.microsoft.com/office/drawing/2014/main" id="{C0021289-1273-44E4-AA65-94CB1DFF83FD}"/>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7" name="Freeform: Shape 16">
                <a:extLst>
                  <a:ext uri="{FF2B5EF4-FFF2-40B4-BE49-F238E27FC236}">
                    <a16:creationId xmlns:a16="http://schemas.microsoft.com/office/drawing/2014/main" id="{111B44EF-F544-4688-BECB-6EBC26DFFA6A}"/>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Freeform: Shape 17">
                <a:extLst>
                  <a:ext uri="{FF2B5EF4-FFF2-40B4-BE49-F238E27FC236}">
                    <a16:creationId xmlns:a16="http://schemas.microsoft.com/office/drawing/2014/main" id="{9CD15503-9402-4219-B53A-1296E57234B8}"/>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E21672E0-FE27-42BA-BA2C-0E0EBAD59A87}"/>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23" name="Group 22">
            <a:extLst>
              <a:ext uri="{FF2B5EF4-FFF2-40B4-BE49-F238E27FC236}">
                <a16:creationId xmlns:a16="http://schemas.microsoft.com/office/drawing/2014/main" id="{76B5469A-7CB1-4FDD-850D-155F99F976D6}"/>
              </a:ext>
            </a:extLst>
          </p:cNvPr>
          <p:cNvGrpSpPr/>
          <p:nvPr/>
        </p:nvGrpSpPr>
        <p:grpSpPr>
          <a:xfrm>
            <a:off x="652381" y="3024388"/>
            <a:ext cx="536061" cy="967548"/>
            <a:chOff x="694013" y="1326567"/>
            <a:chExt cx="536061" cy="967548"/>
          </a:xfrm>
        </p:grpSpPr>
        <p:cxnSp>
          <p:nvCxnSpPr>
            <p:cNvPr id="24" name="Straight Connector 23">
              <a:extLst>
                <a:ext uri="{FF2B5EF4-FFF2-40B4-BE49-F238E27FC236}">
                  <a16:creationId xmlns:a16="http://schemas.microsoft.com/office/drawing/2014/main" id="{3BD1AD20-EB85-4537-9CE5-92BFA2AB682B}"/>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03125A70-3195-4599-9CFD-D51DD3C22121}"/>
                </a:ext>
              </a:extLst>
            </p:cNvPr>
            <p:cNvGrpSpPr/>
            <p:nvPr/>
          </p:nvGrpSpPr>
          <p:grpSpPr>
            <a:xfrm>
              <a:off x="694013" y="1571174"/>
              <a:ext cx="536061" cy="478334"/>
              <a:chOff x="2652473" y="862012"/>
              <a:chExt cx="3834288" cy="3421380"/>
            </a:xfrm>
          </p:grpSpPr>
          <p:sp>
            <p:nvSpPr>
              <p:cNvPr id="26" name="Freeform: Shape 25">
                <a:extLst>
                  <a:ext uri="{FF2B5EF4-FFF2-40B4-BE49-F238E27FC236}">
                    <a16:creationId xmlns:a16="http://schemas.microsoft.com/office/drawing/2014/main" id="{C7B850A8-3511-47BB-8CD2-B33A37C5B38B}"/>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7" name="Freeform: Shape 26">
                <a:extLst>
                  <a:ext uri="{FF2B5EF4-FFF2-40B4-BE49-F238E27FC236}">
                    <a16:creationId xmlns:a16="http://schemas.microsoft.com/office/drawing/2014/main" id="{1251B56B-B3CC-48E0-BC54-45093E7C6D2B}"/>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8" name="Freeform: Shape 27">
                <a:extLst>
                  <a:ext uri="{FF2B5EF4-FFF2-40B4-BE49-F238E27FC236}">
                    <a16:creationId xmlns:a16="http://schemas.microsoft.com/office/drawing/2014/main" id="{1901EDB1-2337-44CA-A751-523CFD1FE21F}"/>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31D903AA-83E4-49A3-9E1A-212E0461E709}"/>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0" name="Group 29">
            <a:extLst>
              <a:ext uri="{FF2B5EF4-FFF2-40B4-BE49-F238E27FC236}">
                <a16:creationId xmlns:a16="http://schemas.microsoft.com/office/drawing/2014/main" id="{B35C5376-AB99-4800-9E44-AFEB50EA7C39}"/>
              </a:ext>
            </a:extLst>
          </p:cNvPr>
          <p:cNvGrpSpPr/>
          <p:nvPr/>
        </p:nvGrpSpPr>
        <p:grpSpPr>
          <a:xfrm>
            <a:off x="4927961" y="1326567"/>
            <a:ext cx="536061" cy="967548"/>
            <a:chOff x="694013" y="1326567"/>
            <a:chExt cx="536061" cy="967548"/>
          </a:xfrm>
        </p:grpSpPr>
        <p:cxnSp>
          <p:nvCxnSpPr>
            <p:cNvPr id="31" name="Straight Connector 30">
              <a:extLst>
                <a:ext uri="{FF2B5EF4-FFF2-40B4-BE49-F238E27FC236}">
                  <a16:creationId xmlns:a16="http://schemas.microsoft.com/office/drawing/2014/main" id="{A9086411-8A73-4BAF-9F99-CBEE92997A6D}"/>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4A6E7ABE-ABFD-4D20-94C8-C551E7F33B99}"/>
                </a:ext>
              </a:extLst>
            </p:cNvPr>
            <p:cNvGrpSpPr/>
            <p:nvPr/>
          </p:nvGrpSpPr>
          <p:grpSpPr>
            <a:xfrm>
              <a:off x="694013" y="1571174"/>
              <a:ext cx="536061" cy="478334"/>
              <a:chOff x="2652473" y="862012"/>
              <a:chExt cx="3834288" cy="3421380"/>
            </a:xfrm>
          </p:grpSpPr>
          <p:sp>
            <p:nvSpPr>
              <p:cNvPr id="33" name="Freeform: Shape 32">
                <a:extLst>
                  <a:ext uri="{FF2B5EF4-FFF2-40B4-BE49-F238E27FC236}">
                    <a16:creationId xmlns:a16="http://schemas.microsoft.com/office/drawing/2014/main" id="{B6C5321A-E73F-4166-A91D-FA8F5CDE76FF}"/>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 name="Freeform: Shape 33">
                <a:extLst>
                  <a:ext uri="{FF2B5EF4-FFF2-40B4-BE49-F238E27FC236}">
                    <a16:creationId xmlns:a16="http://schemas.microsoft.com/office/drawing/2014/main" id="{23224B07-8A46-4F7F-BB55-8CB568B17FDB}"/>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8B4D95D7-55A5-405E-9635-BF19580B1366}"/>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99752F0A-A4BB-47E3-9B71-604D20B6F08F}"/>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7" name="Group 36">
            <a:extLst>
              <a:ext uri="{FF2B5EF4-FFF2-40B4-BE49-F238E27FC236}">
                <a16:creationId xmlns:a16="http://schemas.microsoft.com/office/drawing/2014/main" id="{E638FC3F-FA00-47F2-9AF4-28E5351253C2}"/>
              </a:ext>
            </a:extLst>
          </p:cNvPr>
          <p:cNvGrpSpPr/>
          <p:nvPr/>
        </p:nvGrpSpPr>
        <p:grpSpPr>
          <a:xfrm>
            <a:off x="4927894" y="3024388"/>
            <a:ext cx="536061" cy="967548"/>
            <a:chOff x="694013" y="1326567"/>
            <a:chExt cx="536061" cy="967548"/>
          </a:xfrm>
        </p:grpSpPr>
        <p:cxnSp>
          <p:nvCxnSpPr>
            <p:cNvPr id="38" name="Straight Connector 37">
              <a:extLst>
                <a:ext uri="{FF2B5EF4-FFF2-40B4-BE49-F238E27FC236}">
                  <a16:creationId xmlns:a16="http://schemas.microsoft.com/office/drawing/2014/main" id="{698B74AC-09F5-440C-8746-6612C7B4A27D}"/>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D83DEB15-C627-42C0-A63E-47BB88CF73CC}"/>
                </a:ext>
              </a:extLst>
            </p:cNvPr>
            <p:cNvGrpSpPr/>
            <p:nvPr/>
          </p:nvGrpSpPr>
          <p:grpSpPr>
            <a:xfrm>
              <a:off x="694013" y="1571174"/>
              <a:ext cx="536061" cy="478334"/>
              <a:chOff x="2652473" y="862012"/>
              <a:chExt cx="3834288" cy="3421380"/>
            </a:xfrm>
          </p:grpSpPr>
          <p:sp>
            <p:nvSpPr>
              <p:cNvPr id="40" name="Freeform: Shape 39">
                <a:extLst>
                  <a:ext uri="{FF2B5EF4-FFF2-40B4-BE49-F238E27FC236}">
                    <a16:creationId xmlns:a16="http://schemas.microsoft.com/office/drawing/2014/main" id="{95BA80E7-954D-43EB-A553-7ADC36CD5F03}"/>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 name="Freeform: Shape 40">
                <a:extLst>
                  <a:ext uri="{FF2B5EF4-FFF2-40B4-BE49-F238E27FC236}">
                    <a16:creationId xmlns:a16="http://schemas.microsoft.com/office/drawing/2014/main" id="{A4AC9F03-13D0-4E52-B5B5-02B93AD53CE2}"/>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53DBB9CE-7725-45B7-B45F-FE6FE64D8138}"/>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 name="Freeform: Shape 42">
                <a:extLst>
                  <a:ext uri="{FF2B5EF4-FFF2-40B4-BE49-F238E27FC236}">
                    <a16:creationId xmlns:a16="http://schemas.microsoft.com/office/drawing/2014/main" id="{74EB0530-27D4-4D21-AE0A-C04864836CC4}"/>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79" name="Group 78">
            <a:extLst>
              <a:ext uri="{FF2B5EF4-FFF2-40B4-BE49-F238E27FC236}">
                <a16:creationId xmlns:a16="http://schemas.microsoft.com/office/drawing/2014/main" id="{412BB7E7-E3AD-4426-BBD4-854E895310B7}"/>
              </a:ext>
            </a:extLst>
          </p:cNvPr>
          <p:cNvGrpSpPr/>
          <p:nvPr/>
        </p:nvGrpSpPr>
        <p:grpSpPr>
          <a:xfrm>
            <a:off x="8021085" y="-71705"/>
            <a:ext cx="1221639" cy="2277457"/>
            <a:chOff x="8001207" y="-71705"/>
            <a:chExt cx="1221639" cy="2277457"/>
          </a:xfrm>
        </p:grpSpPr>
        <p:sp>
          <p:nvSpPr>
            <p:cNvPr id="70" name="Freeform: Shape 69">
              <a:extLst>
                <a:ext uri="{FF2B5EF4-FFF2-40B4-BE49-F238E27FC236}">
                  <a16:creationId xmlns:a16="http://schemas.microsoft.com/office/drawing/2014/main" id="{696FA3D6-B18B-40EA-9F23-3E82388DDD45}"/>
                </a:ext>
              </a:extLst>
            </p:cNvPr>
            <p:cNvSpPr/>
            <p:nvPr/>
          </p:nvSpPr>
          <p:spPr>
            <a:xfrm rot="21282252">
              <a:off x="8001207" y="-71705"/>
              <a:ext cx="1221639" cy="2277457"/>
            </a:xfrm>
            <a:custGeom>
              <a:avLst/>
              <a:gdLst>
                <a:gd name="connsiteX0" fmla="*/ 205319 w 1221639"/>
                <a:gd name="connsiteY0" fmla="*/ 0 h 2277457"/>
                <a:gd name="connsiteX1" fmla="*/ 1221639 w 1221639"/>
                <a:gd name="connsiteY1" fmla="*/ 94206 h 2277457"/>
                <a:gd name="connsiteX2" fmla="*/ 1019266 w 1221639"/>
                <a:gd name="connsiteY2" fmla="*/ 2277457 h 2277457"/>
                <a:gd name="connsiteX3" fmla="*/ 977467 w 1221639"/>
                <a:gd name="connsiteY3" fmla="*/ 2245520 h 2277457"/>
                <a:gd name="connsiteX4" fmla="*/ 909889 w 1221639"/>
                <a:gd name="connsiteY4" fmla="*/ 2157748 h 2277457"/>
                <a:gd name="connsiteX5" fmla="*/ 56323 w 1221639"/>
                <a:gd name="connsiteY5" fmla="*/ 679079 h 2277457"/>
                <a:gd name="connsiteX6" fmla="*/ 56323 w 1221639"/>
                <a:gd name="connsiteY6" fmla="*/ 258113 h 22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639" h="2277457">
                  <a:moveTo>
                    <a:pt x="205319" y="0"/>
                  </a:moveTo>
                  <a:lnTo>
                    <a:pt x="1221639" y="94206"/>
                  </a:lnTo>
                  <a:lnTo>
                    <a:pt x="1019266" y="2277457"/>
                  </a:lnTo>
                  <a:lnTo>
                    <a:pt x="977467" y="2245520"/>
                  </a:lnTo>
                  <a:cubicBezTo>
                    <a:pt x="951470" y="2219689"/>
                    <a:pt x="928663" y="2190272"/>
                    <a:pt x="909889" y="2157748"/>
                  </a:cubicBezTo>
                  <a:lnTo>
                    <a:pt x="56323" y="679079"/>
                  </a:lnTo>
                  <a:cubicBezTo>
                    <a:pt x="-18774" y="548981"/>
                    <a:pt x="-18775" y="388210"/>
                    <a:pt x="56323" y="258113"/>
                  </a:cubicBez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4" name="Freeform: Shape 73">
              <a:extLst>
                <a:ext uri="{FF2B5EF4-FFF2-40B4-BE49-F238E27FC236}">
                  <a16:creationId xmlns:a16="http://schemas.microsoft.com/office/drawing/2014/main" id="{1E5C8868-7790-40F8-BA9B-B9EA0DF02FB6}"/>
                </a:ext>
              </a:extLst>
            </p:cNvPr>
            <p:cNvSpPr/>
            <p:nvPr/>
          </p:nvSpPr>
          <p:spPr>
            <a:xfrm rot="21282252">
              <a:off x="8375035" y="-53999"/>
              <a:ext cx="823942" cy="1708677"/>
            </a:xfrm>
            <a:custGeom>
              <a:avLst/>
              <a:gdLst>
                <a:gd name="connsiteX0" fmla="*/ 185156 w 823942"/>
                <a:gd name="connsiteY0" fmla="*/ 0 h 1708677"/>
                <a:gd name="connsiteX1" fmla="*/ 823942 w 823942"/>
                <a:gd name="connsiteY1" fmla="*/ 59211 h 1708677"/>
                <a:gd name="connsiteX2" fmla="*/ 671047 w 823942"/>
                <a:gd name="connsiteY2" fmla="*/ 1708677 h 1708677"/>
                <a:gd name="connsiteX3" fmla="*/ 56323 w 823942"/>
                <a:gd name="connsiteY3" fmla="*/ 644082 h 1708677"/>
                <a:gd name="connsiteX4" fmla="*/ 56323 w 823942"/>
                <a:gd name="connsiteY4" fmla="*/ 223116 h 170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942" h="1708677">
                  <a:moveTo>
                    <a:pt x="185156" y="0"/>
                  </a:moveTo>
                  <a:lnTo>
                    <a:pt x="823942" y="59211"/>
                  </a:lnTo>
                  <a:lnTo>
                    <a:pt x="671047" y="1708677"/>
                  </a:lnTo>
                  <a:lnTo>
                    <a:pt x="56323" y="644082"/>
                  </a:lnTo>
                  <a:cubicBezTo>
                    <a:pt x="-18774" y="513984"/>
                    <a:pt x="-18774" y="353213"/>
                    <a:pt x="56323" y="223116"/>
                  </a:cubicBez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8" name="Freeform: Shape 77">
              <a:extLst>
                <a:ext uri="{FF2B5EF4-FFF2-40B4-BE49-F238E27FC236}">
                  <a16:creationId xmlns:a16="http://schemas.microsoft.com/office/drawing/2014/main" id="{3D6E642D-A2A0-40A3-A4C5-AA633AB6B345}"/>
                </a:ext>
              </a:extLst>
            </p:cNvPr>
            <p:cNvSpPr/>
            <p:nvPr/>
          </p:nvSpPr>
          <p:spPr>
            <a:xfrm rot="21282252">
              <a:off x="8768802" y="-35074"/>
              <a:ext cx="401917" cy="1041576"/>
            </a:xfrm>
            <a:custGeom>
              <a:avLst/>
              <a:gdLst>
                <a:gd name="connsiteX0" fmla="*/ 163767 w 401917"/>
                <a:gd name="connsiteY0" fmla="*/ 0 h 1041576"/>
                <a:gd name="connsiteX1" fmla="*/ 401917 w 401917"/>
                <a:gd name="connsiteY1" fmla="*/ 22075 h 1041576"/>
                <a:gd name="connsiteX2" fmla="*/ 307417 w 401917"/>
                <a:gd name="connsiteY2" fmla="*/ 1041576 h 1041576"/>
                <a:gd name="connsiteX3" fmla="*/ 56323 w 401917"/>
                <a:gd name="connsiteY3" fmla="*/ 606946 h 1041576"/>
                <a:gd name="connsiteX4" fmla="*/ 56323 w 401917"/>
                <a:gd name="connsiteY4" fmla="*/ 185980 h 10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17" h="1041576">
                  <a:moveTo>
                    <a:pt x="163767" y="0"/>
                  </a:moveTo>
                  <a:lnTo>
                    <a:pt x="401917" y="22075"/>
                  </a:lnTo>
                  <a:lnTo>
                    <a:pt x="307417" y="1041576"/>
                  </a:lnTo>
                  <a:lnTo>
                    <a:pt x="56323" y="606946"/>
                  </a:lnTo>
                  <a:cubicBezTo>
                    <a:pt x="-18775" y="476849"/>
                    <a:pt x="-18774" y="316078"/>
                    <a:pt x="56323" y="185980"/>
                  </a:cubicBez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58" name="Freeform: Shape 57">
            <a:extLst>
              <a:ext uri="{FF2B5EF4-FFF2-40B4-BE49-F238E27FC236}">
                <a16:creationId xmlns:a16="http://schemas.microsoft.com/office/drawing/2014/main" id="{4B5192E3-8FA5-497D-9100-53AC52306317}"/>
              </a:ext>
            </a:extLst>
          </p:cNvPr>
          <p:cNvSpPr/>
          <p:nvPr/>
        </p:nvSpPr>
        <p:spPr>
          <a:xfrm>
            <a:off x="0" y="-390933"/>
            <a:ext cx="5130095" cy="886969"/>
          </a:xfrm>
          <a:custGeom>
            <a:avLst/>
            <a:gdLst>
              <a:gd name="connsiteX0" fmla="*/ 0 w 5130095"/>
              <a:gd name="connsiteY0" fmla="*/ 0 h 886969"/>
              <a:gd name="connsiteX1" fmla="*/ 5130095 w 5130095"/>
              <a:gd name="connsiteY1" fmla="*/ 0 h 886969"/>
              <a:gd name="connsiteX2" fmla="*/ 4626933 w 5130095"/>
              <a:gd name="connsiteY2" fmla="*/ 886968 h 886969"/>
              <a:gd name="connsiteX3" fmla="*/ 0 w 5130095"/>
              <a:gd name="connsiteY3" fmla="*/ 886969 h 886969"/>
              <a:gd name="connsiteX4" fmla="*/ 0 w 5130095"/>
              <a:gd name="connsiteY4" fmla="*/ 0 h 886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095" h="886969">
                <a:moveTo>
                  <a:pt x="0" y="0"/>
                </a:moveTo>
                <a:lnTo>
                  <a:pt x="5130095" y="0"/>
                </a:lnTo>
                <a:lnTo>
                  <a:pt x="4626933" y="886968"/>
                </a:lnTo>
                <a:lnTo>
                  <a:pt x="0" y="88696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2" name="Freeform: Shape 61">
            <a:extLst>
              <a:ext uri="{FF2B5EF4-FFF2-40B4-BE49-F238E27FC236}">
                <a16:creationId xmlns:a16="http://schemas.microsoft.com/office/drawing/2014/main" id="{56D6BE87-B28E-4B75-A658-2F725EA5A29A}"/>
              </a:ext>
            </a:extLst>
          </p:cNvPr>
          <p:cNvSpPr/>
          <p:nvPr/>
        </p:nvSpPr>
        <p:spPr>
          <a:xfrm>
            <a:off x="5471044" y="4680573"/>
            <a:ext cx="3672956" cy="886968"/>
          </a:xfrm>
          <a:custGeom>
            <a:avLst/>
            <a:gdLst>
              <a:gd name="connsiteX0" fmla="*/ 503163 w 3672956"/>
              <a:gd name="connsiteY0" fmla="*/ 0 h 886968"/>
              <a:gd name="connsiteX1" fmla="*/ 3672956 w 3672956"/>
              <a:gd name="connsiteY1" fmla="*/ 0 h 886968"/>
              <a:gd name="connsiteX2" fmla="*/ 3672956 w 3672956"/>
              <a:gd name="connsiteY2" fmla="*/ 886968 h 886968"/>
              <a:gd name="connsiteX3" fmla="*/ 0 w 3672956"/>
              <a:gd name="connsiteY3" fmla="*/ 886968 h 886968"/>
              <a:gd name="connsiteX4" fmla="*/ 503163 w 367295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2956" h="886968">
                <a:moveTo>
                  <a:pt x="503163" y="0"/>
                </a:moveTo>
                <a:lnTo>
                  <a:pt x="3672956" y="0"/>
                </a:lnTo>
                <a:lnTo>
                  <a:pt x="3672956" y="886968"/>
                </a:lnTo>
                <a:lnTo>
                  <a:pt x="0" y="886968"/>
                </a:lnTo>
                <a:lnTo>
                  <a:pt x="503163"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 name="Hộp Văn bản 45">
            <a:extLst>
              <a:ext uri="{FF2B5EF4-FFF2-40B4-BE49-F238E27FC236}">
                <a16:creationId xmlns:a16="http://schemas.microsoft.com/office/drawing/2014/main" id="{92495058-76C3-4961-086A-3EDC80AF55F4}"/>
              </a:ext>
            </a:extLst>
          </p:cNvPr>
          <p:cNvSpPr txBox="1"/>
          <p:nvPr/>
        </p:nvSpPr>
        <p:spPr>
          <a:xfrm>
            <a:off x="768319" y="1614586"/>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1</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7" name="Hộp Văn bản 46">
            <a:extLst>
              <a:ext uri="{FF2B5EF4-FFF2-40B4-BE49-F238E27FC236}">
                <a16:creationId xmlns:a16="http://schemas.microsoft.com/office/drawing/2014/main" id="{DC3E555D-5C3E-BA7C-4659-449478199DF4}"/>
              </a:ext>
            </a:extLst>
          </p:cNvPr>
          <p:cNvSpPr txBox="1"/>
          <p:nvPr/>
        </p:nvSpPr>
        <p:spPr>
          <a:xfrm>
            <a:off x="5046483" y="3334584"/>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4</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8" name="Hộp Văn bản 47">
            <a:extLst>
              <a:ext uri="{FF2B5EF4-FFF2-40B4-BE49-F238E27FC236}">
                <a16:creationId xmlns:a16="http://schemas.microsoft.com/office/drawing/2014/main" id="{904F1A03-8FC5-DCC6-B893-A7AB41D1DD78}"/>
              </a:ext>
            </a:extLst>
          </p:cNvPr>
          <p:cNvSpPr txBox="1"/>
          <p:nvPr/>
        </p:nvSpPr>
        <p:spPr>
          <a:xfrm>
            <a:off x="755210" y="3307541"/>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3</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9" name="Hộp Văn bản 48">
            <a:extLst>
              <a:ext uri="{FF2B5EF4-FFF2-40B4-BE49-F238E27FC236}">
                <a16:creationId xmlns:a16="http://schemas.microsoft.com/office/drawing/2014/main" id="{CF293919-6041-5F02-4676-059FC0B444BD}"/>
              </a:ext>
            </a:extLst>
          </p:cNvPr>
          <p:cNvSpPr txBox="1"/>
          <p:nvPr/>
        </p:nvSpPr>
        <p:spPr>
          <a:xfrm>
            <a:off x="5032731" y="1614586"/>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2</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78702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E1F01-9F3D-E31C-E926-6CA06DE5DF0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D7C633F-DC8C-6688-AC8F-A5A1563C2636}"/>
              </a:ext>
            </a:extLst>
          </p:cNvPr>
          <p:cNvSpPr>
            <a:spLocks noGrp="1"/>
          </p:cNvSpPr>
          <p:nvPr>
            <p:ph type="body" sz="quarter" idx="10"/>
          </p:nvPr>
        </p:nvSpPr>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Lập kế hoạch tiền xử lý và gán nhãn</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C98A9F3C-F8D3-3700-E22D-C2B004F34777}"/>
              </a:ext>
            </a:extLst>
          </p:cNvPr>
          <p:cNvSpPr>
            <a:spLocks noGrp="1"/>
          </p:cNvSpPr>
          <p:nvPr>
            <p:ph type="body" sz="quarter" idx="18"/>
          </p:nvPr>
        </p:nvSpPr>
        <p:spPr>
          <a:xfrm>
            <a:off x="1385631" y="3136751"/>
            <a:ext cx="2562444" cy="369727"/>
          </a:xfrm>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Thiết kế trực quan và báo cáo</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CCA3992F-DA4E-BAED-C8CB-9354CF9F4E69}"/>
              </a:ext>
            </a:extLst>
          </p:cNvPr>
          <p:cNvSpPr>
            <a:spLocks noGrp="1"/>
          </p:cNvSpPr>
          <p:nvPr>
            <p:ph type="body" sz="quarter" idx="20"/>
          </p:nvPr>
        </p:nvSpPr>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Chọn phương pháp phân tích &amp; chỉ số</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Placeholder 10">
            <a:extLst>
              <a:ext uri="{FF2B5EF4-FFF2-40B4-BE49-F238E27FC236}">
                <a16:creationId xmlns:a16="http://schemas.microsoft.com/office/drawing/2014/main" id="{460ACDE9-4793-6C95-FCAD-4F31B0840779}"/>
              </a:ext>
            </a:extLst>
          </p:cNvPr>
          <p:cNvSpPr>
            <a:spLocks noGrp="1"/>
          </p:cNvSpPr>
          <p:nvPr>
            <p:ph type="body" sz="quarter" idx="22"/>
          </p:nvPr>
        </p:nvSpPr>
        <p:spPr>
          <a:xfrm>
            <a:off x="5674324" y="3325772"/>
            <a:ext cx="3469676" cy="369727"/>
          </a:xfrm>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Phân công &amp; tài nguyên</a:t>
            </a: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22" name="Group 21">
            <a:extLst>
              <a:ext uri="{FF2B5EF4-FFF2-40B4-BE49-F238E27FC236}">
                <a16:creationId xmlns:a16="http://schemas.microsoft.com/office/drawing/2014/main" id="{B24341ED-5761-9FE3-473E-BAC699617882}"/>
              </a:ext>
            </a:extLst>
          </p:cNvPr>
          <p:cNvGrpSpPr/>
          <p:nvPr/>
        </p:nvGrpSpPr>
        <p:grpSpPr>
          <a:xfrm>
            <a:off x="652448" y="1326567"/>
            <a:ext cx="536061" cy="967548"/>
            <a:chOff x="694013" y="1326567"/>
            <a:chExt cx="536061" cy="967548"/>
          </a:xfrm>
        </p:grpSpPr>
        <p:cxnSp>
          <p:nvCxnSpPr>
            <p:cNvPr id="21" name="Straight Connector 20">
              <a:extLst>
                <a:ext uri="{FF2B5EF4-FFF2-40B4-BE49-F238E27FC236}">
                  <a16:creationId xmlns:a16="http://schemas.microsoft.com/office/drawing/2014/main" id="{4A21E0D5-291F-F207-6244-5588A5FD8142}"/>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834AA524-AA69-DDB5-63B0-3803C336A358}"/>
                </a:ext>
              </a:extLst>
            </p:cNvPr>
            <p:cNvGrpSpPr/>
            <p:nvPr/>
          </p:nvGrpSpPr>
          <p:grpSpPr>
            <a:xfrm>
              <a:off x="694013" y="1571174"/>
              <a:ext cx="536061" cy="478334"/>
              <a:chOff x="2652473" y="862012"/>
              <a:chExt cx="3834288" cy="3421380"/>
            </a:xfrm>
          </p:grpSpPr>
          <p:sp>
            <p:nvSpPr>
              <p:cNvPr id="16" name="Freeform: Shape 15">
                <a:extLst>
                  <a:ext uri="{FF2B5EF4-FFF2-40B4-BE49-F238E27FC236}">
                    <a16:creationId xmlns:a16="http://schemas.microsoft.com/office/drawing/2014/main" id="{F1B71F1D-0112-B133-AC42-74038860AE0D}"/>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7" name="Freeform: Shape 16">
                <a:extLst>
                  <a:ext uri="{FF2B5EF4-FFF2-40B4-BE49-F238E27FC236}">
                    <a16:creationId xmlns:a16="http://schemas.microsoft.com/office/drawing/2014/main" id="{38C9F083-35D1-956E-08CB-4C73DD9FF9A8}"/>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Freeform: Shape 17">
                <a:extLst>
                  <a:ext uri="{FF2B5EF4-FFF2-40B4-BE49-F238E27FC236}">
                    <a16:creationId xmlns:a16="http://schemas.microsoft.com/office/drawing/2014/main" id="{EDC47975-F0C4-F2D5-8CF8-4C64A7F0CAFF}"/>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23722973-ECCE-4076-707A-3F84C757B3FD}"/>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23" name="Group 22">
            <a:extLst>
              <a:ext uri="{FF2B5EF4-FFF2-40B4-BE49-F238E27FC236}">
                <a16:creationId xmlns:a16="http://schemas.microsoft.com/office/drawing/2014/main" id="{B0A89D2D-1C13-CE38-DA57-37BF5AD79E4B}"/>
              </a:ext>
            </a:extLst>
          </p:cNvPr>
          <p:cNvGrpSpPr/>
          <p:nvPr/>
        </p:nvGrpSpPr>
        <p:grpSpPr>
          <a:xfrm>
            <a:off x="652381" y="3024388"/>
            <a:ext cx="536061" cy="967548"/>
            <a:chOff x="694013" y="1326567"/>
            <a:chExt cx="536061" cy="967548"/>
          </a:xfrm>
        </p:grpSpPr>
        <p:cxnSp>
          <p:nvCxnSpPr>
            <p:cNvPr id="24" name="Straight Connector 23">
              <a:extLst>
                <a:ext uri="{FF2B5EF4-FFF2-40B4-BE49-F238E27FC236}">
                  <a16:creationId xmlns:a16="http://schemas.microsoft.com/office/drawing/2014/main" id="{7D5592A8-C19B-E8F1-7C12-3E149C61DFBF}"/>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AE492112-F422-43D6-2BD2-A30DE6F76766}"/>
                </a:ext>
              </a:extLst>
            </p:cNvPr>
            <p:cNvGrpSpPr/>
            <p:nvPr/>
          </p:nvGrpSpPr>
          <p:grpSpPr>
            <a:xfrm>
              <a:off x="694013" y="1571174"/>
              <a:ext cx="536061" cy="478334"/>
              <a:chOff x="2652473" y="862012"/>
              <a:chExt cx="3834288" cy="3421380"/>
            </a:xfrm>
          </p:grpSpPr>
          <p:sp>
            <p:nvSpPr>
              <p:cNvPr id="26" name="Freeform: Shape 25">
                <a:extLst>
                  <a:ext uri="{FF2B5EF4-FFF2-40B4-BE49-F238E27FC236}">
                    <a16:creationId xmlns:a16="http://schemas.microsoft.com/office/drawing/2014/main" id="{9E7F5365-515F-C2F3-BBA1-2A2A2CFC41B0}"/>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7" name="Freeform: Shape 26">
                <a:extLst>
                  <a:ext uri="{FF2B5EF4-FFF2-40B4-BE49-F238E27FC236}">
                    <a16:creationId xmlns:a16="http://schemas.microsoft.com/office/drawing/2014/main" id="{E452AB71-047F-9DF8-A41B-A5C3D99832B4}"/>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8" name="Freeform: Shape 27">
                <a:extLst>
                  <a:ext uri="{FF2B5EF4-FFF2-40B4-BE49-F238E27FC236}">
                    <a16:creationId xmlns:a16="http://schemas.microsoft.com/office/drawing/2014/main" id="{BD125722-A2CE-C6AB-FE19-9A6CE442036F}"/>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A23D4765-2683-4183-01D9-FBA1434F869D}"/>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0" name="Group 29">
            <a:extLst>
              <a:ext uri="{FF2B5EF4-FFF2-40B4-BE49-F238E27FC236}">
                <a16:creationId xmlns:a16="http://schemas.microsoft.com/office/drawing/2014/main" id="{7A6D8505-8CBE-E3A5-5848-221D97C73C55}"/>
              </a:ext>
            </a:extLst>
          </p:cNvPr>
          <p:cNvGrpSpPr/>
          <p:nvPr/>
        </p:nvGrpSpPr>
        <p:grpSpPr>
          <a:xfrm>
            <a:off x="4927961" y="1326567"/>
            <a:ext cx="536061" cy="967548"/>
            <a:chOff x="694013" y="1326567"/>
            <a:chExt cx="536061" cy="967548"/>
          </a:xfrm>
        </p:grpSpPr>
        <p:cxnSp>
          <p:nvCxnSpPr>
            <p:cNvPr id="31" name="Straight Connector 30">
              <a:extLst>
                <a:ext uri="{FF2B5EF4-FFF2-40B4-BE49-F238E27FC236}">
                  <a16:creationId xmlns:a16="http://schemas.microsoft.com/office/drawing/2014/main" id="{E5F2A681-9C90-2508-1CD6-FDC4426F9DBC}"/>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B998BB2F-4F2D-D7F3-E70D-FF007B2F809F}"/>
                </a:ext>
              </a:extLst>
            </p:cNvPr>
            <p:cNvGrpSpPr/>
            <p:nvPr/>
          </p:nvGrpSpPr>
          <p:grpSpPr>
            <a:xfrm>
              <a:off x="694013" y="1571174"/>
              <a:ext cx="536061" cy="478334"/>
              <a:chOff x="2652473" y="862012"/>
              <a:chExt cx="3834288" cy="3421380"/>
            </a:xfrm>
          </p:grpSpPr>
          <p:sp>
            <p:nvSpPr>
              <p:cNvPr id="33" name="Freeform: Shape 32">
                <a:extLst>
                  <a:ext uri="{FF2B5EF4-FFF2-40B4-BE49-F238E27FC236}">
                    <a16:creationId xmlns:a16="http://schemas.microsoft.com/office/drawing/2014/main" id="{AD781144-5EC9-5150-9E9F-9A299F4C0348}"/>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 name="Freeform: Shape 33">
                <a:extLst>
                  <a:ext uri="{FF2B5EF4-FFF2-40B4-BE49-F238E27FC236}">
                    <a16:creationId xmlns:a16="http://schemas.microsoft.com/office/drawing/2014/main" id="{8341223A-40A3-60F4-AEEB-6794ED441054}"/>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F938B87E-7CF7-645F-064D-B49AFF8CAFA6}"/>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FC29E4C9-5761-F5D0-8910-72C030B74C24}"/>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7" name="Group 36">
            <a:extLst>
              <a:ext uri="{FF2B5EF4-FFF2-40B4-BE49-F238E27FC236}">
                <a16:creationId xmlns:a16="http://schemas.microsoft.com/office/drawing/2014/main" id="{44E48191-44A3-925C-18F9-903AC15C3B13}"/>
              </a:ext>
            </a:extLst>
          </p:cNvPr>
          <p:cNvGrpSpPr/>
          <p:nvPr/>
        </p:nvGrpSpPr>
        <p:grpSpPr>
          <a:xfrm>
            <a:off x="4927894" y="3024388"/>
            <a:ext cx="536061" cy="967548"/>
            <a:chOff x="694013" y="1326567"/>
            <a:chExt cx="536061" cy="967548"/>
          </a:xfrm>
        </p:grpSpPr>
        <p:cxnSp>
          <p:nvCxnSpPr>
            <p:cNvPr id="38" name="Straight Connector 37">
              <a:extLst>
                <a:ext uri="{FF2B5EF4-FFF2-40B4-BE49-F238E27FC236}">
                  <a16:creationId xmlns:a16="http://schemas.microsoft.com/office/drawing/2014/main" id="{38506E87-DC4D-468C-3CC3-86EEE53611FE}"/>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713A1080-57C7-0B58-AF04-2528546E0004}"/>
                </a:ext>
              </a:extLst>
            </p:cNvPr>
            <p:cNvGrpSpPr/>
            <p:nvPr/>
          </p:nvGrpSpPr>
          <p:grpSpPr>
            <a:xfrm>
              <a:off x="694013" y="1571174"/>
              <a:ext cx="536061" cy="478334"/>
              <a:chOff x="2652473" y="862012"/>
              <a:chExt cx="3834288" cy="3421380"/>
            </a:xfrm>
          </p:grpSpPr>
          <p:sp>
            <p:nvSpPr>
              <p:cNvPr id="40" name="Freeform: Shape 39">
                <a:extLst>
                  <a:ext uri="{FF2B5EF4-FFF2-40B4-BE49-F238E27FC236}">
                    <a16:creationId xmlns:a16="http://schemas.microsoft.com/office/drawing/2014/main" id="{907A7D6D-2A63-1FD3-C348-36CC052235C3}"/>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 name="Freeform: Shape 40">
                <a:extLst>
                  <a:ext uri="{FF2B5EF4-FFF2-40B4-BE49-F238E27FC236}">
                    <a16:creationId xmlns:a16="http://schemas.microsoft.com/office/drawing/2014/main" id="{C111E974-4611-C4E0-CB4D-F8877159F386}"/>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0DBBDCBC-012D-D9B1-CC89-90D367EA1A58}"/>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 name="Freeform: Shape 42">
                <a:extLst>
                  <a:ext uri="{FF2B5EF4-FFF2-40B4-BE49-F238E27FC236}">
                    <a16:creationId xmlns:a16="http://schemas.microsoft.com/office/drawing/2014/main" id="{2904D5A1-E91E-5AC1-DBE1-D768D11DBAC9}"/>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79" name="Group 78">
            <a:extLst>
              <a:ext uri="{FF2B5EF4-FFF2-40B4-BE49-F238E27FC236}">
                <a16:creationId xmlns:a16="http://schemas.microsoft.com/office/drawing/2014/main" id="{CB819041-1BAD-6914-E1C1-A05705E8D617}"/>
              </a:ext>
            </a:extLst>
          </p:cNvPr>
          <p:cNvGrpSpPr/>
          <p:nvPr/>
        </p:nvGrpSpPr>
        <p:grpSpPr>
          <a:xfrm>
            <a:off x="8021085" y="-71705"/>
            <a:ext cx="1221639" cy="2277457"/>
            <a:chOff x="8001207" y="-71705"/>
            <a:chExt cx="1221639" cy="2277457"/>
          </a:xfrm>
        </p:grpSpPr>
        <p:sp>
          <p:nvSpPr>
            <p:cNvPr id="70" name="Freeform: Shape 69">
              <a:extLst>
                <a:ext uri="{FF2B5EF4-FFF2-40B4-BE49-F238E27FC236}">
                  <a16:creationId xmlns:a16="http://schemas.microsoft.com/office/drawing/2014/main" id="{76BDC698-76FF-6C02-09F7-346F78A44220}"/>
                </a:ext>
              </a:extLst>
            </p:cNvPr>
            <p:cNvSpPr/>
            <p:nvPr/>
          </p:nvSpPr>
          <p:spPr>
            <a:xfrm rot="21282252">
              <a:off x="8001207" y="-71705"/>
              <a:ext cx="1221639" cy="2277457"/>
            </a:xfrm>
            <a:custGeom>
              <a:avLst/>
              <a:gdLst>
                <a:gd name="connsiteX0" fmla="*/ 205319 w 1221639"/>
                <a:gd name="connsiteY0" fmla="*/ 0 h 2277457"/>
                <a:gd name="connsiteX1" fmla="*/ 1221639 w 1221639"/>
                <a:gd name="connsiteY1" fmla="*/ 94206 h 2277457"/>
                <a:gd name="connsiteX2" fmla="*/ 1019266 w 1221639"/>
                <a:gd name="connsiteY2" fmla="*/ 2277457 h 2277457"/>
                <a:gd name="connsiteX3" fmla="*/ 977467 w 1221639"/>
                <a:gd name="connsiteY3" fmla="*/ 2245520 h 2277457"/>
                <a:gd name="connsiteX4" fmla="*/ 909889 w 1221639"/>
                <a:gd name="connsiteY4" fmla="*/ 2157748 h 2277457"/>
                <a:gd name="connsiteX5" fmla="*/ 56323 w 1221639"/>
                <a:gd name="connsiteY5" fmla="*/ 679079 h 2277457"/>
                <a:gd name="connsiteX6" fmla="*/ 56323 w 1221639"/>
                <a:gd name="connsiteY6" fmla="*/ 258113 h 22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639" h="2277457">
                  <a:moveTo>
                    <a:pt x="205319" y="0"/>
                  </a:moveTo>
                  <a:lnTo>
                    <a:pt x="1221639" y="94206"/>
                  </a:lnTo>
                  <a:lnTo>
                    <a:pt x="1019266" y="2277457"/>
                  </a:lnTo>
                  <a:lnTo>
                    <a:pt x="977467" y="2245520"/>
                  </a:lnTo>
                  <a:cubicBezTo>
                    <a:pt x="951470" y="2219689"/>
                    <a:pt x="928663" y="2190272"/>
                    <a:pt x="909889" y="2157748"/>
                  </a:cubicBezTo>
                  <a:lnTo>
                    <a:pt x="56323" y="679079"/>
                  </a:lnTo>
                  <a:cubicBezTo>
                    <a:pt x="-18774" y="548981"/>
                    <a:pt x="-18775" y="388210"/>
                    <a:pt x="56323" y="258113"/>
                  </a:cubicBez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4" name="Freeform: Shape 73">
              <a:extLst>
                <a:ext uri="{FF2B5EF4-FFF2-40B4-BE49-F238E27FC236}">
                  <a16:creationId xmlns:a16="http://schemas.microsoft.com/office/drawing/2014/main" id="{0225F800-235E-1C3E-FD6B-1A3C1C3EAAD6}"/>
                </a:ext>
              </a:extLst>
            </p:cNvPr>
            <p:cNvSpPr/>
            <p:nvPr/>
          </p:nvSpPr>
          <p:spPr>
            <a:xfrm rot="21282252">
              <a:off x="8375035" y="-53999"/>
              <a:ext cx="823942" cy="1708677"/>
            </a:xfrm>
            <a:custGeom>
              <a:avLst/>
              <a:gdLst>
                <a:gd name="connsiteX0" fmla="*/ 185156 w 823942"/>
                <a:gd name="connsiteY0" fmla="*/ 0 h 1708677"/>
                <a:gd name="connsiteX1" fmla="*/ 823942 w 823942"/>
                <a:gd name="connsiteY1" fmla="*/ 59211 h 1708677"/>
                <a:gd name="connsiteX2" fmla="*/ 671047 w 823942"/>
                <a:gd name="connsiteY2" fmla="*/ 1708677 h 1708677"/>
                <a:gd name="connsiteX3" fmla="*/ 56323 w 823942"/>
                <a:gd name="connsiteY3" fmla="*/ 644082 h 1708677"/>
                <a:gd name="connsiteX4" fmla="*/ 56323 w 823942"/>
                <a:gd name="connsiteY4" fmla="*/ 223116 h 170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942" h="1708677">
                  <a:moveTo>
                    <a:pt x="185156" y="0"/>
                  </a:moveTo>
                  <a:lnTo>
                    <a:pt x="823942" y="59211"/>
                  </a:lnTo>
                  <a:lnTo>
                    <a:pt x="671047" y="1708677"/>
                  </a:lnTo>
                  <a:lnTo>
                    <a:pt x="56323" y="644082"/>
                  </a:lnTo>
                  <a:cubicBezTo>
                    <a:pt x="-18774" y="513984"/>
                    <a:pt x="-18774" y="353213"/>
                    <a:pt x="56323" y="223116"/>
                  </a:cubicBez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8" name="Freeform: Shape 77">
              <a:extLst>
                <a:ext uri="{FF2B5EF4-FFF2-40B4-BE49-F238E27FC236}">
                  <a16:creationId xmlns:a16="http://schemas.microsoft.com/office/drawing/2014/main" id="{C57BE54F-E112-1290-5BE8-BAB56F3FECB0}"/>
                </a:ext>
              </a:extLst>
            </p:cNvPr>
            <p:cNvSpPr/>
            <p:nvPr/>
          </p:nvSpPr>
          <p:spPr>
            <a:xfrm rot="21282252">
              <a:off x="8768802" y="-35074"/>
              <a:ext cx="401917" cy="1041576"/>
            </a:xfrm>
            <a:custGeom>
              <a:avLst/>
              <a:gdLst>
                <a:gd name="connsiteX0" fmla="*/ 163767 w 401917"/>
                <a:gd name="connsiteY0" fmla="*/ 0 h 1041576"/>
                <a:gd name="connsiteX1" fmla="*/ 401917 w 401917"/>
                <a:gd name="connsiteY1" fmla="*/ 22075 h 1041576"/>
                <a:gd name="connsiteX2" fmla="*/ 307417 w 401917"/>
                <a:gd name="connsiteY2" fmla="*/ 1041576 h 1041576"/>
                <a:gd name="connsiteX3" fmla="*/ 56323 w 401917"/>
                <a:gd name="connsiteY3" fmla="*/ 606946 h 1041576"/>
                <a:gd name="connsiteX4" fmla="*/ 56323 w 401917"/>
                <a:gd name="connsiteY4" fmla="*/ 185980 h 10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17" h="1041576">
                  <a:moveTo>
                    <a:pt x="163767" y="0"/>
                  </a:moveTo>
                  <a:lnTo>
                    <a:pt x="401917" y="22075"/>
                  </a:lnTo>
                  <a:lnTo>
                    <a:pt x="307417" y="1041576"/>
                  </a:lnTo>
                  <a:lnTo>
                    <a:pt x="56323" y="606946"/>
                  </a:lnTo>
                  <a:cubicBezTo>
                    <a:pt x="-18775" y="476849"/>
                    <a:pt x="-18774" y="316078"/>
                    <a:pt x="56323" y="185980"/>
                  </a:cubicBez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58" name="Freeform: Shape 57">
            <a:extLst>
              <a:ext uri="{FF2B5EF4-FFF2-40B4-BE49-F238E27FC236}">
                <a16:creationId xmlns:a16="http://schemas.microsoft.com/office/drawing/2014/main" id="{8F70BA97-571B-BB63-267B-6A6B277C3AE5}"/>
              </a:ext>
            </a:extLst>
          </p:cNvPr>
          <p:cNvSpPr/>
          <p:nvPr/>
        </p:nvSpPr>
        <p:spPr>
          <a:xfrm>
            <a:off x="0" y="-390933"/>
            <a:ext cx="5130095" cy="886969"/>
          </a:xfrm>
          <a:custGeom>
            <a:avLst/>
            <a:gdLst>
              <a:gd name="connsiteX0" fmla="*/ 0 w 5130095"/>
              <a:gd name="connsiteY0" fmla="*/ 0 h 886969"/>
              <a:gd name="connsiteX1" fmla="*/ 5130095 w 5130095"/>
              <a:gd name="connsiteY1" fmla="*/ 0 h 886969"/>
              <a:gd name="connsiteX2" fmla="*/ 4626933 w 5130095"/>
              <a:gd name="connsiteY2" fmla="*/ 886968 h 886969"/>
              <a:gd name="connsiteX3" fmla="*/ 0 w 5130095"/>
              <a:gd name="connsiteY3" fmla="*/ 886969 h 886969"/>
              <a:gd name="connsiteX4" fmla="*/ 0 w 5130095"/>
              <a:gd name="connsiteY4" fmla="*/ 0 h 886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095" h="886969">
                <a:moveTo>
                  <a:pt x="0" y="0"/>
                </a:moveTo>
                <a:lnTo>
                  <a:pt x="5130095" y="0"/>
                </a:lnTo>
                <a:lnTo>
                  <a:pt x="4626933" y="886968"/>
                </a:lnTo>
                <a:lnTo>
                  <a:pt x="0" y="88696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2" name="Freeform: Shape 61">
            <a:extLst>
              <a:ext uri="{FF2B5EF4-FFF2-40B4-BE49-F238E27FC236}">
                <a16:creationId xmlns:a16="http://schemas.microsoft.com/office/drawing/2014/main" id="{66BB236D-293A-09E4-00FE-AB12FAC10BF7}"/>
              </a:ext>
            </a:extLst>
          </p:cNvPr>
          <p:cNvSpPr/>
          <p:nvPr/>
        </p:nvSpPr>
        <p:spPr>
          <a:xfrm>
            <a:off x="5471044" y="4680573"/>
            <a:ext cx="3672956" cy="886968"/>
          </a:xfrm>
          <a:custGeom>
            <a:avLst/>
            <a:gdLst>
              <a:gd name="connsiteX0" fmla="*/ 503163 w 3672956"/>
              <a:gd name="connsiteY0" fmla="*/ 0 h 886968"/>
              <a:gd name="connsiteX1" fmla="*/ 3672956 w 3672956"/>
              <a:gd name="connsiteY1" fmla="*/ 0 h 886968"/>
              <a:gd name="connsiteX2" fmla="*/ 3672956 w 3672956"/>
              <a:gd name="connsiteY2" fmla="*/ 886968 h 886968"/>
              <a:gd name="connsiteX3" fmla="*/ 0 w 3672956"/>
              <a:gd name="connsiteY3" fmla="*/ 886968 h 886968"/>
              <a:gd name="connsiteX4" fmla="*/ 503163 w 367295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2956" h="886968">
                <a:moveTo>
                  <a:pt x="503163" y="0"/>
                </a:moveTo>
                <a:lnTo>
                  <a:pt x="3672956" y="0"/>
                </a:lnTo>
                <a:lnTo>
                  <a:pt x="3672956" y="886968"/>
                </a:lnTo>
                <a:lnTo>
                  <a:pt x="0" y="886968"/>
                </a:lnTo>
                <a:lnTo>
                  <a:pt x="503163"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 name="Hộp Văn bản 1">
            <a:extLst>
              <a:ext uri="{FF2B5EF4-FFF2-40B4-BE49-F238E27FC236}">
                <a16:creationId xmlns:a16="http://schemas.microsoft.com/office/drawing/2014/main" id="{93087817-62C5-D183-6D1B-E8FCBCC24271}"/>
              </a:ext>
            </a:extLst>
          </p:cNvPr>
          <p:cNvSpPr txBox="1"/>
          <p:nvPr/>
        </p:nvSpPr>
        <p:spPr>
          <a:xfrm>
            <a:off x="768319" y="1614586"/>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5</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238CA307-A54A-8B2A-7BC7-F32F411A4FA0}"/>
              </a:ext>
            </a:extLst>
          </p:cNvPr>
          <p:cNvSpPr txBox="1"/>
          <p:nvPr/>
        </p:nvSpPr>
        <p:spPr>
          <a:xfrm>
            <a:off x="5049430" y="1614586"/>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6</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Hộp Văn bản 4">
            <a:extLst>
              <a:ext uri="{FF2B5EF4-FFF2-40B4-BE49-F238E27FC236}">
                <a16:creationId xmlns:a16="http://schemas.microsoft.com/office/drawing/2014/main" id="{03C1DCB5-8E70-F1BB-A36A-ADC0ACB2C553}"/>
              </a:ext>
            </a:extLst>
          </p:cNvPr>
          <p:cNvSpPr txBox="1"/>
          <p:nvPr/>
        </p:nvSpPr>
        <p:spPr>
          <a:xfrm>
            <a:off x="744042" y="3312407"/>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7</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Hộp Văn bản 5">
            <a:extLst>
              <a:ext uri="{FF2B5EF4-FFF2-40B4-BE49-F238E27FC236}">
                <a16:creationId xmlns:a16="http://schemas.microsoft.com/office/drawing/2014/main" id="{2655D072-44D9-65AC-D819-422E04F010CB}"/>
              </a:ext>
            </a:extLst>
          </p:cNvPr>
          <p:cNvSpPr txBox="1"/>
          <p:nvPr/>
        </p:nvSpPr>
        <p:spPr>
          <a:xfrm>
            <a:off x="5049430" y="3318866"/>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8</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4662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0C56-F574-610B-235F-AC67F7358B2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474A2E82-D848-6E94-A112-349C02D3C1F6}"/>
              </a:ext>
            </a:extLst>
          </p:cNvPr>
          <p:cNvSpPr>
            <a:spLocks noGrp="1"/>
          </p:cNvSpPr>
          <p:nvPr>
            <p:ph type="body" sz="quarter" idx="18"/>
          </p:nvPr>
        </p:nvSpPr>
        <p:spPr>
          <a:xfrm>
            <a:off x="1310297" y="2430524"/>
            <a:ext cx="2562444" cy="369727"/>
          </a:xfrm>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Đánh giá rủi ro &amp; tính pháp lý</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Placeholder 10">
            <a:extLst>
              <a:ext uri="{FF2B5EF4-FFF2-40B4-BE49-F238E27FC236}">
                <a16:creationId xmlns:a16="http://schemas.microsoft.com/office/drawing/2014/main" id="{B051B49C-5DD6-6F8C-C461-05DE1DC4C4F9}"/>
              </a:ext>
            </a:extLst>
          </p:cNvPr>
          <p:cNvSpPr>
            <a:spLocks noGrp="1"/>
          </p:cNvSpPr>
          <p:nvPr>
            <p:ph type="body" sz="quarter" idx="22"/>
          </p:nvPr>
        </p:nvSpPr>
        <p:spPr>
          <a:xfrm>
            <a:off x="5598990" y="2592549"/>
            <a:ext cx="2817291" cy="369727"/>
          </a:xfrm>
        </p:spPr>
        <p:txBody>
          <a:bodyPr>
            <a:noAutofit/>
          </a:bodyPr>
          <a:lstStyle/>
          <a:p>
            <a:pPr algn="l"/>
            <a:r>
              <a:rPr lang="vi-VN" dirty="0">
                <a:latin typeface="Calibri" panose="020F0502020204030204" pitchFamily="34" charset="0"/>
                <a:ea typeface="Calibri" panose="020F0502020204030204" pitchFamily="34" charset="0"/>
                <a:cs typeface="Calibri" panose="020F0502020204030204" pitchFamily="34" charset="0"/>
              </a:rPr>
              <a:t>Kiểm thử &amp; đánh giá</a:t>
            </a: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23" name="Group 22">
            <a:extLst>
              <a:ext uri="{FF2B5EF4-FFF2-40B4-BE49-F238E27FC236}">
                <a16:creationId xmlns:a16="http://schemas.microsoft.com/office/drawing/2014/main" id="{3D1E8B40-17A9-4FB5-04E0-9BB8498DB4E1}"/>
              </a:ext>
            </a:extLst>
          </p:cNvPr>
          <p:cNvGrpSpPr/>
          <p:nvPr/>
        </p:nvGrpSpPr>
        <p:grpSpPr>
          <a:xfrm>
            <a:off x="577047" y="2289285"/>
            <a:ext cx="536061" cy="967548"/>
            <a:chOff x="694013" y="1326567"/>
            <a:chExt cx="536061" cy="967548"/>
          </a:xfrm>
        </p:grpSpPr>
        <p:cxnSp>
          <p:nvCxnSpPr>
            <p:cNvPr id="24" name="Straight Connector 23">
              <a:extLst>
                <a:ext uri="{FF2B5EF4-FFF2-40B4-BE49-F238E27FC236}">
                  <a16:creationId xmlns:a16="http://schemas.microsoft.com/office/drawing/2014/main" id="{0F8CA899-8B96-5D6F-4D48-3934B9D55F9D}"/>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A23D0CB9-470A-9460-3F27-44FE835DF7DB}"/>
                </a:ext>
              </a:extLst>
            </p:cNvPr>
            <p:cNvGrpSpPr/>
            <p:nvPr/>
          </p:nvGrpSpPr>
          <p:grpSpPr>
            <a:xfrm>
              <a:off x="694013" y="1571174"/>
              <a:ext cx="536061" cy="478334"/>
              <a:chOff x="2652473" y="862012"/>
              <a:chExt cx="3834288" cy="3421380"/>
            </a:xfrm>
          </p:grpSpPr>
          <p:sp>
            <p:nvSpPr>
              <p:cNvPr id="26" name="Freeform: Shape 25">
                <a:extLst>
                  <a:ext uri="{FF2B5EF4-FFF2-40B4-BE49-F238E27FC236}">
                    <a16:creationId xmlns:a16="http://schemas.microsoft.com/office/drawing/2014/main" id="{0E494BEA-00C7-C239-185B-75D48F443994}"/>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7" name="Freeform: Shape 26">
                <a:extLst>
                  <a:ext uri="{FF2B5EF4-FFF2-40B4-BE49-F238E27FC236}">
                    <a16:creationId xmlns:a16="http://schemas.microsoft.com/office/drawing/2014/main" id="{F7A5DB3A-4A3F-AF18-80A7-14D6D537326F}"/>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8" name="Freeform: Shape 27">
                <a:extLst>
                  <a:ext uri="{FF2B5EF4-FFF2-40B4-BE49-F238E27FC236}">
                    <a16:creationId xmlns:a16="http://schemas.microsoft.com/office/drawing/2014/main" id="{71CE5483-4F71-FD0C-65DA-E853BF6A5849}"/>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95BB748F-5756-484D-1F62-8E6661A3C4F9}"/>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7" name="Group 36">
            <a:extLst>
              <a:ext uri="{FF2B5EF4-FFF2-40B4-BE49-F238E27FC236}">
                <a16:creationId xmlns:a16="http://schemas.microsoft.com/office/drawing/2014/main" id="{63B09937-8D80-F2FC-6D6A-DF125BF4BF31}"/>
              </a:ext>
            </a:extLst>
          </p:cNvPr>
          <p:cNvGrpSpPr/>
          <p:nvPr/>
        </p:nvGrpSpPr>
        <p:grpSpPr>
          <a:xfrm>
            <a:off x="4852560" y="2289285"/>
            <a:ext cx="536061" cy="967548"/>
            <a:chOff x="694013" y="1326567"/>
            <a:chExt cx="536061" cy="967548"/>
          </a:xfrm>
        </p:grpSpPr>
        <p:cxnSp>
          <p:nvCxnSpPr>
            <p:cNvPr id="38" name="Straight Connector 37">
              <a:extLst>
                <a:ext uri="{FF2B5EF4-FFF2-40B4-BE49-F238E27FC236}">
                  <a16:creationId xmlns:a16="http://schemas.microsoft.com/office/drawing/2014/main" id="{5BFA2B26-C2CD-4FB1-3D03-1CBB18D66488}"/>
                </a:ext>
              </a:extLst>
            </p:cNvPr>
            <p:cNvCxnSpPr>
              <a:cxnSpLocks/>
            </p:cNvCxnSpPr>
            <p:nvPr/>
          </p:nvCxnSpPr>
          <p:spPr>
            <a:xfrm>
              <a:off x="962043" y="1326567"/>
              <a:ext cx="0" cy="9675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E9A03EC7-DBDB-DA8C-2A96-2F31A5F948AD}"/>
                </a:ext>
              </a:extLst>
            </p:cNvPr>
            <p:cNvGrpSpPr/>
            <p:nvPr/>
          </p:nvGrpSpPr>
          <p:grpSpPr>
            <a:xfrm>
              <a:off x="694013" y="1571174"/>
              <a:ext cx="536061" cy="478334"/>
              <a:chOff x="2652473" y="862012"/>
              <a:chExt cx="3834288" cy="3421380"/>
            </a:xfrm>
          </p:grpSpPr>
          <p:sp>
            <p:nvSpPr>
              <p:cNvPr id="40" name="Freeform: Shape 39">
                <a:extLst>
                  <a:ext uri="{FF2B5EF4-FFF2-40B4-BE49-F238E27FC236}">
                    <a16:creationId xmlns:a16="http://schemas.microsoft.com/office/drawing/2014/main" id="{B479AE01-5015-2665-8F1F-B991F0E603B7}"/>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 name="Freeform: Shape 40">
                <a:extLst>
                  <a:ext uri="{FF2B5EF4-FFF2-40B4-BE49-F238E27FC236}">
                    <a16:creationId xmlns:a16="http://schemas.microsoft.com/office/drawing/2014/main" id="{42F2A3EB-0C27-7B16-A8A2-6DC44013555F}"/>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2A3D95D1-BAE6-3B9E-7BB8-57AA24403A9B}"/>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 name="Freeform: Shape 42">
                <a:extLst>
                  <a:ext uri="{FF2B5EF4-FFF2-40B4-BE49-F238E27FC236}">
                    <a16:creationId xmlns:a16="http://schemas.microsoft.com/office/drawing/2014/main" id="{6400F55B-5E8C-8748-8500-4A840E781877}"/>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79" name="Group 78">
            <a:extLst>
              <a:ext uri="{FF2B5EF4-FFF2-40B4-BE49-F238E27FC236}">
                <a16:creationId xmlns:a16="http://schemas.microsoft.com/office/drawing/2014/main" id="{AECBE34A-C43D-FA26-5B29-E6DBF2796DDB}"/>
              </a:ext>
            </a:extLst>
          </p:cNvPr>
          <p:cNvGrpSpPr/>
          <p:nvPr/>
        </p:nvGrpSpPr>
        <p:grpSpPr>
          <a:xfrm>
            <a:off x="8021085" y="-71705"/>
            <a:ext cx="1221639" cy="2277457"/>
            <a:chOff x="8001207" y="-71705"/>
            <a:chExt cx="1221639" cy="2277457"/>
          </a:xfrm>
        </p:grpSpPr>
        <p:sp>
          <p:nvSpPr>
            <p:cNvPr id="70" name="Freeform: Shape 69">
              <a:extLst>
                <a:ext uri="{FF2B5EF4-FFF2-40B4-BE49-F238E27FC236}">
                  <a16:creationId xmlns:a16="http://schemas.microsoft.com/office/drawing/2014/main" id="{312E46FE-E0F0-262F-F170-2EE69751535F}"/>
                </a:ext>
              </a:extLst>
            </p:cNvPr>
            <p:cNvSpPr/>
            <p:nvPr/>
          </p:nvSpPr>
          <p:spPr>
            <a:xfrm rot="21282252">
              <a:off x="8001207" y="-71705"/>
              <a:ext cx="1221639" cy="2277457"/>
            </a:xfrm>
            <a:custGeom>
              <a:avLst/>
              <a:gdLst>
                <a:gd name="connsiteX0" fmla="*/ 205319 w 1221639"/>
                <a:gd name="connsiteY0" fmla="*/ 0 h 2277457"/>
                <a:gd name="connsiteX1" fmla="*/ 1221639 w 1221639"/>
                <a:gd name="connsiteY1" fmla="*/ 94206 h 2277457"/>
                <a:gd name="connsiteX2" fmla="*/ 1019266 w 1221639"/>
                <a:gd name="connsiteY2" fmla="*/ 2277457 h 2277457"/>
                <a:gd name="connsiteX3" fmla="*/ 977467 w 1221639"/>
                <a:gd name="connsiteY3" fmla="*/ 2245520 h 2277457"/>
                <a:gd name="connsiteX4" fmla="*/ 909889 w 1221639"/>
                <a:gd name="connsiteY4" fmla="*/ 2157748 h 2277457"/>
                <a:gd name="connsiteX5" fmla="*/ 56323 w 1221639"/>
                <a:gd name="connsiteY5" fmla="*/ 679079 h 2277457"/>
                <a:gd name="connsiteX6" fmla="*/ 56323 w 1221639"/>
                <a:gd name="connsiteY6" fmla="*/ 258113 h 22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639" h="2277457">
                  <a:moveTo>
                    <a:pt x="205319" y="0"/>
                  </a:moveTo>
                  <a:lnTo>
                    <a:pt x="1221639" y="94206"/>
                  </a:lnTo>
                  <a:lnTo>
                    <a:pt x="1019266" y="2277457"/>
                  </a:lnTo>
                  <a:lnTo>
                    <a:pt x="977467" y="2245520"/>
                  </a:lnTo>
                  <a:cubicBezTo>
                    <a:pt x="951470" y="2219689"/>
                    <a:pt x="928663" y="2190272"/>
                    <a:pt x="909889" y="2157748"/>
                  </a:cubicBezTo>
                  <a:lnTo>
                    <a:pt x="56323" y="679079"/>
                  </a:lnTo>
                  <a:cubicBezTo>
                    <a:pt x="-18774" y="548981"/>
                    <a:pt x="-18775" y="388210"/>
                    <a:pt x="56323" y="258113"/>
                  </a:cubicBez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4" name="Freeform: Shape 73">
              <a:extLst>
                <a:ext uri="{FF2B5EF4-FFF2-40B4-BE49-F238E27FC236}">
                  <a16:creationId xmlns:a16="http://schemas.microsoft.com/office/drawing/2014/main" id="{4D8FCE51-9FF1-13AA-1888-7F1434BB38CF}"/>
                </a:ext>
              </a:extLst>
            </p:cNvPr>
            <p:cNvSpPr/>
            <p:nvPr/>
          </p:nvSpPr>
          <p:spPr>
            <a:xfrm rot="21282252">
              <a:off x="8375035" y="-53999"/>
              <a:ext cx="823942" cy="1708677"/>
            </a:xfrm>
            <a:custGeom>
              <a:avLst/>
              <a:gdLst>
                <a:gd name="connsiteX0" fmla="*/ 185156 w 823942"/>
                <a:gd name="connsiteY0" fmla="*/ 0 h 1708677"/>
                <a:gd name="connsiteX1" fmla="*/ 823942 w 823942"/>
                <a:gd name="connsiteY1" fmla="*/ 59211 h 1708677"/>
                <a:gd name="connsiteX2" fmla="*/ 671047 w 823942"/>
                <a:gd name="connsiteY2" fmla="*/ 1708677 h 1708677"/>
                <a:gd name="connsiteX3" fmla="*/ 56323 w 823942"/>
                <a:gd name="connsiteY3" fmla="*/ 644082 h 1708677"/>
                <a:gd name="connsiteX4" fmla="*/ 56323 w 823942"/>
                <a:gd name="connsiteY4" fmla="*/ 223116 h 170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942" h="1708677">
                  <a:moveTo>
                    <a:pt x="185156" y="0"/>
                  </a:moveTo>
                  <a:lnTo>
                    <a:pt x="823942" y="59211"/>
                  </a:lnTo>
                  <a:lnTo>
                    <a:pt x="671047" y="1708677"/>
                  </a:lnTo>
                  <a:lnTo>
                    <a:pt x="56323" y="644082"/>
                  </a:lnTo>
                  <a:cubicBezTo>
                    <a:pt x="-18774" y="513984"/>
                    <a:pt x="-18774" y="353213"/>
                    <a:pt x="56323" y="223116"/>
                  </a:cubicBez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8" name="Freeform: Shape 77">
              <a:extLst>
                <a:ext uri="{FF2B5EF4-FFF2-40B4-BE49-F238E27FC236}">
                  <a16:creationId xmlns:a16="http://schemas.microsoft.com/office/drawing/2014/main" id="{8929D9BE-D10B-3027-4955-350B3D1E9BDF}"/>
                </a:ext>
              </a:extLst>
            </p:cNvPr>
            <p:cNvSpPr/>
            <p:nvPr/>
          </p:nvSpPr>
          <p:spPr>
            <a:xfrm rot="21282252">
              <a:off x="8768802" y="-35074"/>
              <a:ext cx="401917" cy="1041576"/>
            </a:xfrm>
            <a:custGeom>
              <a:avLst/>
              <a:gdLst>
                <a:gd name="connsiteX0" fmla="*/ 163767 w 401917"/>
                <a:gd name="connsiteY0" fmla="*/ 0 h 1041576"/>
                <a:gd name="connsiteX1" fmla="*/ 401917 w 401917"/>
                <a:gd name="connsiteY1" fmla="*/ 22075 h 1041576"/>
                <a:gd name="connsiteX2" fmla="*/ 307417 w 401917"/>
                <a:gd name="connsiteY2" fmla="*/ 1041576 h 1041576"/>
                <a:gd name="connsiteX3" fmla="*/ 56323 w 401917"/>
                <a:gd name="connsiteY3" fmla="*/ 606946 h 1041576"/>
                <a:gd name="connsiteX4" fmla="*/ 56323 w 401917"/>
                <a:gd name="connsiteY4" fmla="*/ 185980 h 10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17" h="1041576">
                  <a:moveTo>
                    <a:pt x="163767" y="0"/>
                  </a:moveTo>
                  <a:lnTo>
                    <a:pt x="401917" y="22075"/>
                  </a:lnTo>
                  <a:lnTo>
                    <a:pt x="307417" y="1041576"/>
                  </a:lnTo>
                  <a:lnTo>
                    <a:pt x="56323" y="606946"/>
                  </a:lnTo>
                  <a:cubicBezTo>
                    <a:pt x="-18775" y="476849"/>
                    <a:pt x="-18774" y="316078"/>
                    <a:pt x="56323" y="185980"/>
                  </a:cubicBez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58" name="Freeform: Shape 57">
            <a:extLst>
              <a:ext uri="{FF2B5EF4-FFF2-40B4-BE49-F238E27FC236}">
                <a16:creationId xmlns:a16="http://schemas.microsoft.com/office/drawing/2014/main" id="{CBBB836B-7764-4F02-B486-8EA099FE9F0F}"/>
              </a:ext>
            </a:extLst>
          </p:cNvPr>
          <p:cNvSpPr/>
          <p:nvPr/>
        </p:nvSpPr>
        <p:spPr>
          <a:xfrm>
            <a:off x="0" y="-390933"/>
            <a:ext cx="5130095" cy="886969"/>
          </a:xfrm>
          <a:custGeom>
            <a:avLst/>
            <a:gdLst>
              <a:gd name="connsiteX0" fmla="*/ 0 w 5130095"/>
              <a:gd name="connsiteY0" fmla="*/ 0 h 886969"/>
              <a:gd name="connsiteX1" fmla="*/ 5130095 w 5130095"/>
              <a:gd name="connsiteY1" fmla="*/ 0 h 886969"/>
              <a:gd name="connsiteX2" fmla="*/ 4626933 w 5130095"/>
              <a:gd name="connsiteY2" fmla="*/ 886968 h 886969"/>
              <a:gd name="connsiteX3" fmla="*/ 0 w 5130095"/>
              <a:gd name="connsiteY3" fmla="*/ 886969 h 886969"/>
              <a:gd name="connsiteX4" fmla="*/ 0 w 5130095"/>
              <a:gd name="connsiteY4" fmla="*/ 0 h 886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095" h="886969">
                <a:moveTo>
                  <a:pt x="0" y="0"/>
                </a:moveTo>
                <a:lnTo>
                  <a:pt x="5130095" y="0"/>
                </a:lnTo>
                <a:lnTo>
                  <a:pt x="4626933" y="886968"/>
                </a:lnTo>
                <a:lnTo>
                  <a:pt x="0" y="88696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2" name="Freeform: Shape 61">
            <a:extLst>
              <a:ext uri="{FF2B5EF4-FFF2-40B4-BE49-F238E27FC236}">
                <a16:creationId xmlns:a16="http://schemas.microsoft.com/office/drawing/2014/main" id="{3A156CDE-FE2E-9875-6182-D33CE19A8004}"/>
              </a:ext>
            </a:extLst>
          </p:cNvPr>
          <p:cNvSpPr/>
          <p:nvPr/>
        </p:nvSpPr>
        <p:spPr>
          <a:xfrm>
            <a:off x="5471044" y="4680573"/>
            <a:ext cx="3672956" cy="886968"/>
          </a:xfrm>
          <a:custGeom>
            <a:avLst/>
            <a:gdLst>
              <a:gd name="connsiteX0" fmla="*/ 503163 w 3672956"/>
              <a:gd name="connsiteY0" fmla="*/ 0 h 886968"/>
              <a:gd name="connsiteX1" fmla="*/ 3672956 w 3672956"/>
              <a:gd name="connsiteY1" fmla="*/ 0 h 886968"/>
              <a:gd name="connsiteX2" fmla="*/ 3672956 w 3672956"/>
              <a:gd name="connsiteY2" fmla="*/ 886968 h 886968"/>
              <a:gd name="connsiteX3" fmla="*/ 0 w 3672956"/>
              <a:gd name="connsiteY3" fmla="*/ 886968 h 886968"/>
              <a:gd name="connsiteX4" fmla="*/ 503163 w 367295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2956" h="886968">
                <a:moveTo>
                  <a:pt x="503163" y="0"/>
                </a:moveTo>
                <a:lnTo>
                  <a:pt x="3672956" y="0"/>
                </a:lnTo>
                <a:lnTo>
                  <a:pt x="3672956" y="886968"/>
                </a:lnTo>
                <a:lnTo>
                  <a:pt x="0" y="886968"/>
                </a:lnTo>
                <a:lnTo>
                  <a:pt x="503163"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Hộp Văn bản 4">
            <a:extLst>
              <a:ext uri="{FF2B5EF4-FFF2-40B4-BE49-F238E27FC236}">
                <a16:creationId xmlns:a16="http://schemas.microsoft.com/office/drawing/2014/main" id="{3A9B3842-C64B-984C-DB87-459176C2B795}"/>
              </a:ext>
            </a:extLst>
          </p:cNvPr>
          <p:cNvSpPr txBox="1"/>
          <p:nvPr/>
        </p:nvSpPr>
        <p:spPr>
          <a:xfrm>
            <a:off x="668708" y="2577304"/>
            <a:ext cx="234572"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9</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Hộp Văn bản 5">
            <a:extLst>
              <a:ext uri="{FF2B5EF4-FFF2-40B4-BE49-F238E27FC236}">
                <a16:creationId xmlns:a16="http://schemas.microsoft.com/office/drawing/2014/main" id="{C7CBDE18-9E7C-8C4A-E6B7-2427A8373900}"/>
              </a:ext>
            </a:extLst>
          </p:cNvPr>
          <p:cNvSpPr txBox="1"/>
          <p:nvPr/>
        </p:nvSpPr>
        <p:spPr>
          <a:xfrm>
            <a:off x="4919288" y="2588392"/>
            <a:ext cx="421613" cy="369332"/>
          </a:xfrm>
          <a:prstGeom prst="rect">
            <a:avLst/>
          </a:prstGeom>
          <a:noFill/>
        </p:spPr>
        <p:txBody>
          <a:bodyPr wrap="square" rtlCol="0">
            <a:spAutoFit/>
          </a:bodyPr>
          <a:lstStyle/>
          <a:p>
            <a:r>
              <a:rPr lang="vi-VN" b="1" dirty="0">
                <a:solidFill>
                  <a:schemeClr val="bg1"/>
                </a:solidFill>
                <a:latin typeface="Calibri" panose="020F0502020204030204" pitchFamily="34" charset="0"/>
                <a:ea typeface="Calibri" panose="020F0502020204030204" pitchFamily="34" charset="0"/>
                <a:cs typeface="Calibri" panose="020F0502020204030204" pitchFamily="34" charset="0"/>
              </a:rPr>
              <a:t>10</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1945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55915-DEDD-B390-EF1B-A397D43FD1C3}"/>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9E4BC064-B8E3-7819-96E9-E88A3C3C12FC}"/>
              </a:ext>
            </a:extLst>
          </p:cNvPr>
          <p:cNvGrpSpPr/>
          <p:nvPr/>
        </p:nvGrpSpPr>
        <p:grpSpPr>
          <a:xfrm>
            <a:off x="-17292" y="-241739"/>
            <a:ext cx="4662944" cy="4974894"/>
            <a:chOff x="-17292" y="-241739"/>
            <a:chExt cx="4662944" cy="4974894"/>
          </a:xfrm>
        </p:grpSpPr>
        <p:sp>
          <p:nvSpPr>
            <p:cNvPr id="31" name="Freeform: Shape 30">
              <a:extLst>
                <a:ext uri="{FF2B5EF4-FFF2-40B4-BE49-F238E27FC236}">
                  <a16:creationId xmlns:a16="http://schemas.microsoft.com/office/drawing/2014/main" id="{097638C4-E6D8-583A-BB79-AFB05D56A162}"/>
                </a:ext>
              </a:extLst>
            </p:cNvPr>
            <p:cNvSpPr/>
            <p:nvPr/>
          </p:nvSpPr>
          <p:spPr>
            <a:xfrm>
              <a:off x="-17291" y="-241739"/>
              <a:ext cx="4662943" cy="4974894"/>
            </a:xfrm>
            <a:custGeom>
              <a:avLst/>
              <a:gdLst>
                <a:gd name="connsiteX0" fmla="*/ 0 w 4662943"/>
                <a:gd name="connsiteY0" fmla="*/ 0 h 4974894"/>
                <a:gd name="connsiteX1" fmla="*/ 4111696 w 4662943"/>
                <a:gd name="connsiteY1" fmla="*/ 0 h 4974894"/>
                <a:gd name="connsiteX2" fmla="*/ 4585495 w 4662943"/>
                <a:gd name="connsiteY2" fmla="*/ 823075 h 4974894"/>
                <a:gd name="connsiteX3" fmla="*/ 4585495 w 4662943"/>
                <a:gd name="connsiteY3" fmla="*/ 1406212 h 4974894"/>
                <a:gd name="connsiteX4" fmla="*/ 2696372 w 4662943"/>
                <a:gd name="connsiteY4" fmla="*/ 4680288 h 4974894"/>
                <a:gd name="connsiteX5" fmla="*/ 2189164 w 4662943"/>
                <a:gd name="connsiteY5" fmla="*/ 4974894 h 4974894"/>
                <a:gd name="connsiteX6" fmla="*/ 0 w 4662943"/>
                <a:gd name="connsiteY6" fmla="*/ 4974894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2943" h="4974894">
                  <a:moveTo>
                    <a:pt x="0" y="0"/>
                  </a:moveTo>
                  <a:lnTo>
                    <a:pt x="4111696" y="0"/>
                  </a:lnTo>
                  <a:lnTo>
                    <a:pt x="4585495" y="823075"/>
                  </a:lnTo>
                  <a:cubicBezTo>
                    <a:pt x="4688759" y="1002268"/>
                    <a:pt x="4688759" y="1223982"/>
                    <a:pt x="4585495" y="1406212"/>
                  </a:cubicBezTo>
                  <a:lnTo>
                    <a:pt x="2696372" y="4680288"/>
                  </a:lnTo>
                  <a:cubicBezTo>
                    <a:pt x="2593108" y="4862519"/>
                    <a:pt x="2398729" y="4974894"/>
                    <a:pt x="2189164" y="4974894"/>
                  </a:cubicBezTo>
                  <a:lnTo>
                    <a:pt x="0" y="4974894"/>
                  </a:lnTo>
                  <a:close/>
                </a:path>
              </a:pathLst>
            </a:custGeom>
            <a:solidFill>
              <a:schemeClr val="accent4"/>
            </a:solidFill>
            <a:ln w="30359"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 name="Freeform: Shape 32">
              <a:extLst>
                <a:ext uri="{FF2B5EF4-FFF2-40B4-BE49-F238E27FC236}">
                  <a16:creationId xmlns:a16="http://schemas.microsoft.com/office/drawing/2014/main" id="{5DED3250-7083-FDA6-6152-397F5DA73025}"/>
                </a:ext>
              </a:extLst>
            </p:cNvPr>
            <p:cNvSpPr/>
            <p:nvPr/>
          </p:nvSpPr>
          <p:spPr>
            <a:xfrm>
              <a:off x="-17291" y="-241739"/>
              <a:ext cx="3979579" cy="4974894"/>
            </a:xfrm>
            <a:custGeom>
              <a:avLst/>
              <a:gdLst>
                <a:gd name="connsiteX0" fmla="*/ 0 w 3979579"/>
                <a:gd name="connsiteY0" fmla="*/ 0 h 4974894"/>
                <a:gd name="connsiteX1" fmla="*/ 3428332 w 3979579"/>
                <a:gd name="connsiteY1" fmla="*/ 0 h 4974894"/>
                <a:gd name="connsiteX2" fmla="*/ 3902131 w 3979579"/>
                <a:gd name="connsiteY2" fmla="*/ 823075 h 4974894"/>
                <a:gd name="connsiteX3" fmla="*/ 3902131 w 3979579"/>
                <a:gd name="connsiteY3" fmla="*/ 1406212 h 4974894"/>
                <a:gd name="connsiteX4" fmla="*/ 2013008 w 3979579"/>
                <a:gd name="connsiteY4" fmla="*/ 4680288 h 4974894"/>
                <a:gd name="connsiteX5" fmla="*/ 1505800 w 3979579"/>
                <a:gd name="connsiteY5" fmla="*/ 4974894 h 4974894"/>
                <a:gd name="connsiteX6" fmla="*/ 0 w 3979579"/>
                <a:gd name="connsiteY6" fmla="*/ 4974894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9579" h="4974894">
                  <a:moveTo>
                    <a:pt x="0" y="0"/>
                  </a:moveTo>
                  <a:lnTo>
                    <a:pt x="3428332" y="0"/>
                  </a:lnTo>
                  <a:lnTo>
                    <a:pt x="3902131" y="823075"/>
                  </a:lnTo>
                  <a:cubicBezTo>
                    <a:pt x="4005395" y="1002268"/>
                    <a:pt x="4005395" y="1223982"/>
                    <a:pt x="3902131" y="1406212"/>
                  </a:cubicBezTo>
                  <a:lnTo>
                    <a:pt x="2013008" y="4680288"/>
                  </a:lnTo>
                  <a:cubicBezTo>
                    <a:pt x="1909744" y="4862519"/>
                    <a:pt x="1715365" y="4974894"/>
                    <a:pt x="1505800" y="4974894"/>
                  </a:cubicBezTo>
                  <a:lnTo>
                    <a:pt x="0" y="4974894"/>
                  </a:lnTo>
                  <a:close/>
                </a:path>
              </a:pathLst>
            </a:custGeom>
            <a:solidFill>
              <a:schemeClr val="accent3"/>
            </a:solidFill>
            <a:ln w="30359"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9C8B66AE-5CAD-3912-5848-EC94DC49E92B}"/>
                </a:ext>
              </a:extLst>
            </p:cNvPr>
            <p:cNvSpPr/>
            <p:nvPr/>
          </p:nvSpPr>
          <p:spPr>
            <a:xfrm>
              <a:off x="-17291" y="-241739"/>
              <a:ext cx="3189913" cy="4974894"/>
            </a:xfrm>
            <a:custGeom>
              <a:avLst/>
              <a:gdLst>
                <a:gd name="connsiteX0" fmla="*/ 0 w 3189913"/>
                <a:gd name="connsiteY0" fmla="*/ 0 h 4974894"/>
                <a:gd name="connsiteX1" fmla="*/ 2638666 w 3189913"/>
                <a:gd name="connsiteY1" fmla="*/ 0 h 4974894"/>
                <a:gd name="connsiteX2" fmla="*/ 3112465 w 3189913"/>
                <a:gd name="connsiteY2" fmla="*/ 823075 h 4974894"/>
                <a:gd name="connsiteX3" fmla="*/ 3112465 w 3189913"/>
                <a:gd name="connsiteY3" fmla="*/ 1406212 h 4974894"/>
                <a:gd name="connsiteX4" fmla="*/ 1223342 w 3189913"/>
                <a:gd name="connsiteY4" fmla="*/ 4680288 h 4974894"/>
                <a:gd name="connsiteX5" fmla="*/ 716134 w 3189913"/>
                <a:gd name="connsiteY5" fmla="*/ 4974894 h 4974894"/>
                <a:gd name="connsiteX6" fmla="*/ 0 w 3189913"/>
                <a:gd name="connsiteY6" fmla="*/ 4974894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9913" h="4974894">
                  <a:moveTo>
                    <a:pt x="0" y="0"/>
                  </a:moveTo>
                  <a:lnTo>
                    <a:pt x="2638666" y="0"/>
                  </a:lnTo>
                  <a:lnTo>
                    <a:pt x="3112465" y="823075"/>
                  </a:lnTo>
                  <a:cubicBezTo>
                    <a:pt x="3215729" y="1002268"/>
                    <a:pt x="3215729" y="1223982"/>
                    <a:pt x="3112465" y="1406212"/>
                  </a:cubicBezTo>
                  <a:lnTo>
                    <a:pt x="1223342" y="4680288"/>
                  </a:lnTo>
                  <a:cubicBezTo>
                    <a:pt x="1120078" y="4862519"/>
                    <a:pt x="925699" y="4974894"/>
                    <a:pt x="716134" y="4974894"/>
                  </a:cubicBezTo>
                  <a:lnTo>
                    <a:pt x="0" y="4974894"/>
                  </a:lnTo>
                  <a:close/>
                </a:path>
              </a:pathLst>
            </a:custGeom>
            <a:solidFill>
              <a:schemeClr val="accent2"/>
            </a:solidFill>
            <a:ln w="30359"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A3AA13EF-0F58-02F1-70E0-19869772F41C}"/>
                </a:ext>
              </a:extLst>
            </p:cNvPr>
            <p:cNvSpPr/>
            <p:nvPr/>
          </p:nvSpPr>
          <p:spPr>
            <a:xfrm>
              <a:off x="-17292" y="-241738"/>
              <a:ext cx="2363802" cy="4963149"/>
            </a:xfrm>
            <a:custGeom>
              <a:avLst/>
              <a:gdLst>
                <a:gd name="connsiteX0" fmla="*/ 0 w 2363802"/>
                <a:gd name="connsiteY0" fmla="*/ 0 h 4963149"/>
                <a:gd name="connsiteX1" fmla="*/ 1812555 w 2363802"/>
                <a:gd name="connsiteY1" fmla="*/ 0 h 4963149"/>
                <a:gd name="connsiteX2" fmla="*/ 2286354 w 2363802"/>
                <a:gd name="connsiteY2" fmla="*/ 823075 h 4963149"/>
                <a:gd name="connsiteX3" fmla="*/ 2286354 w 2363802"/>
                <a:gd name="connsiteY3" fmla="*/ 1406212 h 4963149"/>
                <a:gd name="connsiteX4" fmla="*/ 397231 w 2363802"/>
                <a:gd name="connsiteY4" fmla="*/ 4680288 h 4963149"/>
                <a:gd name="connsiteX5" fmla="*/ 42736 w 2363802"/>
                <a:gd name="connsiteY5" fmla="*/ 4954488 h 4963149"/>
                <a:gd name="connsiteX6" fmla="*/ 0 w 2363802"/>
                <a:gd name="connsiteY6" fmla="*/ 4963149 h 496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3802" h="4963149">
                  <a:moveTo>
                    <a:pt x="0" y="0"/>
                  </a:moveTo>
                  <a:lnTo>
                    <a:pt x="1812555" y="0"/>
                  </a:lnTo>
                  <a:lnTo>
                    <a:pt x="2286354" y="823075"/>
                  </a:lnTo>
                  <a:cubicBezTo>
                    <a:pt x="2389618" y="1002268"/>
                    <a:pt x="2389618" y="1223982"/>
                    <a:pt x="2286354" y="1406212"/>
                  </a:cubicBezTo>
                  <a:lnTo>
                    <a:pt x="397231" y="4680288"/>
                  </a:lnTo>
                  <a:cubicBezTo>
                    <a:pt x="317505" y="4816962"/>
                    <a:pt x="189944" y="4914341"/>
                    <a:pt x="42736" y="4954488"/>
                  </a:cubicBezTo>
                  <a:lnTo>
                    <a:pt x="0" y="4963149"/>
                  </a:lnTo>
                  <a:close/>
                </a:path>
              </a:pathLst>
            </a:custGeom>
            <a:solidFill>
              <a:schemeClr val="accent1"/>
            </a:solidFill>
            <a:ln w="30359" cap="flat">
              <a:noFill/>
              <a:prstDash val="solid"/>
              <a:miter/>
            </a:ln>
          </p:spPr>
          <p:txBody>
            <a:bodyPr wrap="square" rtlCol="0" anchor="ctr">
              <a:noAutofit/>
            </a:bodyP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grpSp>
      <p:pic>
        <p:nvPicPr>
          <p:cNvPr id="11" name="Picture 10">
            <a:extLst>
              <a:ext uri="{FF2B5EF4-FFF2-40B4-BE49-F238E27FC236}">
                <a16:creationId xmlns:a16="http://schemas.microsoft.com/office/drawing/2014/main" id="{EEC28066-B2E5-A800-D788-415C87E45DA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2749" b="2041"/>
          <a:stretch/>
        </p:blipFill>
        <p:spPr>
          <a:xfrm>
            <a:off x="395763" y="741173"/>
            <a:ext cx="4522144" cy="3755452"/>
          </a:xfrm>
          <a:prstGeom prst="rect">
            <a:avLst/>
          </a:prstGeom>
        </p:spPr>
      </p:pic>
      <p:sp>
        <p:nvSpPr>
          <p:cNvPr id="4" name="Text Placeholder 3">
            <a:extLst>
              <a:ext uri="{FF2B5EF4-FFF2-40B4-BE49-F238E27FC236}">
                <a16:creationId xmlns:a16="http://schemas.microsoft.com/office/drawing/2014/main" id="{8AA6412D-537C-5089-C560-8CE9CE00737C}"/>
              </a:ext>
            </a:extLst>
          </p:cNvPr>
          <p:cNvSpPr>
            <a:spLocks noGrp="1"/>
          </p:cNvSpPr>
          <p:nvPr>
            <p:ph type="body" sz="quarter" idx="22"/>
          </p:nvPr>
        </p:nvSpPr>
        <p:spPr>
          <a:xfrm>
            <a:off x="5734769" y="895648"/>
            <a:ext cx="3080806" cy="465633"/>
          </a:xfrm>
        </p:spPr>
        <p:txBody>
          <a:bodyPr/>
          <a:lstStyle/>
          <a:p>
            <a:r>
              <a:rPr lang="vi-VN" sz="1500" b="1" dirty="0" err="1">
                <a:latin typeface="Calibri" panose="020F0502020204030204" pitchFamily="34" charset="0"/>
                <a:ea typeface="Calibri" panose="020F0502020204030204" pitchFamily="34" charset="0"/>
                <a:cs typeface="Calibri" panose="020F0502020204030204" pitchFamily="34" charset="0"/>
              </a:rPr>
              <a:t>YouTube</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b="1" dirty="0" err="1">
                <a:latin typeface="Calibri" panose="020F0502020204030204" pitchFamily="34" charset="0"/>
                <a:ea typeface="Calibri" panose="020F0502020204030204" pitchFamily="34" charset="0"/>
                <a:cs typeface="Calibri" panose="020F0502020204030204" pitchFamily="34" charset="0"/>
              </a:rPr>
              <a:t>Shorts</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dirty="0">
                <a:latin typeface="Calibri" panose="020F0502020204030204" pitchFamily="34" charset="0"/>
                <a:ea typeface="Calibri" panose="020F0502020204030204" pitchFamily="34" charset="0"/>
                <a:cs typeface="Calibri" panose="020F0502020204030204" pitchFamily="34" charset="0"/>
              </a:rPr>
              <a:t>là một trong những định dạng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ngắn phổ biến nhất hiện nay, thu hút hàng triệu lượt xem mỗi ngày với lượng thảo luận và tương tác cao, đa dạng </a:t>
            </a:r>
            <a:r>
              <a:rPr lang="vi-VN" sz="1500" dirty="0" err="1">
                <a:latin typeface="Calibri" panose="020F0502020204030204" pitchFamily="34" charset="0"/>
                <a:ea typeface="Calibri" panose="020F0502020204030204" pitchFamily="34" charset="0"/>
                <a:cs typeface="Calibri" panose="020F0502020204030204" pitchFamily="34" charset="0"/>
              </a:rPr>
              <a:t>categories</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Gaming</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Music</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How</a:t>
            </a:r>
            <a:r>
              <a:rPr lang="vi-VN" sz="1500" dirty="0">
                <a:latin typeface="Calibri" panose="020F0502020204030204" pitchFamily="34" charset="0"/>
                <a:ea typeface="Calibri" panose="020F0502020204030204" pitchFamily="34" charset="0"/>
                <a:cs typeface="Calibri" panose="020F0502020204030204" pitchFamily="34" charset="0"/>
              </a:rPr>
              <a:t>-to &amp; </a:t>
            </a:r>
            <a:r>
              <a:rPr lang="vi-VN" sz="1500" dirty="0" err="1">
                <a:latin typeface="Calibri" panose="020F0502020204030204" pitchFamily="34" charset="0"/>
                <a:ea typeface="Calibri" panose="020F0502020204030204" pitchFamily="34" charset="0"/>
                <a:cs typeface="Calibri" panose="020F0502020204030204" pitchFamily="34" charset="0"/>
              </a:rPr>
              <a:t>Style</a:t>
            </a:r>
            <a:r>
              <a:rPr lang="vi-VN" sz="1500" dirty="0">
                <a:latin typeface="Calibri" panose="020F0502020204030204" pitchFamily="34" charset="0"/>
                <a:ea typeface="Calibri" panose="020F0502020204030204" pitchFamily="34" charset="0"/>
                <a:cs typeface="Calibri" panose="020F0502020204030204" pitchFamily="34" charset="0"/>
              </a:rPr>
              <a:t>).</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31FB1B15-8D57-BA09-B1AA-ECDDCBC735CA}"/>
              </a:ext>
            </a:extLst>
          </p:cNvPr>
          <p:cNvSpPr>
            <a:spLocks noGrp="1"/>
          </p:cNvSpPr>
          <p:nvPr>
            <p:ph type="body" sz="quarter" idx="25"/>
          </p:nvPr>
        </p:nvSpPr>
        <p:spPr>
          <a:xfrm>
            <a:off x="5734769" y="2779975"/>
            <a:ext cx="3011314" cy="465633"/>
          </a:xfrm>
        </p:spPr>
        <p:txBody>
          <a:bodyPr/>
          <a:lstStyle/>
          <a:p>
            <a:r>
              <a:rPr lang="vi-VN" sz="1500" dirty="0">
                <a:latin typeface="Calibri" panose="020F0502020204030204" pitchFamily="34" charset="0"/>
                <a:ea typeface="Calibri" panose="020F0502020204030204" pitchFamily="34" charset="0"/>
                <a:cs typeface="Calibri" panose="020F0502020204030204" pitchFamily="34" charset="0"/>
              </a:rPr>
              <a:t>Dữ liệu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dễ tiếp cận qua </a:t>
            </a:r>
            <a:r>
              <a:rPr lang="vi-VN" sz="1500" b="1" dirty="0">
                <a:latin typeface="Calibri" panose="020F0502020204030204" pitchFamily="34" charset="0"/>
                <a:ea typeface="Calibri" panose="020F0502020204030204" pitchFamily="34" charset="0"/>
                <a:cs typeface="Calibri" panose="020F0502020204030204" pitchFamily="34" charset="0"/>
              </a:rPr>
              <a:t>API</a:t>
            </a:r>
            <a:r>
              <a:rPr lang="vi-VN" sz="1500" dirty="0">
                <a:latin typeface="Calibri" panose="020F0502020204030204" pitchFamily="34" charset="0"/>
                <a:ea typeface="Calibri" panose="020F0502020204030204" pitchFamily="34" charset="0"/>
                <a:cs typeface="Calibri" panose="020F0502020204030204" pitchFamily="34" charset="0"/>
              </a:rPr>
              <a:t>, đa dạng về nội dung, </a:t>
            </a:r>
            <a:r>
              <a:rPr lang="vi-VN" sz="1500" dirty="0" err="1">
                <a:latin typeface="Calibri" panose="020F0502020204030204" pitchFamily="34" charset="0"/>
                <a:ea typeface="Calibri" panose="020F0502020204030204" pitchFamily="34" charset="0"/>
                <a:cs typeface="Calibri" panose="020F0502020204030204" pitchFamily="34" charset="0"/>
              </a:rPr>
              <a:t>hashtag</a:t>
            </a:r>
            <a:r>
              <a:rPr lang="vi-VN" sz="1500" dirty="0">
                <a:latin typeface="Calibri" panose="020F0502020204030204" pitchFamily="34" charset="0"/>
                <a:ea typeface="Calibri" panose="020F0502020204030204" pitchFamily="34" charset="0"/>
                <a:cs typeface="Calibri" panose="020F0502020204030204" pitchFamily="34" charset="0"/>
              </a:rPr>
              <a:t>, âm nhạc, độ dài -&gt; phù hợp để phân tích hành vi người dùng và xu hướng lan truyền.</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19B4E65B-9C4E-AA96-0011-F9F33B5FAEE8}"/>
              </a:ext>
            </a:extLst>
          </p:cNvPr>
          <p:cNvGrpSpPr/>
          <p:nvPr/>
        </p:nvGrpSpPr>
        <p:grpSpPr>
          <a:xfrm>
            <a:off x="5152549" y="2714666"/>
            <a:ext cx="530942" cy="530942"/>
            <a:chOff x="5828590" y="3613381"/>
            <a:chExt cx="530942" cy="530942"/>
          </a:xfrm>
        </p:grpSpPr>
        <p:sp>
          <p:nvSpPr>
            <p:cNvPr id="18" name="Rectangle: Rounded Corners 17">
              <a:extLst>
                <a:ext uri="{FF2B5EF4-FFF2-40B4-BE49-F238E27FC236}">
                  <a16:creationId xmlns:a16="http://schemas.microsoft.com/office/drawing/2014/main" id="{6E3CC7FA-9100-0B20-40B3-DF11ED4A3A6E}"/>
                </a:ext>
              </a:extLst>
            </p:cNvPr>
            <p:cNvSpPr/>
            <p:nvPr/>
          </p:nvSpPr>
          <p:spPr>
            <a:xfrm>
              <a:off x="5828590" y="3613381"/>
              <a:ext cx="530942" cy="530942"/>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19" name="Group 18">
              <a:extLst>
                <a:ext uri="{FF2B5EF4-FFF2-40B4-BE49-F238E27FC236}">
                  <a16:creationId xmlns:a16="http://schemas.microsoft.com/office/drawing/2014/main" id="{A3A1C2E6-B5E4-3F41-5B46-826501D298C9}"/>
                </a:ext>
              </a:extLst>
            </p:cNvPr>
            <p:cNvGrpSpPr/>
            <p:nvPr/>
          </p:nvGrpSpPr>
          <p:grpSpPr>
            <a:xfrm>
              <a:off x="5926354" y="3724467"/>
              <a:ext cx="335414" cy="334752"/>
              <a:chOff x="3582780" y="4811021"/>
              <a:chExt cx="553637" cy="552546"/>
            </a:xfrm>
            <a:solidFill>
              <a:schemeClr val="tx1"/>
            </a:solidFill>
          </p:grpSpPr>
          <p:sp>
            <p:nvSpPr>
              <p:cNvPr id="20" name="Freeform: Shape 19">
                <a:extLst>
                  <a:ext uri="{FF2B5EF4-FFF2-40B4-BE49-F238E27FC236}">
                    <a16:creationId xmlns:a16="http://schemas.microsoft.com/office/drawing/2014/main" id="{2BED6F1F-5EDF-A52B-7C18-E848162C0AC4}"/>
                  </a:ext>
                </a:extLst>
              </p:cNvPr>
              <p:cNvSpPr/>
              <p:nvPr/>
            </p:nvSpPr>
            <p:spPr>
              <a:xfrm>
                <a:off x="3582780" y="4811021"/>
                <a:ext cx="483452" cy="552546"/>
              </a:xfrm>
              <a:custGeom>
                <a:avLst/>
                <a:gdLst>
                  <a:gd name="connsiteX0" fmla="*/ 372820 w 483452"/>
                  <a:gd name="connsiteY0" fmla="*/ 4845 h 552546"/>
                  <a:gd name="connsiteX1" fmla="*/ 367867 w 483452"/>
                  <a:gd name="connsiteY1" fmla="*/ 82 h 552546"/>
                  <a:gd name="connsiteX2" fmla="*/ 361294 w 483452"/>
                  <a:gd name="connsiteY2" fmla="*/ 1702 h 552546"/>
                  <a:gd name="connsiteX3" fmla="*/ 188130 w 483452"/>
                  <a:gd name="connsiteY3" fmla="*/ 156293 h 552546"/>
                  <a:gd name="connsiteX4" fmla="*/ 39921 w 483452"/>
                  <a:gd name="connsiteY4" fmla="*/ 203918 h 552546"/>
                  <a:gd name="connsiteX5" fmla="*/ 39921 w 483452"/>
                  <a:gd name="connsiteY5" fmla="*/ 203918 h 552546"/>
                  <a:gd name="connsiteX6" fmla="*/ 36778 w 483452"/>
                  <a:gd name="connsiteY6" fmla="*/ 204870 h 552546"/>
                  <a:gd name="connsiteX7" fmla="*/ 2393 w 483452"/>
                  <a:gd name="connsiteY7" fmla="*/ 270945 h 552546"/>
                  <a:gd name="connsiteX8" fmla="*/ 2583 w 483452"/>
                  <a:gd name="connsiteY8" fmla="*/ 271545 h 552546"/>
                  <a:gd name="connsiteX9" fmla="*/ 26872 w 483452"/>
                  <a:gd name="connsiteY9" fmla="*/ 347745 h 552546"/>
                  <a:gd name="connsiteX10" fmla="*/ 77259 w 483452"/>
                  <a:gd name="connsiteY10" fmla="*/ 384607 h 552546"/>
                  <a:gd name="connsiteX11" fmla="*/ 89451 w 483452"/>
                  <a:gd name="connsiteY11" fmla="*/ 382988 h 552546"/>
                  <a:gd name="connsiteX12" fmla="*/ 141172 w 483452"/>
                  <a:gd name="connsiteY12" fmla="*/ 547389 h 552546"/>
                  <a:gd name="connsiteX13" fmla="*/ 144696 w 483452"/>
                  <a:gd name="connsiteY13" fmla="*/ 551580 h 552546"/>
                  <a:gd name="connsiteX14" fmla="*/ 147935 w 483452"/>
                  <a:gd name="connsiteY14" fmla="*/ 552342 h 552546"/>
                  <a:gd name="connsiteX15" fmla="*/ 150125 w 483452"/>
                  <a:gd name="connsiteY15" fmla="*/ 552342 h 552546"/>
                  <a:gd name="connsiteX16" fmla="*/ 211847 w 483452"/>
                  <a:gd name="connsiteY16" fmla="*/ 532625 h 552546"/>
                  <a:gd name="connsiteX17" fmla="*/ 216514 w 483452"/>
                  <a:gd name="connsiteY17" fmla="*/ 523672 h 552546"/>
                  <a:gd name="connsiteX18" fmla="*/ 165079 w 483452"/>
                  <a:gd name="connsiteY18" fmla="*/ 358413 h 552546"/>
                  <a:gd name="connsiteX19" fmla="*/ 244804 w 483452"/>
                  <a:gd name="connsiteY19" fmla="*/ 332886 h 552546"/>
                  <a:gd name="connsiteX20" fmla="*/ 475404 w 483452"/>
                  <a:gd name="connsiteY20" fmla="*/ 358604 h 552546"/>
                  <a:gd name="connsiteX21" fmla="*/ 481786 w 483452"/>
                  <a:gd name="connsiteY21" fmla="*/ 356032 h 552546"/>
                  <a:gd name="connsiteX22" fmla="*/ 483024 w 483452"/>
                  <a:gd name="connsiteY22" fmla="*/ 349269 h 552546"/>
                  <a:gd name="connsiteX23" fmla="*/ 98404 w 483452"/>
                  <a:gd name="connsiteY23" fmla="*/ 364509 h 552546"/>
                  <a:gd name="connsiteX24" fmla="*/ 50779 w 483452"/>
                  <a:gd name="connsiteY24" fmla="*/ 215062 h 552546"/>
                  <a:gd name="connsiteX25" fmla="*/ 186892 w 483452"/>
                  <a:gd name="connsiteY25" fmla="*/ 171628 h 552546"/>
                  <a:gd name="connsiteX26" fmla="*/ 234517 w 483452"/>
                  <a:gd name="connsiteY26" fmla="*/ 320980 h 552546"/>
                  <a:gd name="connsiteX27" fmla="*/ 59257 w 483452"/>
                  <a:gd name="connsiteY27" fmla="*/ 365080 h 552546"/>
                  <a:gd name="connsiteX28" fmla="*/ 40207 w 483452"/>
                  <a:gd name="connsiteY28" fmla="*/ 342506 h 552546"/>
                  <a:gd name="connsiteX29" fmla="*/ 16013 w 483452"/>
                  <a:gd name="connsiteY29" fmla="*/ 266306 h 552546"/>
                  <a:gd name="connsiteX30" fmla="*/ 37444 w 483452"/>
                  <a:gd name="connsiteY30" fmla="*/ 219539 h 552546"/>
                  <a:gd name="connsiteX31" fmla="*/ 85069 w 483452"/>
                  <a:gd name="connsiteY31" fmla="*/ 368224 h 552546"/>
                  <a:gd name="connsiteX32" fmla="*/ 59543 w 483452"/>
                  <a:gd name="connsiteY32" fmla="*/ 365080 h 552546"/>
                  <a:gd name="connsiteX33" fmla="*/ 200417 w 483452"/>
                  <a:gd name="connsiteY33" fmla="*/ 520052 h 552546"/>
                  <a:gd name="connsiteX34" fmla="*/ 152316 w 483452"/>
                  <a:gd name="connsiteY34" fmla="*/ 535388 h 552546"/>
                  <a:gd name="connsiteX35" fmla="*/ 125836 w 483452"/>
                  <a:gd name="connsiteY35" fmla="*/ 450425 h 552546"/>
                  <a:gd name="connsiteX36" fmla="*/ 103072 w 483452"/>
                  <a:gd name="connsiteY36" fmla="*/ 378225 h 552546"/>
                  <a:gd name="connsiteX37" fmla="*/ 151268 w 483452"/>
                  <a:gd name="connsiteY37" fmla="*/ 362795 h 552546"/>
                  <a:gd name="connsiteX38" fmla="*/ 248995 w 483452"/>
                  <a:gd name="connsiteY38" fmla="*/ 319075 h 552546"/>
                  <a:gd name="connsiteX39" fmla="*/ 199751 w 483452"/>
                  <a:gd name="connsiteY39" fmla="*/ 164865 h 552546"/>
                  <a:gd name="connsiteX40" fmla="*/ 362342 w 483452"/>
                  <a:gd name="connsiteY40" fmla="*/ 19609 h 552546"/>
                  <a:gd name="connsiteX41" fmla="*/ 465593 w 483452"/>
                  <a:gd name="connsiteY41" fmla="*/ 343459 h 552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83452" h="552546">
                    <a:moveTo>
                      <a:pt x="372820" y="4845"/>
                    </a:moveTo>
                    <a:cubicBezTo>
                      <a:pt x="372086" y="2511"/>
                      <a:pt x="370219" y="721"/>
                      <a:pt x="367867" y="82"/>
                    </a:cubicBezTo>
                    <a:cubicBezTo>
                      <a:pt x="365542" y="-498"/>
                      <a:pt x="363085" y="111"/>
                      <a:pt x="361294" y="1702"/>
                    </a:cubicBezTo>
                    <a:lnTo>
                      <a:pt x="188130" y="156293"/>
                    </a:lnTo>
                    <a:lnTo>
                      <a:pt x="39921" y="203918"/>
                    </a:lnTo>
                    <a:lnTo>
                      <a:pt x="39921" y="203918"/>
                    </a:lnTo>
                    <a:lnTo>
                      <a:pt x="36778" y="204870"/>
                    </a:lnTo>
                    <a:cubicBezTo>
                      <a:pt x="9031" y="213623"/>
                      <a:pt x="-6361" y="243208"/>
                      <a:pt x="2393" y="270945"/>
                    </a:cubicBezTo>
                    <a:cubicBezTo>
                      <a:pt x="2449" y="271145"/>
                      <a:pt x="2516" y="271345"/>
                      <a:pt x="2583" y="271545"/>
                    </a:cubicBezTo>
                    <a:lnTo>
                      <a:pt x="26872" y="347745"/>
                    </a:lnTo>
                    <a:cubicBezTo>
                      <a:pt x="33844" y="369700"/>
                      <a:pt x="54227" y="384607"/>
                      <a:pt x="77259" y="384607"/>
                    </a:cubicBezTo>
                    <a:cubicBezTo>
                      <a:pt x="81374" y="384530"/>
                      <a:pt x="85460" y="383987"/>
                      <a:pt x="89451" y="382988"/>
                    </a:cubicBezTo>
                    <a:lnTo>
                      <a:pt x="141172" y="547389"/>
                    </a:lnTo>
                    <a:cubicBezTo>
                      <a:pt x="141724" y="549208"/>
                      <a:pt x="143001" y="550723"/>
                      <a:pt x="144696" y="551580"/>
                    </a:cubicBezTo>
                    <a:cubicBezTo>
                      <a:pt x="145686" y="552123"/>
                      <a:pt x="146810" y="552380"/>
                      <a:pt x="147935" y="552342"/>
                    </a:cubicBezTo>
                    <a:cubicBezTo>
                      <a:pt x="148658" y="552437"/>
                      <a:pt x="149401" y="552437"/>
                      <a:pt x="150125" y="552342"/>
                    </a:cubicBezTo>
                    <a:lnTo>
                      <a:pt x="211847" y="532625"/>
                    </a:lnTo>
                    <a:cubicBezTo>
                      <a:pt x="215571" y="531396"/>
                      <a:pt x="217638" y="527425"/>
                      <a:pt x="216514" y="523672"/>
                    </a:cubicBezTo>
                    <a:lnTo>
                      <a:pt x="165079" y="358413"/>
                    </a:lnTo>
                    <a:lnTo>
                      <a:pt x="244804" y="332886"/>
                    </a:lnTo>
                    <a:lnTo>
                      <a:pt x="475404" y="358604"/>
                    </a:lnTo>
                    <a:cubicBezTo>
                      <a:pt x="477823" y="358823"/>
                      <a:pt x="480195" y="357870"/>
                      <a:pt x="481786" y="356032"/>
                    </a:cubicBezTo>
                    <a:cubicBezTo>
                      <a:pt x="483329" y="354136"/>
                      <a:pt x="483795" y="351584"/>
                      <a:pt x="483024" y="349269"/>
                    </a:cubicBezTo>
                    <a:close/>
                    <a:moveTo>
                      <a:pt x="98404" y="364509"/>
                    </a:moveTo>
                    <a:lnTo>
                      <a:pt x="50779" y="215062"/>
                    </a:lnTo>
                    <a:lnTo>
                      <a:pt x="186892" y="171628"/>
                    </a:lnTo>
                    <a:lnTo>
                      <a:pt x="234517" y="320980"/>
                    </a:lnTo>
                    <a:close/>
                    <a:moveTo>
                      <a:pt x="59257" y="365080"/>
                    </a:moveTo>
                    <a:cubicBezTo>
                      <a:pt x="50132" y="360423"/>
                      <a:pt x="43264" y="352288"/>
                      <a:pt x="40207" y="342506"/>
                    </a:cubicBezTo>
                    <a:lnTo>
                      <a:pt x="16013" y="266306"/>
                    </a:lnTo>
                    <a:cubicBezTo>
                      <a:pt x="9965" y="247523"/>
                      <a:pt x="19261" y="227225"/>
                      <a:pt x="37444" y="219539"/>
                    </a:cubicBezTo>
                    <a:lnTo>
                      <a:pt x="85069" y="368224"/>
                    </a:lnTo>
                    <a:cubicBezTo>
                      <a:pt x="76449" y="370167"/>
                      <a:pt x="67429" y="369052"/>
                      <a:pt x="59543" y="365080"/>
                    </a:cubicBezTo>
                    <a:close/>
                    <a:moveTo>
                      <a:pt x="200417" y="520052"/>
                    </a:moveTo>
                    <a:lnTo>
                      <a:pt x="152316" y="535388"/>
                    </a:lnTo>
                    <a:lnTo>
                      <a:pt x="125836" y="450425"/>
                    </a:lnTo>
                    <a:lnTo>
                      <a:pt x="103072" y="378225"/>
                    </a:lnTo>
                    <a:lnTo>
                      <a:pt x="151268" y="362795"/>
                    </a:lnTo>
                    <a:close/>
                    <a:moveTo>
                      <a:pt x="248995" y="319075"/>
                    </a:moveTo>
                    <a:lnTo>
                      <a:pt x="199751" y="164865"/>
                    </a:lnTo>
                    <a:lnTo>
                      <a:pt x="362342" y="19609"/>
                    </a:lnTo>
                    <a:lnTo>
                      <a:pt x="465593" y="343459"/>
                    </a:lnTo>
                    <a:close/>
                  </a:path>
                </a:pathLst>
              </a:custGeom>
              <a:grpFill/>
              <a:ln w="3175" cap="flat">
                <a:solidFill>
                  <a:schemeClr val="tx1"/>
                </a:solidFill>
                <a:prstDash val="solid"/>
                <a:miter/>
              </a:ln>
            </p:spPr>
            <p:txBody>
              <a:bodyPr rtlCol="0" anchor="ctr"/>
              <a:lstStyle/>
              <a:p>
                <a:endParaRPr lang="en-US" sz="1350" dirty="0">
                  <a:latin typeface="Calibri" panose="020F0502020204030204" pitchFamily="34" charset="0"/>
                  <a:ea typeface="Calibri" panose="020F0502020204030204" pitchFamily="34" charset="0"/>
                  <a:cs typeface="Calibri" panose="020F0502020204030204" pitchFamily="34" charset="0"/>
                </a:endParaRPr>
              </a:p>
            </p:txBody>
          </p:sp>
          <p:sp>
            <p:nvSpPr>
              <p:cNvPr id="21" name="Freeform: Shape 20">
                <a:extLst>
                  <a:ext uri="{FF2B5EF4-FFF2-40B4-BE49-F238E27FC236}">
                    <a16:creationId xmlns:a16="http://schemas.microsoft.com/office/drawing/2014/main" id="{A798D629-506E-A60F-151C-9699CDBA5E5B}"/>
                  </a:ext>
                </a:extLst>
              </p:cNvPr>
              <p:cNvSpPr/>
              <p:nvPr/>
            </p:nvSpPr>
            <p:spPr>
              <a:xfrm>
                <a:off x="3821251" y="4894393"/>
                <a:ext cx="114499" cy="105284"/>
              </a:xfrm>
              <a:custGeom>
                <a:avLst/>
                <a:gdLst>
                  <a:gd name="connsiteX0" fmla="*/ 102059 w 114499"/>
                  <a:gd name="connsiteY0" fmla="*/ 2626 h 105284"/>
                  <a:gd name="connsiteX1" fmla="*/ 2237 w 114499"/>
                  <a:gd name="connsiteY1" fmla="*/ 92923 h 105284"/>
                  <a:gd name="connsiteX2" fmla="*/ 1761 w 114499"/>
                  <a:gd name="connsiteY2" fmla="*/ 103019 h 105284"/>
                  <a:gd name="connsiteX3" fmla="*/ 11724 w 114499"/>
                  <a:gd name="connsiteY3" fmla="*/ 103153 h 105284"/>
                  <a:gd name="connsiteX4" fmla="*/ 11858 w 114499"/>
                  <a:gd name="connsiteY4" fmla="*/ 103019 h 105284"/>
                  <a:gd name="connsiteX5" fmla="*/ 111584 w 114499"/>
                  <a:gd name="connsiteY5" fmla="*/ 12723 h 105284"/>
                  <a:gd name="connsiteX6" fmla="*/ 113004 w 114499"/>
                  <a:gd name="connsiteY6" fmla="*/ 2722 h 105284"/>
                  <a:gd name="connsiteX7" fmla="*/ 103002 w 114499"/>
                  <a:gd name="connsiteY7" fmla="*/ 1293 h 105284"/>
                  <a:gd name="connsiteX8" fmla="*/ 102059 w 114499"/>
                  <a:gd name="connsiteY8" fmla="*/ 2150 h 10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499" h="105284">
                    <a:moveTo>
                      <a:pt x="102059" y="2626"/>
                    </a:moveTo>
                    <a:lnTo>
                      <a:pt x="2237" y="92923"/>
                    </a:lnTo>
                    <a:cubicBezTo>
                      <a:pt x="-630" y="95600"/>
                      <a:pt x="-849" y="100086"/>
                      <a:pt x="1761" y="103019"/>
                    </a:cubicBezTo>
                    <a:cubicBezTo>
                      <a:pt x="4476" y="105811"/>
                      <a:pt x="8943" y="105868"/>
                      <a:pt x="11724" y="103153"/>
                    </a:cubicBezTo>
                    <a:cubicBezTo>
                      <a:pt x="11772" y="103106"/>
                      <a:pt x="11820" y="103067"/>
                      <a:pt x="11858" y="103019"/>
                    </a:cubicBezTo>
                    <a:lnTo>
                      <a:pt x="111584" y="12723"/>
                    </a:lnTo>
                    <a:cubicBezTo>
                      <a:pt x="114737" y="10351"/>
                      <a:pt x="115375" y="5874"/>
                      <a:pt x="113004" y="2722"/>
                    </a:cubicBezTo>
                    <a:cubicBezTo>
                      <a:pt x="110641" y="-431"/>
                      <a:pt x="106165" y="-1070"/>
                      <a:pt x="103002" y="1293"/>
                    </a:cubicBezTo>
                    <a:cubicBezTo>
                      <a:pt x="102669" y="1549"/>
                      <a:pt x="102345" y="1836"/>
                      <a:pt x="102059" y="2150"/>
                    </a:cubicBezTo>
                    <a:close/>
                  </a:path>
                </a:pathLst>
              </a:custGeom>
              <a:grpFill/>
              <a:ln w="3175" cap="flat">
                <a:solidFill>
                  <a:schemeClr val="tx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2" name="Freeform: Shape 21">
                <a:extLst>
                  <a:ext uri="{FF2B5EF4-FFF2-40B4-BE49-F238E27FC236}">
                    <a16:creationId xmlns:a16="http://schemas.microsoft.com/office/drawing/2014/main" id="{722970DA-EC37-0CA4-3416-B4C913A8A9E9}"/>
                  </a:ext>
                </a:extLst>
              </p:cNvPr>
              <p:cNvSpPr/>
              <p:nvPr/>
            </p:nvSpPr>
            <p:spPr>
              <a:xfrm>
                <a:off x="3991667" y="4853909"/>
                <a:ext cx="144750" cy="252889"/>
              </a:xfrm>
              <a:custGeom>
                <a:avLst/>
                <a:gdLst>
                  <a:gd name="connsiteX0" fmla="*/ 7081 w 144750"/>
                  <a:gd name="connsiteY0" fmla="*/ -133 h 252889"/>
                  <a:gd name="connsiteX1" fmla="*/ -63 w 144750"/>
                  <a:gd name="connsiteY1" fmla="*/ 7010 h 252889"/>
                  <a:gd name="connsiteX2" fmla="*/ 7081 w 144750"/>
                  <a:gd name="connsiteY2" fmla="*/ 14154 h 252889"/>
                  <a:gd name="connsiteX3" fmla="*/ 130992 w 144750"/>
                  <a:gd name="connsiteY3" fmla="*/ 136941 h 252889"/>
                  <a:gd name="connsiteX4" fmla="*/ 76137 w 144750"/>
                  <a:gd name="connsiteY4" fmla="*/ 240087 h 252889"/>
                  <a:gd name="connsiteX5" fmla="*/ 74232 w 144750"/>
                  <a:gd name="connsiteY5" fmla="*/ 249612 h 252889"/>
                  <a:gd name="connsiteX6" fmla="*/ 80138 w 144750"/>
                  <a:gd name="connsiteY6" fmla="*/ 252756 h 252889"/>
                  <a:gd name="connsiteX7" fmla="*/ 84138 w 144750"/>
                  <a:gd name="connsiteY7" fmla="*/ 251517 h 252889"/>
                  <a:gd name="connsiteX8" fmla="*/ 121047 w 144750"/>
                  <a:gd name="connsiteY8" fmla="*/ 60398 h 252889"/>
                  <a:gd name="connsiteX9" fmla="*/ 7081 w 144750"/>
                  <a:gd name="connsiteY9" fmla="*/ -133 h 252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750" h="252889">
                    <a:moveTo>
                      <a:pt x="7081" y="-133"/>
                    </a:moveTo>
                    <a:cubicBezTo>
                      <a:pt x="3138" y="-133"/>
                      <a:pt x="-63" y="3067"/>
                      <a:pt x="-63" y="7010"/>
                    </a:cubicBezTo>
                    <a:cubicBezTo>
                      <a:pt x="-63" y="10954"/>
                      <a:pt x="3138" y="14154"/>
                      <a:pt x="7081" y="14154"/>
                    </a:cubicBezTo>
                    <a:cubicBezTo>
                      <a:pt x="75204" y="13840"/>
                      <a:pt x="130677" y="68818"/>
                      <a:pt x="130992" y="136941"/>
                    </a:cubicBezTo>
                    <a:cubicBezTo>
                      <a:pt x="131182" y="178346"/>
                      <a:pt x="110580" y="217094"/>
                      <a:pt x="76137" y="240087"/>
                    </a:cubicBezTo>
                    <a:cubicBezTo>
                      <a:pt x="73108" y="242278"/>
                      <a:pt x="72280" y="246431"/>
                      <a:pt x="74232" y="249612"/>
                    </a:cubicBezTo>
                    <a:cubicBezTo>
                      <a:pt x="75547" y="251584"/>
                      <a:pt x="77766" y="252765"/>
                      <a:pt x="80138" y="252756"/>
                    </a:cubicBezTo>
                    <a:cubicBezTo>
                      <a:pt x="81566" y="252774"/>
                      <a:pt x="82967" y="252336"/>
                      <a:pt x="84138" y="251517"/>
                    </a:cubicBezTo>
                    <a:cubicBezTo>
                      <a:pt x="147108" y="208931"/>
                      <a:pt x="163634" y="123368"/>
                      <a:pt x="121047" y="60398"/>
                    </a:cubicBezTo>
                    <a:cubicBezTo>
                      <a:pt x="95463" y="22565"/>
                      <a:pt x="52763" y="-114"/>
                      <a:pt x="7081" y="-133"/>
                    </a:cubicBezTo>
                    <a:close/>
                  </a:path>
                </a:pathLst>
              </a:custGeom>
              <a:grpFill/>
              <a:ln w="3175" cap="flat">
                <a:solidFill>
                  <a:schemeClr val="tx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3" name="Freeform: Shape 22">
                <a:extLst>
                  <a:ext uri="{FF2B5EF4-FFF2-40B4-BE49-F238E27FC236}">
                    <a16:creationId xmlns:a16="http://schemas.microsoft.com/office/drawing/2014/main" id="{5CEC6723-2B97-6954-AED2-5B2E4D32C696}"/>
                  </a:ext>
                </a:extLst>
              </p:cNvPr>
              <p:cNvSpPr/>
              <p:nvPr/>
            </p:nvSpPr>
            <p:spPr>
              <a:xfrm>
                <a:off x="4022320" y="4912831"/>
                <a:ext cx="67159" cy="124148"/>
              </a:xfrm>
              <a:custGeom>
                <a:avLst/>
                <a:gdLst>
                  <a:gd name="connsiteX0" fmla="*/ 40722 w 67159"/>
                  <a:gd name="connsiteY0" fmla="*/ 122300 h 124148"/>
                  <a:gd name="connsiteX1" fmla="*/ 45199 w 67159"/>
                  <a:gd name="connsiteY1" fmla="*/ 124015 h 124148"/>
                  <a:gd name="connsiteX2" fmla="*/ 50724 w 67159"/>
                  <a:gd name="connsiteY2" fmla="*/ 121348 h 124148"/>
                  <a:gd name="connsiteX3" fmla="*/ 38084 w 67159"/>
                  <a:gd name="connsiteY3" fmla="*/ 14325 h 124148"/>
                  <a:gd name="connsiteX4" fmla="*/ 9195 w 67159"/>
                  <a:gd name="connsiteY4" fmla="*/ 190 h 124148"/>
                  <a:gd name="connsiteX5" fmla="*/ 260 w 67159"/>
                  <a:gd name="connsiteY5" fmla="*/ 4905 h 124148"/>
                  <a:gd name="connsiteX6" fmla="*/ 4966 w 67159"/>
                  <a:gd name="connsiteY6" fmla="*/ 13839 h 124148"/>
                  <a:gd name="connsiteX7" fmla="*/ 6147 w 67159"/>
                  <a:gd name="connsiteY7" fmla="*/ 14097 h 124148"/>
                  <a:gd name="connsiteX8" fmla="*/ 50724 w 67159"/>
                  <a:gd name="connsiteY8" fmla="*/ 90077 h 124148"/>
                  <a:gd name="connsiteX9" fmla="*/ 39865 w 67159"/>
                  <a:gd name="connsiteY9" fmla="*/ 112299 h 124148"/>
                  <a:gd name="connsiteX10" fmla="*/ 40646 w 67159"/>
                  <a:gd name="connsiteY10" fmla="*/ 122234 h 124148"/>
                  <a:gd name="connsiteX11" fmla="*/ 40722 w 67159"/>
                  <a:gd name="connsiteY11" fmla="*/ 122300 h 12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159" h="124148">
                    <a:moveTo>
                      <a:pt x="40722" y="122300"/>
                    </a:moveTo>
                    <a:cubicBezTo>
                      <a:pt x="41961" y="123386"/>
                      <a:pt x="43551" y="123996"/>
                      <a:pt x="45199" y="124015"/>
                    </a:cubicBezTo>
                    <a:cubicBezTo>
                      <a:pt x="47352" y="124006"/>
                      <a:pt x="49381" y="123024"/>
                      <a:pt x="50724" y="121348"/>
                    </a:cubicBezTo>
                    <a:cubicBezTo>
                      <a:pt x="76784" y="88305"/>
                      <a:pt x="71126" y="40395"/>
                      <a:pt x="38084" y="14325"/>
                    </a:cubicBezTo>
                    <a:cubicBezTo>
                      <a:pt x="29569" y="7610"/>
                      <a:pt x="19720" y="2790"/>
                      <a:pt x="9195" y="190"/>
                    </a:cubicBezTo>
                    <a:cubicBezTo>
                      <a:pt x="5423" y="-982"/>
                      <a:pt x="1422" y="1133"/>
                      <a:pt x="260" y="4905"/>
                    </a:cubicBezTo>
                    <a:cubicBezTo>
                      <a:pt x="-911" y="8667"/>
                      <a:pt x="1203" y="12668"/>
                      <a:pt x="4966" y="13839"/>
                    </a:cubicBezTo>
                    <a:cubicBezTo>
                      <a:pt x="5356" y="13954"/>
                      <a:pt x="5747" y="14039"/>
                      <a:pt x="6147" y="14097"/>
                    </a:cubicBezTo>
                    <a:cubicBezTo>
                      <a:pt x="39437" y="22764"/>
                      <a:pt x="59401" y="56788"/>
                      <a:pt x="50724" y="90077"/>
                    </a:cubicBezTo>
                    <a:cubicBezTo>
                      <a:pt x="48628" y="98136"/>
                      <a:pt x="44933" y="105689"/>
                      <a:pt x="39865" y="112299"/>
                    </a:cubicBezTo>
                    <a:cubicBezTo>
                      <a:pt x="37341" y="115261"/>
                      <a:pt x="37684" y="119709"/>
                      <a:pt x="40646" y="122234"/>
                    </a:cubicBezTo>
                    <a:cubicBezTo>
                      <a:pt x="40675" y="122253"/>
                      <a:pt x="40694" y="122281"/>
                      <a:pt x="40722" y="122300"/>
                    </a:cubicBezTo>
                    <a:close/>
                  </a:path>
                </a:pathLst>
              </a:custGeom>
              <a:grpFill/>
              <a:ln w="3175" cap="flat">
                <a:solidFill>
                  <a:schemeClr val="tx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27" name="Group 26">
            <a:extLst>
              <a:ext uri="{FF2B5EF4-FFF2-40B4-BE49-F238E27FC236}">
                <a16:creationId xmlns:a16="http://schemas.microsoft.com/office/drawing/2014/main" id="{3A178855-34A9-4E58-A30F-5726CCB4C663}"/>
              </a:ext>
            </a:extLst>
          </p:cNvPr>
          <p:cNvGrpSpPr/>
          <p:nvPr/>
        </p:nvGrpSpPr>
        <p:grpSpPr>
          <a:xfrm>
            <a:off x="5152549" y="830339"/>
            <a:ext cx="530942" cy="530942"/>
            <a:chOff x="5828590" y="2346242"/>
            <a:chExt cx="530942" cy="530942"/>
          </a:xfrm>
        </p:grpSpPr>
        <p:sp>
          <p:nvSpPr>
            <p:cNvPr id="17" name="Rectangle: Rounded Corners 16">
              <a:extLst>
                <a:ext uri="{FF2B5EF4-FFF2-40B4-BE49-F238E27FC236}">
                  <a16:creationId xmlns:a16="http://schemas.microsoft.com/office/drawing/2014/main" id="{7B71AB0C-3D3C-E9EA-D4F2-6F0C5CFFE0EB}"/>
                </a:ext>
              </a:extLst>
            </p:cNvPr>
            <p:cNvSpPr/>
            <p:nvPr/>
          </p:nvSpPr>
          <p:spPr>
            <a:xfrm>
              <a:off x="5828590" y="2346242"/>
              <a:ext cx="530942" cy="530942"/>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24" name="Group 23">
              <a:extLst>
                <a:ext uri="{FF2B5EF4-FFF2-40B4-BE49-F238E27FC236}">
                  <a16:creationId xmlns:a16="http://schemas.microsoft.com/office/drawing/2014/main" id="{EEC28BE0-38FE-C1DE-8C47-3C4E831D96E1}"/>
                </a:ext>
              </a:extLst>
            </p:cNvPr>
            <p:cNvGrpSpPr/>
            <p:nvPr/>
          </p:nvGrpSpPr>
          <p:grpSpPr>
            <a:xfrm>
              <a:off x="5926021" y="2473091"/>
              <a:ext cx="336080" cy="283541"/>
              <a:chOff x="3579611" y="3960697"/>
              <a:chExt cx="554736" cy="468016"/>
            </a:xfrm>
            <a:solidFill>
              <a:schemeClr val="tx1"/>
            </a:solidFill>
          </p:grpSpPr>
          <p:sp>
            <p:nvSpPr>
              <p:cNvPr id="25" name="Freeform: Shape 24">
                <a:extLst>
                  <a:ext uri="{FF2B5EF4-FFF2-40B4-BE49-F238E27FC236}">
                    <a16:creationId xmlns:a16="http://schemas.microsoft.com/office/drawing/2014/main" id="{54BBDB94-49CA-B22B-51B5-D052DED9FA2E}"/>
                  </a:ext>
                </a:extLst>
              </p:cNvPr>
              <p:cNvSpPr/>
              <p:nvPr/>
            </p:nvSpPr>
            <p:spPr>
              <a:xfrm>
                <a:off x="3579611" y="3960697"/>
                <a:ext cx="554736" cy="380195"/>
              </a:xfrm>
              <a:custGeom>
                <a:avLst/>
                <a:gdLst>
                  <a:gd name="connsiteX0" fmla="*/ 422090 w 554736"/>
                  <a:gd name="connsiteY0" fmla="*/ 379872 h 380195"/>
                  <a:gd name="connsiteX1" fmla="*/ 387514 w 554736"/>
                  <a:gd name="connsiteY1" fmla="*/ 379872 h 380195"/>
                  <a:gd name="connsiteX2" fmla="*/ 380370 w 554736"/>
                  <a:gd name="connsiteY2" fmla="*/ 372728 h 380195"/>
                  <a:gd name="connsiteX3" fmla="*/ 387514 w 554736"/>
                  <a:gd name="connsiteY3" fmla="*/ 365584 h 380195"/>
                  <a:gd name="connsiteX4" fmla="*/ 387514 w 554736"/>
                  <a:gd name="connsiteY4" fmla="*/ 365584 h 380195"/>
                  <a:gd name="connsiteX5" fmla="*/ 421899 w 554736"/>
                  <a:gd name="connsiteY5" fmla="*/ 365584 h 380195"/>
                  <a:gd name="connsiteX6" fmla="*/ 540828 w 554736"/>
                  <a:gd name="connsiteY6" fmla="*/ 246579 h 380195"/>
                  <a:gd name="connsiteX7" fmla="*/ 441425 w 554736"/>
                  <a:gd name="connsiteY7" fmla="*/ 129269 h 380195"/>
                  <a:gd name="connsiteX8" fmla="*/ 435806 w 554736"/>
                  <a:gd name="connsiteY8" fmla="*/ 124411 h 380195"/>
                  <a:gd name="connsiteX9" fmla="*/ 235381 w 554736"/>
                  <a:gd name="connsiteY9" fmla="*/ 21951 h 380195"/>
                  <a:gd name="connsiteX10" fmla="*/ 126434 w 554736"/>
                  <a:gd name="connsiteY10" fmla="*/ 153653 h 380195"/>
                  <a:gd name="connsiteX11" fmla="*/ 119099 w 554736"/>
                  <a:gd name="connsiteY11" fmla="*/ 159844 h 380195"/>
                  <a:gd name="connsiteX12" fmla="*/ 115194 w 554736"/>
                  <a:gd name="connsiteY12" fmla="*/ 159844 h 380195"/>
                  <a:gd name="connsiteX13" fmla="*/ 11857 w 554736"/>
                  <a:gd name="connsiteY13" fmla="*/ 257009 h 380195"/>
                  <a:gd name="connsiteX14" fmla="*/ 109013 w 554736"/>
                  <a:gd name="connsiteY14" fmla="*/ 360346 h 380195"/>
                  <a:gd name="connsiteX15" fmla="*/ 115194 w 554736"/>
                  <a:gd name="connsiteY15" fmla="*/ 360346 h 380195"/>
                  <a:gd name="connsiteX16" fmla="*/ 159581 w 554736"/>
                  <a:gd name="connsiteY16" fmla="*/ 361012 h 380195"/>
                  <a:gd name="connsiteX17" fmla="*/ 166724 w 554736"/>
                  <a:gd name="connsiteY17" fmla="*/ 368156 h 380195"/>
                  <a:gd name="connsiteX18" fmla="*/ 159581 w 554736"/>
                  <a:gd name="connsiteY18" fmla="*/ 375300 h 380195"/>
                  <a:gd name="connsiteX19" fmla="*/ 115480 w 554736"/>
                  <a:gd name="connsiteY19" fmla="*/ 374633 h 380195"/>
                  <a:gd name="connsiteX20" fmla="*/ -58 w 554736"/>
                  <a:gd name="connsiteY20" fmla="*/ 261095 h 380195"/>
                  <a:gd name="connsiteX21" fmla="*/ 113480 w 554736"/>
                  <a:gd name="connsiteY21" fmla="*/ 145557 h 380195"/>
                  <a:gd name="connsiteX22" fmla="*/ 312295 w 554736"/>
                  <a:gd name="connsiteY22" fmla="*/ 2120 h 380195"/>
                  <a:gd name="connsiteX23" fmla="*/ 448283 w 554736"/>
                  <a:gd name="connsiteY23" fmla="*/ 116124 h 380195"/>
                  <a:gd name="connsiteX24" fmla="*/ 551887 w 554736"/>
                  <a:gd name="connsiteY24" fmla="*/ 273706 h 380195"/>
                  <a:gd name="connsiteX25" fmla="*/ 422185 w 554736"/>
                  <a:gd name="connsiteY25" fmla="*/ 380062 h 38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4736" h="380195">
                    <a:moveTo>
                      <a:pt x="422090" y="379872"/>
                    </a:moveTo>
                    <a:lnTo>
                      <a:pt x="387514" y="379872"/>
                    </a:lnTo>
                    <a:cubicBezTo>
                      <a:pt x="383571" y="379872"/>
                      <a:pt x="380370" y="376671"/>
                      <a:pt x="380370" y="372728"/>
                    </a:cubicBezTo>
                    <a:cubicBezTo>
                      <a:pt x="380370" y="368785"/>
                      <a:pt x="383571" y="365584"/>
                      <a:pt x="387514" y="365584"/>
                    </a:cubicBezTo>
                    <a:lnTo>
                      <a:pt x="387514" y="365584"/>
                    </a:lnTo>
                    <a:lnTo>
                      <a:pt x="421899" y="365584"/>
                    </a:lnTo>
                    <a:cubicBezTo>
                      <a:pt x="487603" y="365565"/>
                      <a:pt x="540848" y="312282"/>
                      <a:pt x="540828" y="246579"/>
                    </a:cubicBezTo>
                    <a:cubicBezTo>
                      <a:pt x="540819" y="188438"/>
                      <a:pt x="498775" y="138832"/>
                      <a:pt x="441425" y="129269"/>
                    </a:cubicBezTo>
                    <a:cubicBezTo>
                      <a:pt x="438806" y="128783"/>
                      <a:pt x="436663" y="126926"/>
                      <a:pt x="435806" y="124411"/>
                    </a:cubicBezTo>
                    <a:cubicBezTo>
                      <a:pt x="408755" y="40772"/>
                      <a:pt x="319020" y="-5100"/>
                      <a:pt x="235381" y="21951"/>
                    </a:cubicBezTo>
                    <a:cubicBezTo>
                      <a:pt x="176573" y="40972"/>
                      <a:pt x="134101" y="92322"/>
                      <a:pt x="126434" y="153653"/>
                    </a:cubicBezTo>
                    <a:cubicBezTo>
                      <a:pt x="125986" y="157320"/>
                      <a:pt x="122786" y="160025"/>
                      <a:pt x="119099" y="159844"/>
                    </a:cubicBezTo>
                    <a:lnTo>
                      <a:pt x="115194" y="159844"/>
                    </a:lnTo>
                    <a:cubicBezTo>
                      <a:pt x="59825" y="158139"/>
                      <a:pt x="13563" y="201640"/>
                      <a:pt x="11857" y="257009"/>
                    </a:cubicBezTo>
                    <a:cubicBezTo>
                      <a:pt x="10143" y="312368"/>
                      <a:pt x="53644" y="358640"/>
                      <a:pt x="109013" y="360346"/>
                    </a:cubicBezTo>
                    <a:cubicBezTo>
                      <a:pt x="111070" y="360412"/>
                      <a:pt x="113137" y="360412"/>
                      <a:pt x="115194" y="360346"/>
                    </a:cubicBezTo>
                    <a:cubicBezTo>
                      <a:pt x="122814" y="360346"/>
                      <a:pt x="138816" y="360346"/>
                      <a:pt x="159581" y="361012"/>
                    </a:cubicBezTo>
                    <a:cubicBezTo>
                      <a:pt x="163524" y="361012"/>
                      <a:pt x="166724" y="364213"/>
                      <a:pt x="166724" y="368156"/>
                    </a:cubicBezTo>
                    <a:cubicBezTo>
                      <a:pt x="166724" y="372099"/>
                      <a:pt x="163524" y="375300"/>
                      <a:pt x="159581" y="375300"/>
                    </a:cubicBezTo>
                    <a:cubicBezTo>
                      <a:pt x="138912" y="375300"/>
                      <a:pt x="123100" y="374633"/>
                      <a:pt x="115480" y="374633"/>
                    </a:cubicBezTo>
                    <a:cubicBezTo>
                      <a:pt x="52224" y="375185"/>
                      <a:pt x="494" y="324351"/>
                      <a:pt x="-58" y="261095"/>
                    </a:cubicBezTo>
                    <a:cubicBezTo>
                      <a:pt x="-611" y="197839"/>
                      <a:pt x="50224" y="146109"/>
                      <a:pt x="113480" y="145557"/>
                    </a:cubicBezTo>
                    <a:cubicBezTo>
                      <a:pt x="128767" y="51040"/>
                      <a:pt x="217788" y="-13177"/>
                      <a:pt x="312295" y="2120"/>
                    </a:cubicBezTo>
                    <a:cubicBezTo>
                      <a:pt x="375112" y="12283"/>
                      <a:pt x="427319" y="56041"/>
                      <a:pt x="448283" y="116124"/>
                    </a:cubicBezTo>
                    <a:cubicBezTo>
                      <a:pt x="520407" y="131031"/>
                      <a:pt x="566794" y="201583"/>
                      <a:pt x="551887" y="273706"/>
                    </a:cubicBezTo>
                    <a:cubicBezTo>
                      <a:pt x="539152" y="335314"/>
                      <a:pt x="485098" y="379643"/>
                      <a:pt x="422185" y="380062"/>
                    </a:cubicBezTo>
                    <a:close/>
                  </a:path>
                </a:pathLst>
              </a:custGeom>
              <a:grpFill/>
              <a:ln w="3175" cap="flat">
                <a:solidFill>
                  <a:schemeClr val="tx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6" name="Freeform: Shape 25">
                <a:extLst>
                  <a:ext uri="{FF2B5EF4-FFF2-40B4-BE49-F238E27FC236}">
                    <a16:creationId xmlns:a16="http://schemas.microsoft.com/office/drawing/2014/main" id="{8FEC7698-55D4-AFEA-0B95-4622552DA78B}"/>
                  </a:ext>
                </a:extLst>
              </p:cNvPr>
              <p:cNvSpPr/>
              <p:nvPr/>
            </p:nvSpPr>
            <p:spPr>
              <a:xfrm>
                <a:off x="3712204" y="4144392"/>
                <a:ext cx="291086" cy="284321"/>
              </a:xfrm>
              <a:custGeom>
                <a:avLst/>
                <a:gdLst>
                  <a:gd name="connsiteX0" fmla="*/ 220632 w 291086"/>
                  <a:gd name="connsiteY0" fmla="*/ 284188 h 284321"/>
                  <a:gd name="connsiteX1" fmla="*/ 213488 w 291086"/>
                  <a:gd name="connsiteY1" fmla="*/ 277044 h 284321"/>
                  <a:gd name="connsiteX2" fmla="*/ 213488 w 291086"/>
                  <a:gd name="connsiteY2" fmla="*/ 156839 h 284321"/>
                  <a:gd name="connsiteX3" fmla="*/ 220632 w 291086"/>
                  <a:gd name="connsiteY3" fmla="*/ 149695 h 284321"/>
                  <a:gd name="connsiteX4" fmla="*/ 267304 w 291086"/>
                  <a:gd name="connsiteY4" fmla="*/ 149695 h 284321"/>
                  <a:gd name="connsiteX5" fmla="*/ 145479 w 291086"/>
                  <a:gd name="connsiteY5" fmla="*/ 17583 h 284321"/>
                  <a:gd name="connsiteX6" fmla="*/ 23654 w 291086"/>
                  <a:gd name="connsiteY6" fmla="*/ 149504 h 284321"/>
                  <a:gd name="connsiteX7" fmla="*/ 70327 w 291086"/>
                  <a:gd name="connsiteY7" fmla="*/ 149504 h 284321"/>
                  <a:gd name="connsiteX8" fmla="*/ 77471 w 291086"/>
                  <a:gd name="connsiteY8" fmla="*/ 156458 h 284321"/>
                  <a:gd name="connsiteX9" fmla="*/ 77471 w 291086"/>
                  <a:gd name="connsiteY9" fmla="*/ 156648 h 284321"/>
                  <a:gd name="connsiteX10" fmla="*/ 77471 w 291086"/>
                  <a:gd name="connsiteY10" fmla="*/ 276854 h 284321"/>
                  <a:gd name="connsiteX11" fmla="*/ 70327 w 291086"/>
                  <a:gd name="connsiteY11" fmla="*/ 283997 h 284321"/>
                  <a:gd name="connsiteX12" fmla="*/ 63183 w 291086"/>
                  <a:gd name="connsiteY12" fmla="*/ 276854 h 284321"/>
                  <a:gd name="connsiteX13" fmla="*/ 63183 w 291086"/>
                  <a:gd name="connsiteY13" fmla="*/ 163982 h 284321"/>
                  <a:gd name="connsiteX14" fmla="*/ 7081 w 291086"/>
                  <a:gd name="connsiteY14" fmla="*/ 163982 h 284321"/>
                  <a:gd name="connsiteX15" fmla="*/ -63 w 291086"/>
                  <a:gd name="connsiteY15" fmla="*/ 156839 h 284321"/>
                  <a:gd name="connsiteX16" fmla="*/ 1842 w 291086"/>
                  <a:gd name="connsiteY16" fmla="*/ 151981 h 284321"/>
                  <a:gd name="connsiteX17" fmla="*/ 140431 w 291086"/>
                  <a:gd name="connsiteY17" fmla="*/ 2153 h 284321"/>
                  <a:gd name="connsiteX18" fmla="*/ 145670 w 291086"/>
                  <a:gd name="connsiteY18" fmla="*/ -133 h 284321"/>
                  <a:gd name="connsiteX19" fmla="*/ 145670 w 291086"/>
                  <a:gd name="connsiteY19" fmla="*/ -133 h 284321"/>
                  <a:gd name="connsiteX20" fmla="*/ 150908 w 291086"/>
                  <a:gd name="connsiteY20" fmla="*/ 2153 h 284321"/>
                  <a:gd name="connsiteX21" fmla="*/ 289116 w 291086"/>
                  <a:gd name="connsiteY21" fmla="*/ 151981 h 284321"/>
                  <a:gd name="connsiteX22" fmla="*/ 288735 w 291086"/>
                  <a:gd name="connsiteY22" fmla="*/ 162077 h 284321"/>
                  <a:gd name="connsiteX23" fmla="*/ 283877 w 291086"/>
                  <a:gd name="connsiteY23" fmla="*/ 163982 h 284321"/>
                  <a:gd name="connsiteX24" fmla="*/ 227966 w 291086"/>
                  <a:gd name="connsiteY24" fmla="*/ 163982 h 284321"/>
                  <a:gd name="connsiteX25" fmla="*/ 227966 w 291086"/>
                  <a:gd name="connsiteY25" fmla="*/ 277044 h 284321"/>
                  <a:gd name="connsiteX26" fmla="*/ 220822 w 291086"/>
                  <a:gd name="connsiteY26" fmla="*/ 284188 h 284321"/>
                  <a:gd name="connsiteX27" fmla="*/ 220632 w 291086"/>
                  <a:gd name="connsiteY27" fmla="*/ 284188 h 284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1086" h="284321">
                    <a:moveTo>
                      <a:pt x="220632" y="284188"/>
                    </a:moveTo>
                    <a:cubicBezTo>
                      <a:pt x="216707" y="284140"/>
                      <a:pt x="213535" y="280968"/>
                      <a:pt x="213488" y="277044"/>
                    </a:cubicBezTo>
                    <a:lnTo>
                      <a:pt x="213488" y="156839"/>
                    </a:lnTo>
                    <a:cubicBezTo>
                      <a:pt x="213488" y="152895"/>
                      <a:pt x="216688" y="149695"/>
                      <a:pt x="220632" y="149695"/>
                    </a:cubicBezTo>
                    <a:lnTo>
                      <a:pt x="267304" y="149695"/>
                    </a:lnTo>
                    <a:lnTo>
                      <a:pt x="145479" y="17583"/>
                    </a:lnTo>
                    <a:lnTo>
                      <a:pt x="23654" y="149504"/>
                    </a:lnTo>
                    <a:lnTo>
                      <a:pt x="70327" y="149504"/>
                    </a:lnTo>
                    <a:cubicBezTo>
                      <a:pt x="74223" y="149447"/>
                      <a:pt x="77414" y="152562"/>
                      <a:pt x="77471" y="156458"/>
                    </a:cubicBezTo>
                    <a:cubicBezTo>
                      <a:pt x="77471" y="156524"/>
                      <a:pt x="77471" y="156582"/>
                      <a:pt x="77471" y="156648"/>
                    </a:cubicBezTo>
                    <a:lnTo>
                      <a:pt x="77471" y="276854"/>
                    </a:lnTo>
                    <a:cubicBezTo>
                      <a:pt x="77471" y="280797"/>
                      <a:pt x="74270" y="283997"/>
                      <a:pt x="70327" y="283997"/>
                    </a:cubicBezTo>
                    <a:cubicBezTo>
                      <a:pt x="66384" y="283997"/>
                      <a:pt x="63183" y="280797"/>
                      <a:pt x="63183" y="276854"/>
                    </a:cubicBezTo>
                    <a:lnTo>
                      <a:pt x="63183" y="163982"/>
                    </a:lnTo>
                    <a:lnTo>
                      <a:pt x="7081" y="163982"/>
                    </a:lnTo>
                    <a:cubicBezTo>
                      <a:pt x="3138" y="163982"/>
                      <a:pt x="-63" y="160782"/>
                      <a:pt x="-63" y="156839"/>
                    </a:cubicBezTo>
                    <a:cubicBezTo>
                      <a:pt x="-63" y="155038"/>
                      <a:pt x="614" y="153305"/>
                      <a:pt x="1842" y="151981"/>
                    </a:cubicBezTo>
                    <a:lnTo>
                      <a:pt x="140431" y="2153"/>
                    </a:lnTo>
                    <a:cubicBezTo>
                      <a:pt x="141793" y="705"/>
                      <a:pt x="143689" y="-124"/>
                      <a:pt x="145670" y="-133"/>
                    </a:cubicBezTo>
                    <a:lnTo>
                      <a:pt x="145670" y="-133"/>
                    </a:lnTo>
                    <a:cubicBezTo>
                      <a:pt x="147651" y="-124"/>
                      <a:pt x="149546" y="705"/>
                      <a:pt x="150908" y="2153"/>
                    </a:cubicBezTo>
                    <a:lnTo>
                      <a:pt x="289116" y="151981"/>
                    </a:lnTo>
                    <a:cubicBezTo>
                      <a:pt x="291802" y="154876"/>
                      <a:pt x="291631" y="159391"/>
                      <a:pt x="288735" y="162077"/>
                    </a:cubicBezTo>
                    <a:cubicBezTo>
                      <a:pt x="287411" y="163306"/>
                      <a:pt x="285678" y="163982"/>
                      <a:pt x="283877" y="163982"/>
                    </a:cubicBezTo>
                    <a:lnTo>
                      <a:pt x="227966" y="163982"/>
                    </a:lnTo>
                    <a:lnTo>
                      <a:pt x="227966" y="277044"/>
                    </a:lnTo>
                    <a:cubicBezTo>
                      <a:pt x="227966" y="280987"/>
                      <a:pt x="224765" y="284188"/>
                      <a:pt x="220822" y="284188"/>
                    </a:cubicBezTo>
                    <a:cubicBezTo>
                      <a:pt x="220765" y="284188"/>
                      <a:pt x="220698" y="284188"/>
                      <a:pt x="220632" y="284188"/>
                    </a:cubicBezTo>
                    <a:close/>
                  </a:path>
                </a:pathLst>
              </a:custGeom>
              <a:grpFill/>
              <a:ln w="3175" cap="flat">
                <a:solidFill>
                  <a:schemeClr val="tx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grpSp>
      </p:grpSp>
      <p:pic>
        <p:nvPicPr>
          <p:cNvPr id="5" name="Chỗ dành sẵn cho Hình ảnh 4">
            <a:extLst>
              <a:ext uri="{FF2B5EF4-FFF2-40B4-BE49-F238E27FC236}">
                <a16:creationId xmlns:a16="http://schemas.microsoft.com/office/drawing/2014/main" id="{1E09CCC6-B485-2928-A2A2-A98AF50F92B3}"/>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4452" r="4452"/>
          <a:stretch>
            <a:fillRect/>
          </a:stretch>
        </p:blipFill>
        <p:spPr/>
      </p:pic>
    </p:spTree>
    <p:extLst>
      <p:ext uri="{BB962C8B-B14F-4D97-AF65-F5344CB8AC3E}">
        <p14:creationId xmlns:p14="http://schemas.microsoft.com/office/powerpoint/2010/main" val="711262410"/>
      </p:ext>
    </p:extLst>
  </p:cSld>
  <p:clrMapOvr>
    <a:masterClrMapping/>
  </p:clrMapOvr>
  <p:transition spd="slow">
    <p:push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5AC2C-3D78-2E73-EECE-C42BDEFE27B3}"/>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7D27BE5D-AFDA-3576-2A7A-239B17D6B5EE}"/>
              </a:ext>
            </a:extLst>
          </p:cNvPr>
          <p:cNvGrpSpPr/>
          <p:nvPr/>
        </p:nvGrpSpPr>
        <p:grpSpPr>
          <a:xfrm>
            <a:off x="-17292" y="-241739"/>
            <a:ext cx="4662944" cy="4974894"/>
            <a:chOff x="-17292" y="-241739"/>
            <a:chExt cx="4662944" cy="4974894"/>
          </a:xfrm>
        </p:grpSpPr>
        <p:sp>
          <p:nvSpPr>
            <p:cNvPr id="31" name="Freeform: Shape 30">
              <a:extLst>
                <a:ext uri="{FF2B5EF4-FFF2-40B4-BE49-F238E27FC236}">
                  <a16:creationId xmlns:a16="http://schemas.microsoft.com/office/drawing/2014/main" id="{8E9FAC47-B7CD-598C-AD26-71E9B626E6D9}"/>
                </a:ext>
              </a:extLst>
            </p:cNvPr>
            <p:cNvSpPr/>
            <p:nvPr/>
          </p:nvSpPr>
          <p:spPr>
            <a:xfrm>
              <a:off x="-17291" y="-241739"/>
              <a:ext cx="4662943" cy="4974894"/>
            </a:xfrm>
            <a:custGeom>
              <a:avLst/>
              <a:gdLst>
                <a:gd name="connsiteX0" fmla="*/ 0 w 4662943"/>
                <a:gd name="connsiteY0" fmla="*/ 0 h 4974894"/>
                <a:gd name="connsiteX1" fmla="*/ 4111696 w 4662943"/>
                <a:gd name="connsiteY1" fmla="*/ 0 h 4974894"/>
                <a:gd name="connsiteX2" fmla="*/ 4585495 w 4662943"/>
                <a:gd name="connsiteY2" fmla="*/ 823075 h 4974894"/>
                <a:gd name="connsiteX3" fmla="*/ 4585495 w 4662943"/>
                <a:gd name="connsiteY3" fmla="*/ 1406212 h 4974894"/>
                <a:gd name="connsiteX4" fmla="*/ 2696372 w 4662943"/>
                <a:gd name="connsiteY4" fmla="*/ 4680288 h 4974894"/>
                <a:gd name="connsiteX5" fmla="*/ 2189164 w 4662943"/>
                <a:gd name="connsiteY5" fmla="*/ 4974894 h 4974894"/>
                <a:gd name="connsiteX6" fmla="*/ 0 w 4662943"/>
                <a:gd name="connsiteY6" fmla="*/ 4974894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2943" h="4974894">
                  <a:moveTo>
                    <a:pt x="0" y="0"/>
                  </a:moveTo>
                  <a:lnTo>
                    <a:pt x="4111696" y="0"/>
                  </a:lnTo>
                  <a:lnTo>
                    <a:pt x="4585495" y="823075"/>
                  </a:lnTo>
                  <a:cubicBezTo>
                    <a:pt x="4688759" y="1002268"/>
                    <a:pt x="4688759" y="1223982"/>
                    <a:pt x="4585495" y="1406212"/>
                  </a:cubicBezTo>
                  <a:lnTo>
                    <a:pt x="2696372" y="4680288"/>
                  </a:lnTo>
                  <a:cubicBezTo>
                    <a:pt x="2593108" y="4862519"/>
                    <a:pt x="2398729" y="4974894"/>
                    <a:pt x="2189164" y="4974894"/>
                  </a:cubicBezTo>
                  <a:lnTo>
                    <a:pt x="0" y="4974894"/>
                  </a:lnTo>
                  <a:close/>
                </a:path>
              </a:pathLst>
            </a:custGeom>
            <a:solidFill>
              <a:schemeClr val="accent4"/>
            </a:solidFill>
            <a:ln w="30359"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 name="Freeform: Shape 32">
              <a:extLst>
                <a:ext uri="{FF2B5EF4-FFF2-40B4-BE49-F238E27FC236}">
                  <a16:creationId xmlns:a16="http://schemas.microsoft.com/office/drawing/2014/main" id="{EE5A5E6A-7FE4-08C7-D86D-63357EFE711C}"/>
                </a:ext>
              </a:extLst>
            </p:cNvPr>
            <p:cNvSpPr/>
            <p:nvPr/>
          </p:nvSpPr>
          <p:spPr>
            <a:xfrm>
              <a:off x="-17291" y="-241739"/>
              <a:ext cx="3979579" cy="4974894"/>
            </a:xfrm>
            <a:custGeom>
              <a:avLst/>
              <a:gdLst>
                <a:gd name="connsiteX0" fmla="*/ 0 w 3979579"/>
                <a:gd name="connsiteY0" fmla="*/ 0 h 4974894"/>
                <a:gd name="connsiteX1" fmla="*/ 3428332 w 3979579"/>
                <a:gd name="connsiteY1" fmla="*/ 0 h 4974894"/>
                <a:gd name="connsiteX2" fmla="*/ 3902131 w 3979579"/>
                <a:gd name="connsiteY2" fmla="*/ 823075 h 4974894"/>
                <a:gd name="connsiteX3" fmla="*/ 3902131 w 3979579"/>
                <a:gd name="connsiteY3" fmla="*/ 1406212 h 4974894"/>
                <a:gd name="connsiteX4" fmla="*/ 2013008 w 3979579"/>
                <a:gd name="connsiteY4" fmla="*/ 4680288 h 4974894"/>
                <a:gd name="connsiteX5" fmla="*/ 1505800 w 3979579"/>
                <a:gd name="connsiteY5" fmla="*/ 4974894 h 4974894"/>
                <a:gd name="connsiteX6" fmla="*/ 0 w 3979579"/>
                <a:gd name="connsiteY6" fmla="*/ 4974894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9579" h="4974894">
                  <a:moveTo>
                    <a:pt x="0" y="0"/>
                  </a:moveTo>
                  <a:lnTo>
                    <a:pt x="3428332" y="0"/>
                  </a:lnTo>
                  <a:lnTo>
                    <a:pt x="3902131" y="823075"/>
                  </a:lnTo>
                  <a:cubicBezTo>
                    <a:pt x="4005395" y="1002268"/>
                    <a:pt x="4005395" y="1223982"/>
                    <a:pt x="3902131" y="1406212"/>
                  </a:cubicBezTo>
                  <a:lnTo>
                    <a:pt x="2013008" y="4680288"/>
                  </a:lnTo>
                  <a:cubicBezTo>
                    <a:pt x="1909744" y="4862519"/>
                    <a:pt x="1715365" y="4974894"/>
                    <a:pt x="1505800" y="4974894"/>
                  </a:cubicBezTo>
                  <a:lnTo>
                    <a:pt x="0" y="4974894"/>
                  </a:lnTo>
                  <a:close/>
                </a:path>
              </a:pathLst>
            </a:custGeom>
            <a:solidFill>
              <a:schemeClr val="accent3"/>
            </a:solidFill>
            <a:ln w="30359"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04D68021-CA0F-2173-BC72-AC66B3F2CD7D}"/>
                </a:ext>
              </a:extLst>
            </p:cNvPr>
            <p:cNvSpPr/>
            <p:nvPr/>
          </p:nvSpPr>
          <p:spPr>
            <a:xfrm>
              <a:off x="-17291" y="-241739"/>
              <a:ext cx="3189913" cy="4974894"/>
            </a:xfrm>
            <a:custGeom>
              <a:avLst/>
              <a:gdLst>
                <a:gd name="connsiteX0" fmla="*/ 0 w 3189913"/>
                <a:gd name="connsiteY0" fmla="*/ 0 h 4974894"/>
                <a:gd name="connsiteX1" fmla="*/ 2638666 w 3189913"/>
                <a:gd name="connsiteY1" fmla="*/ 0 h 4974894"/>
                <a:gd name="connsiteX2" fmla="*/ 3112465 w 3189913"/>
                <a:gd name="connsiteY2" fmla="*/ 823075 h 4974894"/>
                <a:gd name="connsiteX3" fmla="*/ 3112465 w 3189913"/>
                <a:gd name="connsiteY3" fmla="*/ 1406212 h 4974894"/>
                <a:gd name="connsiteX4" fmla="*/ 1223342 w 3189913"/>
                <a:gd name="connsiteY4" fmla="*/ 4680288 h 4974894"/>
                <a:gd name="connsiteX5" fmla="*/ 716134 w 3189913"/>
                <a:gd name="connsiteY5" fmla="*/ 4974894 h 4974894"/>
                <a:gd name="connsiteX6" fmla="*/ 0 w 3189913"/>
                <a:gd name="connsiteY6" fmla="*/ 4974894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9913" h="4974894">
                  <a:moveTo>
                    <a:pt x="0" y="0"/>
                  </a:moveTo>
                  <a:lnTo>
                    <a:pt x="2638666" y="0"/>
                  </a:lnTo>
                  <a:lnTo>
                    <a:pt x="3112465" y="823075"/>
                  </a:lnTo>
                  <a:cubicBezTo>
                    <a:pt x="3215729" y="1002268"/>
                    <a:pt x="3215729" y="1223982"/>
                    <a:pt x="3112465" y="1406212"/>
                  </a:cubicBezTo>
                  <a:lnTo>
                    <a:pt x="1223342" y="4680288"/>
                  </a:lnTo>
                  <a:cubicBezTo>
                    <a:pt x="1120078" y="4862519"/>
                    <a:pt x="925699" y="4974894"/>
                    <a:pt x="716134" y="4974894"/>
                  </a:cubicBezTo>
                  <a:lnTo>
                    <a:pt x="0" y="4974894"/>
                  </a:lnTo>
                  <a:close/>
                </a:path>
              </a:pathLst>
            </a:custGeom>
            <a:solidFill>
              <a:schemeClr val="accent2"/>
            </a:solidFill>
            <a:ln w="30359"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336A7003-1A1E-0009-50FE-737A12BD3FA0}"/>
                </a:ext>
              </a:extLst>
            </p:cNvPr>
            <p:cNvSpPr/>
            <p:nvPr/>
          </p:nvSpPr>
          <p:spPr>
            <a:xfrm>
              <a:off x="-17292" y="-241738"/>
              <a:ext cx="2363802" cy="4963149"/>
            </a:xfrm>
            <a:custGeom>
              <a:avLst/>
              <a:gdLst>
                <a:gd name="connsiteX0" fmla="*/ 0 w 2363802"/>
                <a:gd name="connsiteY0" fmla="*/ 0 h 4963149"/>
                <a:gd name="connsiteX1" fmla="*/ 1812555 w 2363802"/>
                <a:gd name="connsiteY1" fmla="*/ 0 h 4963149"/>
                <a:gd name="connsiteX2" fmla="*/ 2286354 w 2363802"/>
                <a:gd name="connsiteY2" fmla="*/ 823075 h 4963149"/>
                <a:gd name="connsiteX3" fmla="*/ 2286354 w 2363802"/>
                <a:gd name="connsiteY3" fmla="*/ 1406212 h 4963149"/>
                <a:gd name="connsiteX4" fmla="*/ 397231 w 2363802"/>
                <a:gd name="connsiteY4" fmla="*/ 4680288 h 4963149"/>
                <a:gd name="connsiteX5" fmla="*/ 42736 w 2363802"/>
                <a:gd name="connsiteY5" fmla="*/ 4954488 h 4963149"/>
                <a:gd name="connsiteX6" fmla="*/ 0 w 2363802"/>
                <a:gd name="connsiteY6" fmla="*/ 4963149 h 496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3802" h="4963149">
                  <a:moveTo>
                    <a:pt x="0" y="0"/>
                  </a:moveTo>
                  <a:lnTo>
                    <a:pt x="1812555" y="0"/>
                  </a:lnTo>
                  <a:lnTo>
                    <a:pt x="2286354" y="823075"/>
                  </a:lnTo>
                  <a:cubicBezTo>
                    <a:pt x="2389618" y="1002268"/>
                    <a:pt x="2389618" y="1223982"/>
                    <a:pt x="2286354" y="1406212"/>
                  </a:cubicBezTo>
                  <a:lnTo>
                    <a:pt x="397231" y="4680288"/>
                  </a:lnTo>
                  <a:cubicBezTo>
                    <a:pt x="317505" y="4816962"/>
                    <a:pt x="189944" y="4914341"/>
                    <a:pt x="42736" y="4954488"/>
                  </a:cubicBezTo>
                  <a:lnTo>
                    <a:pt x="0" y="4963149"/>
                  </a:lnTo>
                  <a:close/>
                </a:path>
              </a:pathLst>
            </a:custGeom>
            <a:solidFill>
              <a:schemeClr val="accent1"/>
            </a:solidFill>
            <a:ln w="30359" cap="flat">
              <a:noFill/>
              <a:prstDash val="solid"/>
              <a:miter/>
            </a:ln>
          </p:spPr>
          <p:txBody>
            <a:bodyPr wrap="square" rtlCol="0" anchor="ctr">
              <a:noAutofit/>
            </a:bodyP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grpSp>
      <p:pic>
        <p:nvPicPr>
          <p:cNvPr id="11" name="Picture 10">
            <a:extLst>
              <a:ext uri="{FF2B5EF4-FFF2-40B4-BE49-F238E27FC236}">
                <a16:creationId xmlns:a16="http://schemas.microsoft.com/office/drawing/2014/main" id="{F04186E4-E2D5-950C-4EB4-0286208501C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2749" b="2041"/>
          <a:stretch/>
        </p:blipFill>
        <p:spPr>
          <a:xfrm>
            <a:off x="395763" y="741173"/>
            <a:ext cx="4522144" cy="3755452"/>
          </a:xfrm>
          <a:prstGeom prst="rect">
            <a:avLst/>
          </a:prstGeom>
        </p:spPr>
      </p:pic>
      <p:sp>
        <p:nvSpPr>
          <p:cNvPr id="4" name="Text Placeholder 3">
            <a:extLst>
              <a:ext uri="{FF2B5EF4-FFF2-40B4-BE49-F238E27FC236}">
                <a16:creationId xmlns:a16="http://schemas.microsoft.com/office/drawing/2014/main" id="{CF31E580-A87D-D9A9-237F-A2CFE74057DD}"/>
              </a:ext>
            </a:extLst>
          </p:cNvPr>
          <p:cNvSpPr>
            <a:spLocks noGrp="1"/>
          </p:cNvSpPr>
          <p:nvPr>
            <p:ph type="body" sz="quarter" idx="22"/>
          </p:nvPr>
        </p:nvSpPr>
        <p:spPr>
          <a:xfrm>
            <a:off x="5732476" y="470795"/>
            <a:ext cx="3080806" cy="465633"/>
          </a:xfrm>
        </p:spPr>
        <p:txBody>
          <a:bodyPr/>
          <a:lstStyle/>
          <a:p>
            <a:pPr algn="just"/>
            <a:r>
              <a:rPr lang="vi-VN" sz="1500" dirty="0">
                <a:latin typeface="Calibri" panose="020F0502020204030204" pitchFamily="34" charset="0"/>
                <a:ea typeface="Calibri" panose="020F0502020204030204" pitchFamily="34" charset="0"/>
                <a:cs typeface="Calibri" panose="020F0502020204030204" pitchFamily="34" charset="0"/>
              </a:rPr>
              <a:t>Yếu tố nào (độ dài </a:t>
            </a:r>
            <a:r>
              <a:rPr lang="vi-VN" sz="1500" dirty="0" err="1">
                <a:latin typeface="Calibri" panose="020F0502020204030204" pitchFamily="34" charset="0"/>
                <a:ea typeface="Calibri" panose="020F0502020204030204" pitchFamily="34" charset="0"/>
                <a:cs typeface="Calibri" panose="020F0502020204030204" pitchFamily="34" charset="0"/>
              </a:rPr>
              <a:t>duration</a:t>
            </a:r>
            <a:r>
              <a:rPr lang="vi-VN" sz="1500" dirty="0">
                <a:latin typeface="Calibri" panose="020F0502020204030204" pitchFamily="34" charset="0"/>
                <a:ea typeface="Calibri" panose="020F0502020204030204" pitchFamily="34" charset="0"/>
                <a:cs typeface="Calibri" panose="020F0502020204030204" pitchFamily="34" charset="0"/>
              </a:rPr>
              <a:t>, số lượng sử dụng </a:t>
            </a:r>
            <a:r>
              <a:rPr lang="vi-VN" sz="1500" dirty="0" err="1">
                <a:latin typeface="Calibri" panose="020F0502020204030204" pitchFamily="34" charset="0"/>
                <a:ea typeface="Calibri" panose="020F0502020204030204" pitchFamily="34" charset="0"/>
                <a:cs typeface="Calibri" panose="020F0502020204030204" pitchFamily="34" charset="0"/>
              </a:rPr>
              <a:t>hashtags</a:t>
            </a:r>
            <a:r>
              <a:rPr lang="vi-VN" sz="1500" dirty="0">
                <a:latin typeface="Calibri" panose="020F0502020204030204" pitchFamily="34" charset="0"/>
                <a:ea typeface="Calibri" panose="020F0502020204030204" pitchFamily="34" charset="0"/>
                <a:cs typeface="Calibri" panose="020F0502020204030204" pitchFamily="34" charset="0"/>
              </a:rPr>
              <a:t>) góp phần lớn nhất vào việc làm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viral</a:t>
            </a:r>
            <a:r>
              <a:rPr lang="vi-VN" sz="1500" dirty="0">
                <a:latin typeface="Calibri" panose="020F0502020204030204" pitchFamily="34" charset="0"/>
                <a:ea typeface="Calibri" panose="020F0502020204030204" pitchFamily="34" charset="0"/>
                <a:cs typeface="Calibri" panose="020F0502020204030204" pitchFamily="34" charset="0"/>
              </a:rPr>
              <a:t> (đo bằng </a:t>
            </a:r>
            <a:r>
              <a:rPr lang="vi-VN" sz="1500" dirty="0" err="1">
                <a:latin typeface="Calibri" panose="020F0502020204030204" pitchFamily="34" charset="0"/>
                <a:ea typeface="Calibri" panose="020F0502020204030204" pitchFamily="34" charset="0"/>
                <a:cs typeface="Calibri" panose="020F0502020204030204" pitchFamily="34" charset="0"/>
              </a:rPr>
              <a:t>views</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likes</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comments</a:t>
            </a:r>
            <a:r>
              <a:rPr lang="vi-VN" sz="1500" dirty="0">
                <a:latin typeface="Calibri" panose="020F0502020204030204" pitchFamily="34" charset="0"/>
                <a:ea typeface="Calibri" panose="020F0502020204030204" pitchFamily="34" charset="0"/>
                <a:cs typeface="Calibri" panose="020F0502020204030204" pitchFamily="34" charset="0"/>
              </a:rPr>
              <a:t> ) ?</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7EC8EC1C-5866-AE3C-4170-C06403A5BD85}"/>
              </a:ext>
            </a:extLst>
          </p:cNvPr>
          <p:cNvSpPr>
            <a:spLocks noGrp="1"/>
          </p:cNvSpPr>
          <p:nvPr>
            <p:ph type="body" sz="quarter" idx="25"/>
          </p:nvPr>
        </p:nvSpPr>
        <p:spPr>
          <a:xfrm>
            <a:off x="5732476" y="1662980"/>
            <a:ext cx="3011314" cy="465633"/>
          </a:xfrm>
        </p:spPr>
        <p:txBody>
          <a:bodyPr/>
          <a:lstStyle/>
          <a:p>
            <a:pPr algn="just"/>
            <a:r>
              <a:rPr lang="vi-VN" sz="1500" dirty="0">
                <a:latin typeface="Calibri" panose="020F0502020204030204" pitchFamily="34" charset="0"/>
                <a:ea typeface="Calibri" panose="020F0502020204030204" pitchFamily="34" charset="0"/>
                <a:cs typeface="Calibri" panose="020F0502020204030204" pitchFamily="34" charset="0"/>
              </a:rPr>
              <a:t>Các </a:t>
            </a:r>
            <a:r>
              <a:rPr lang="vi-VN" sz="1500" dirty="0" err="1">
                <a:latin typeface="Calibri" panose="020F0502020204030204" pitchFamily="34" charset="0"/>
                <a:ea typeface="Calibri" panose="020F0502020204030204" pitchFamily="34" charset="0"/>
                <a:cs typeface="Calibri" panose="020F0502020204030204" pitchFamily="34" charset="0"/>
              </a:rPr>
              <a:t>hashtags</a:t>
            </a:r>
            <a:r>
              <a:rPr lang="vi-VN" sz="1500" dirty="0">
                <a:latin typeface="Calibri" panose="020F0502020204030204" pitchFamily="34" charset="0"/>
                <a:ea typeface="Calibri" panose="020F0502020204030204" pitchFamily="34" charset="0"/>
                <a:cs typeface="Calibri" panose="020F0502020204030204" pitchFamily="34" charset="0"/>
              </a:rPr>
              <a:t> nào được sử dụng phổ biến nhất ? Mối quan hệ giữa việc sử dụng </a:t>
            </a:r>
            <a:r>
              <a:rPr lang="vi-VN" sz="1500" dirty="0" err="1">
                <a:latin typeface="Calibri" panose="020F0502020204030204" pitchFamily="34" charset="0"/>
                <a:ea typeface="Calibri" panose="020F0502020204030204" pitchFamily="34" charset="0"/>
                <a:cs typeface="Calibri" panose="020F0502020204030204" pitchFamily="34" charset="0"/>
              </a:rPr>
              <a:t>hashtag</a:t>
            </a:r>
            <a:r>
              <a:rPr lang="vi-VN" sz="1500" dirty="0">
                <a:latin typeface="Calibri" panose="020F0502020204030204" pitchFamily="34" charset="0"/>
                <a:ea typeface="Calibri" panose="020F0502020204030204" pitchFamily="34" charset="0"/>
                <a:cs typeface="Calibri" panose="020F0502020204030204" pitchFamily="34" charset="0"/>
              </a:rPr>
              <a:t> và khả năng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đạt lượt xem/ tương tác cao là gì ?</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7" name="Rectangle: Rounded Corners 16">
            <a:extLst>
              <a:ext uri="{FF2B5EF4-FFF2-40B4-BE49-F238E27FC236}">
                <a16:creationId xmlns:a16="http://schemas.microsoft.com/office/drawing/2014/main" id="{32FDD187-B6BD-3237-D998-E1BA1F6ECFF9}"/>
              </a:ext>
            </a:extLst>
          </p:cNvPr>
          <p:cNvSpPr/>
          <p:nvPr/>
        </p:nvSpPr>
        <p:spPr>
          <a:xfrm>
            <a:off x="5152549" y="470795"/>
            <a:ext cx="530942" cy="530942"/>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pic>
        <p:nvPicPr>
          <p:cNvPr id="8" name="Chỗ dành sẵn cho Hình ảnh 7">
            <a:extLst>
              <a:ext uri="{FF2B5EF4-FFF2-40B4-BE49-F238E27FC236}">
                <a16:creationId xmlns:a16="http://schemas.microsoft.com/office/drawing/2014/main" id="{E4C1AFB4-F388-269F-BE18-23A34D9F6162}"/>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277" r="2277"/>
          <a:stretch>
            <a:fillRect/>
          </a:stretch>
        </p:blipFill>
        <p:spPr/>
      </p:pic>
      <p:sp>
        <p:nvSpPr>
          <p:cNvPr id="9" name="Hộp Văn bản 8">
            <a:extLst>
              <a:ext uri="{FF2B5EF4-FFF2-40B4-BE49-F238E27FC236}">
                <a16:creationId xmlns:a16="http://schemas.microsoft.com/office/drawing/2014/main" id="{28B92768-C411-D8CE-6EFC-286E2859929C}"/>
              </a:ext>
            </a:extLst>
          </p:cNvPr>
          <p:cNvSpPr txBox="1"/>
          <p:nvPr/>
        </p:nvSpPr>
        <p:spPr>
          <a:xfrm>
            <a:off x="5258816" y="551600"/>
            <a:ext cx="318407" cy="400110"/>
          </a:xfrm>
          <a:prstGeom prst="rect">
            <a:avLst/>
          </a:prstGeom>
          <a:noFill/>
        </p:spPr>
        <p:txBody>
          <a:bodyPr wrap="square" rtlCol="0">
            <a:spAutoFit/>
          </a:bodyPr>
          <a:lstStyle/>
          <a:p>
            <a:r>
              <a:rPr lang="vi-VN" sz="2000" b="1" dirty="0">
                <a:latin typeface="Calibri" panose="020F0502020204030204" pitchFamily="34" charset="0"/>
                <a:ea typeface="Calibri" panose="020F0502020204030204" pitchFamily="34" charset="0"/>
                <a:cs typeface="Calibri" panose="020F0502020204030204" pitchFamily="34" charset="0"/>
              </a:rPr>
              <a:t>?</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18FD952A-2427-75CC-2492-BF69C890925F}"/>
              </a:ext>
            </a:extLst>
          </p:cNvPr>
          <p:cNvSpPr txBox="1"/>
          <p:nvPr/>
        </p:nvSpPr>
        <p:spPr>
          <a:xfrm>
            <a:off x="5732477" y="2756140"/>
            <a:ext cx="3252318" cy="1015663"/>
          </a:xfrm>
          <a:prstGeom prst="rect">
            <a:avLst/>
          </a:prstGeom>
          <a:noFill/>
        </p:spPr>
        <p:txBody>
          <a:bodyPr wrap="square">
            <a:spAutoFit/>
          </a:bodyPr>
          <a:lstStyle/>
          <a:p>
            <a:pPr algn="just"/>
            <a:r>
              <a:rPr lang="vi-VN" sz="1500" dirty="0">
                <a:latin typeface="Calibri" panose="020F0502020204030204" pitchFamily="34" charset="0"/>
                <a:ea typeface="Calibri" panose="020F0502020204030204" pitchFamily="34" charset="0"/>
                <a:cs typeface="Calibri" panose="020F0502020204030204" pitchFamily="34" charset="0"/>
              </a:rPr>
              <a:t>Cảm xúc trong nội dung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(tích cực – trung tính – tiêu cực) có ảnh hưởng như thế nào đến mức độ tương tác của người xem?</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6" name="Hộp Văn bản 5">
            <a:extLst>
              <a:ext uri="{FF2B5EF4-FFF2-40B4-BE49-F238E27FC236}">
                <a16:creationId xmlns:a16="http://schemas.microsoft.com/office/drawing/2014/main" id="{61B59C39-548B-D557-7BA0-BCEC6E302092}"/>
              </a:ext>
            </a:extLst>
          </p:cNvPr>
          <p:cNvSpPr txBox="1"/>
          <p:nvPr/>
        </p:nvSpPr>
        <p:spPr>
          <a:xfrm>
            <a:off x="5732476" y="3948325"/>
            <a:ext cx="3252318" cy="784830"/>
          </a:xfrm>
          <a:prstGeom prst="rect">
            <a:avLst/>
          </a:prstGeom>
          <a:noFill/>
        </p:spPr>
        <p:txBody>
          <a:bodyPr wrap="square">
            <a:spAutoFit/>
          </a:bodyPr>
          <a:lstStyle/>
          <a:p>
            <a:pPr algn="just"/>
            <a:r>
              <a:rPr lang="vi-VN" sz="1500" dirty="0">
                <a:latin typeface="Calibri" panose="020F0502020204030204" pitchFamily="34" charset="0"/>
                <a:ea typeface="Calibri" panose="020F0502020204030204" pitchFamily="34" charset="0"/>
                <a:cs typeface="Calibri" panose="020F0502020204030204" pitchFamily="34" charset="0"/>
              </a:rPr>
              <a:t>Các nhóm chủ đề (</a:t>
            </a:r>
            <a:r>
              <a:rPr lang="vi-VN" sz="1500" dirty="0" err="1">
                <a:latin typeface="Calibri" panose="020F0502020204030204" pitchFamily="34" charset="0"/>
                <a:ea typeface="Calibri" panose="020F0502020204030204" pitchFamily="34" charset="0"/>
                <a:cs typeface="Calibri" panose="020F0502020204030204" pitchFamily="34" charset="0"/>
              </a:rPr>
              <a:t>topic</a:t>
            </a:r>
            <a:r>
              <a:rPr lang="vi-VN" sz="1500" dirty="0">
                <a:latin typeface="Calibri" panose="020F0502020204030204" pitchFamily="34" charset="0"/>
                <a:ea typeface="Calibri" panose="020F0502020204030204" pitchFamily="34" charset="0"/>
                <a:cs typeface="Calibri" panose="020F0502020204030204" pitchFamily="34" charset="0"/>
              </a:rPr>
              <a:t>) khác nhau có tác động ra sao đến lượt xem và tương tác của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trên </a:t>
            </a:r>
            <a:r>
              <a:rPr lang="vi-VN" sz="1500" dirty="0" err="1">
                <a:latin typeface="Calibri" panose="020F0502020204030204" pitchFamily="34" charset="0"/>
                <a:ea typeface="Calibri" panose="020F0502020204030204" pitchFamily="34" charset="0"/>
                <a:cs typeface="Calibri" panose="020F0502020204030204" pitchFamily="34" charset="0"/>
              </a:rPr>
              <a:t>YouTube</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Shorts</a:t>
            </a:r>
            <a:r>
              <a:rPr lang="vi-VN" sz="1500" dirty="0">
                <a:latin typeface="Calibri" panose="020F0502020204030204" pitchFamily="34" charset="0"/>
                <a:ea typeface="Calibri" panose="020F0502020204030204" pitchFamily="34" charset="0"/>
                <a:cs typeface="Calibri" panose="020F0502020204030204" pitchFamily="34" charset="0"/>
              </a:rPr>
              <a:t>?</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Rounded Corners 16">
            <a:extLst>
              <a:ext uri="{FF2B5EF4-FFF2-40B4-BE49-F238E27FC236}">
                <a16:creationId xmlns:a16="http://schemas.microsoft.com/office/drawing/2014/main" id="{97814734-8C3A-9DB3-A61A-86821EE20A18}"/>
              </a:ext>
            </a:extLst>
          </p:cNvPr>
          <p:cNvSpPr/>
          <p:nvPr/>
        </p:nvSpPr>
        <p:spPr>
          <a:xfrm>
            <a:off x="5152549" y="1662980"/>
            <a:ext cx="530942" cy="530942"/>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2" name="Hộp Văn bản 11">
            <a:extLst>
              <a:ext uri="{FF2B5EF4-FFF2-40B4-BE49-F238E27FC236}">
                <a16:creationId xmlns:a16="http://schemas.microsoft.com/office/drawing/2014/main" id="{8469E909-D51F-081D-B07A-21425B708F11}"/>
              </a:ext>
            </a:extLst>
          </p:cNvPr>
          <p:cNvSpPr txBox="1"/>
          <p:nvPr/>
        </p:nvSpPr>
        <p:spPr>
          <a:xfrm>
            <a:off x="5258816" y="1743785"/>
            <a:ext cx="318407" cy="400110"/>
          </a:xfrm>
          <a:prstGeom prst="rect">
            <a:avLst/>
          </a:prstGeom>
          <a:noFill/>
        </p:spPr>
        <p:txBody>
          <a:bodyPr wrap="square" rtlCol="0">
            <a:spAutoFit/>
          </a:bodyPr>
          <a:lstStyle/>
          <a:p>
            <a:r>
              <a:rPr lang="vi-VN" sz="2000" b="1" dirty="0">
                <a:latin typeface="Calibri" panose="020F0502020204030204" pitchFamily="34" charset="0"/>
                <a:ea typeface="Calibri" panose="020F0502020204030204" pitchFamily="34" charset="0"/>
                <a:cs typeface="Calibri" panose="020F0502020204030204" pitchFamily="34" charset="0"/>
              </a:rPr>
              <a:t>?</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13" name="Rectangle: Rounded Corners 16">
            <a:extLst>
              <a:ext uri="{FF2B5EF4-FFF2-40B4-BE49-F238E27FC236}">
                <a16:creationId xmlns:a16="http://schemas.microsoft.com/office/drawing/2014/main" id="{88DE1E06-DF07-D9AA-1495-ADDFC1ABDD79}"/>
              </a:ext>
            </a:extLst>
          </p:cNvPr>
          <p:cNvSpPr/>
          <p:nvPr/>
        </p:nvSpPr>
        <p:spPr>
          <a:xfrm>
            <a:off x="5152549" y="2794427"/>
            <a:ext cx="530942" cy="530942"/>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6" name="Hộp Văn bản 15">
            <a:extLst>
              <a:ext uri="{FF2B5EF4-FFF2-40B4-BE49-F238E27FC236}">
                <a16:creationId xmlns:a16="http://schemas.microsoft.com/office/drawing/2014/main" id="{46D84FC5-409A-0739-5DBC-B2F142BB7C14}"/>
              </a:ext>
            </a:extLst>
          </p:cNvPr>
          <p:cNvSpPr txBox="1"/>
          <p:nvPr/>
        </p:nvSpPr>
        <p:spPr>
          <a:xfrm>
            <a:off x="5258816" y="2875232"/>
            <a:ext cx="318407" cy="400110"/>
          </a:xfrm>
          <a:prstGeom prst="rect">
            <a:avLst/>
          </a:prstGeom>
          <a:noFill/>
        </p:spPr>
        <p:txBody>
          <a:bodyPr wrap="square" rtlCol="0">
            <a:spAutoFit/>
          </a:bodyPr>
          <a:lstStyle/>
          <a:p>
            <a:r>
              <a:rPr lang="vi-VN" sz="2000" b="1" dirty="0">
                <a:latin typeface="Calibri" panose="020F0502020204030204" pitchFamily="34" charset="0"/>
                <a:ea typeface="Calibri" panose="020F0502020204030204" pitchFamily="34" charset="0"/>
                <a:cs typeface="Calibri" panose="020F0502020204030204" pitchFamily="34" charset="0"/>
              </a:rPr>
              <a:t>?</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18" name="Rectangle: Rounded Corners 16">
            <a:extLst>
              <a:ext uri="{FF2B5EF4-FFF2-40B4-BE49-F238E27FC236}">
                <a16:creationId xmlns:a16="http://schemas.microsoft.com/office/drawing/2014/main" id="{105C07B2-375B-4C4A-2AA9-0FB785B65B70}"/>
              </a:ext>
            </a:extLst>
          </p:cNvPr>
          <p:cNvSpPr/>
          <p:nvPr/>
        </p:nvSpPr>
        <p:spPr>
          <a:xfrm>
            <a:off x="5152549" y="3980490"/>
            <a:ext cx="530942" cy="530942"/>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Hộp Văn bản 18">
            <a:extLst>
              <a:ext uri="{FF2B5EF4-FFF2-40B4-BE49-F238E27FC236}">
                <a16:creationId xmlns:a16="http://schemas.microsoft.com/office/drawing/2014/main" id="{21B2B5AB-87AE-068B-3B4C-4DA15EA202C3}"/>
              </a:ext>
            </a:extLst>
          </p:cNvPr>
          <p:cNvSpPr txBox="1"/>
          <p:nvPr/>
        </p:nvSpPr>
        <p:spPr>
          <a:xfrm>
            <a:off x="5258816" y="4061295"/>
            <a:ext cx="318407" cy="400110"/>
          </a:xfrm>
          <a:prstGeom prst="rect">
            <a:avLst/>
          </a:prstGeom>
          <a:noFill/>
        </p:spPr>
        <p:txBody>
          <a:bodyPr wrap="square" rtlCol="0">
            <a:spAutoFit/>
          </a:bodyPr>
          <a:lstStyle/>
          <a:p>
            <a:r>
              <a:rPr lang="vi-VN" sz="2000" b="1" dirty="0">
                <a:latin typeface="Calibri" panose="020F0502020204030204" pitchFamily="34" charset="0"/>
                <a:ea typeface="Calibri" panose="020F0502020204030204" pitchFamily="34" charset="0"/>
                <a:cs typeface="Calibri" panose="020F0502020204030204" pitchFamily="34" charset="0"/>
              </a:rPr>
              <a:t>?</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4731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AB432-2C00-5AD7-9CEC-E0AEFEF72E4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A6B6FA-1AE9-308B-E483-3332D7320751}"/>
              </a:ext>
            </a:extLst>
          </p:cNvPr>
          <p:cNvSpPr>
            <a:spLocks noGrp="1"/>
          </p:cNvSpPr>
          <p:nvPr>
            <p:ph type="body" sz="quarter" idx="10"/>
          </p:nvPr>
        </p:nvSpPr>
        <p:spPr>
          <a:xfrm>
            <a:off x="313687" y="526418"/>
            <a:ext cx="3161344" cy="1138734"/>
          </a:xfrm>
        </p:spPr>
        <p:txBody>
          <a:bodyPr/>
          <a:lstStyle/>
          <a:p>
            <a:r>
              <a:rPr lang="en-US" sz="4000" dirty="0" err="1">
                <a:ea typeface="Calibri" panose="020F0502020204030204" pitchFamily="34" charset="0"/>
                <a:cs typeface="Calibri" panose="020F0502020204030204" pitchFamily="34" charset="0"/>
              </a:rPr>
              <a:t>Mục</a:t>
            </a:r>
            <a:r>
              <a:rPr lang="en-US" sz="4000" dirty="0">
                <a:ea typeface="Calibri" panose="020F0502020204030204" pitchFamily="34" charset="0"/>
                <a:cs typeface="Calibri" panose="020F0502020204030204" pitchFamily="34" charset="0"/>
              </a:rPr>
              <a:t> </a:t>
            </a:r>
            <a:r>
              <a:rPr lang="en-US" sz="4000" dirty="0" err="1">
                <a:ea typeface="Calibri" panose="020F0502020204030204" pitchFamily="34" charset="0"/>
                <a:cs typeface="Calibri" panose="020F0502020204030204" pitchFamily="34" charset="0"/>
              </a:rPr>
              <a:t>tiêu</a:t>
            </a:r>
            <a:r>
              <a:rPr lang="en-US" sz="4000" dirty="0">
                <a:ea typeface="Calibri" panose="020F0502020204030204" pitchFamily="34" charset="0"/>
                <a:cs typeface="Calibri" panose="020F0502020204030204" pitchFamily="34" charset="0"/>
              </a:rPr>
              <a:t> </a:t>
            </a:r>
            <a:r>
              <a:rPr lang="en-US" sz="4000" dirty="0" err="1">
                <a:ea typeface="Calibri" panose="020F0502020204030204" pitchFamily="34" charset="0"/>
                <a:cs typeface="Calibri" panose="020F0502020204030204" pitchFamily="34" charset="0"/>
              </a:rPr>
              <a:t>nghiên</a:t>
            </a:r>
            <a:r>
              <a:rPr lang="en-US" sz="4000" dirty="0">
                <a:ea typeface="Calibri" panose="020F0502020204030204" pitchFamily="34" charset="0"/>
                <a:cs typeface="Calibri" panose="020F0502020204030204" pitchFamily="34" charset="0"/>
              </a:rPr>
              <a:t> </a:t>
            </a:r>
            <a:r>
              <a:rPr lang="en-US" sz="4000" dirty="0" err="1">
                <a:ea typeface="Calibri" panose="020F0502020204030204" pitchFamily="34" charset="0"/>
                <a:cs typeface="Calibri" panose="020F0502020204030204" pitchFamily="34" charset="0"/>
              </a:rPr>
              <a:t>cứu</a:t>
            </a:r>
            <a:endParaRPr lang="en-US" sz="4000" dirty="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13FA4A82-5BA8-A3AA-D845-E14BA9C2D0DF}"/>
              </a:ext>
            </a:extLst>
          </p:cNvPr>
          <p:cNvSpPr>
            <a:spLocks noGrp="1"/>
          </p:cNvSpPr>
          <p:nvPr>
            <p:ph type="body" sz="quarter" idx="21"/>
          </p:nvPr>
        </p:nvSpPr>
        <p:spPr>
          <a:xfrm>
            <a:off x="4383576" y="838949"/>
            <a:ext cx="3837860" cy="400915"/>
          </a:xfrm>
        </p:spPr>
        <p:txBody>
          <a:bodyPr/>
          <a:lstStyle/>
          <a:p>
            <a:pPr marL="0" indent="0">
              <a:buNone/>
            </a:pPr>
            <a:r>
              <a:rPr lang="en-US" sz="1500" dirty="0">
                <a:latin typeface="Calibri" panose="020F0502020204030204" pitchFamily="34" charset="0"/>
                <a:ea typeface="Calibri" panose="020F0502020204030204" pitchFamily="34" charset="0"/>
                <a:cs typeface="Calibri" panose="020F0502020204030204" pitchFamily="34" charset="0"/>
              </a:rPr>
              <a:t>Xác định các yếu tố phổ biến trong video viral</a:t>
            </a:r>
          </a:p>
        </p:txBody>
      </p:sp>
      <p:sp>
        <p:nvSpPr>
          <p:cNvPr id="5" name="Text Placeholder 4">
            <a:extLst>
              <a:ext uri="{FF2B5EF4-FFF2-40B4-BE49-F238E27FC236}">
                <a16:creationId xmlns:a16="http://schemas.microsoft.com/office/drawing/2014/main" id="{A2856D42-2D4D-5CC9-2760-7EEDADBA2D6C}"/>
              </a:ext>
            </a:extLst>
          </p:cNvPr>
          <p:cNvSpPr>
            <a:spLocks noGrp="1"/>
          </p:cNvSpPr>
          <p:nvPr>
            <p:ph type="body" sz="quarter" idx="23"/>
          </p:nvPr>
        </p:nvSpPr>
        <p:spPr>
          <a:xfrm>
            <a:off x="4383575" y="1977683"/>
            <a:ext cx="4181815" cy="400915"/>
          </a:xfrm>
        </p:spPr>
        <p:txBody>
          <a:bodyPr/>
          <a:lstStyle/>
          <a:p>
            <a:pPr marL="0" indent="0">
              <a:buNone/>
            </a:pPr>
            <a:r>
              <a:rPr lang="vi-VN" sz="1500" dirty="0">
                <a:latin typeface="Calibri" panose="020F0502020204030204" pitchFamily="34" charset="0"/>
                <a:ea typeface="Calibri" panose="020F0502020204030204" pitchFamily="34" charset="0"/>
                <a:cs typeface="Calibri" panose="020F0502020204030204" pitchFamily="34" charset="0"/>
              </a:rPr>
              <a:t>Đo lường mức độ ảnh hưởng của từng yếu tố đến lượt xem và tương tác</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FE2322BD-7D48-92B9-B010-36348BA06AB2}"/>
              </a:ext>
            </a:extLst>
          </p:cNvPr>
          <p:cNvSpPr>
            <a:spLocks noGrp="1"/>
          </p:cNvSpPr>
          <p:nvPr>
            <p:ph type="body" sz="quarter" idx="25"/>
          </p:nvPr>
        </p:nvSpPr>
        <p:spPr>
          <a:xfrm>
            <a:off x="4383575" y="3116417"/>
            <a:ext cx="3984811" cy="400915"/>
          </a:xfrm>
        </p:spPr>
        <p:txBody>
          <a:bodyPr/>
          <a:lstStyle/>
          <a:p>
            <a:pPr marL="0" indent="0">
              <a:buNone/>
            </a:pPr>
            <a:r>
              <a:rPr lang="vi-VN" sz="1500" dirty="0">
                <a:latin typeface="Calibri" panose="020F0502020204030204" pitchFamily="34" charset="0"/>
                <a:ea typeface="Calibri" panose="020F0502020204030204" pitchFamily="34" charset="0"/>
                <a:cs typeface="Calibri" panose="020F0502020204030204" pitchFamily="34" charset="0"/>
              </a:rPr>
              <a:t>Đề xuất chiến lược nội dung giúp tăng khả năng viral cho nhà sáng tạo</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07C6362F-9613-2103-8AF9-A03C0B6AA4BA}"/>
              </a:ext>
            </a:extLst>
          </p:cNvPr>
          <p:cNvSpPr>
            <a:spLocks noGrp="1"/>
          </p:cNvSpPr>
          <p:nvPr>
            <p:ph type="body" sz="quarter" idx="27"/>
          </p:nvPr>
        </p:nvSpPr>
        <p:spPr>
          <a:xfrm>
            <a:off x="4383575" y="4255151"/>
            <a:ext cx="3707223" cy="400915"/>
          </a:xfrm>
        </p:spPr>
        <p:txBody>
          <a:bodyPr/>
          <a:lstStyle/>
          <a:p>
            <a:pPr marL="0" indent="0">
              <a:buNone/>
            </a:pPr>
            <a:r>
              <a:rPr lang="vi-VN" sz="1500" dirty="0">
                <a:latin typeface="Calibri" panose="020F0502020204030204" pitchFamily="34" charset="0"/>
                <a:ea typeface="Calibri" panose="020F0502020204030204" pitchFamily="34" charset="0"/>
                <a:cs typeface="Calibri" panose="020F0502020204030204" pitchFamily="34" charset="0"/>
              </a:rPr>
              <a:t>Xác định top hashtags và độ dài video tối ưu cho viral</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28" name="Freeform: Shape 27">
            <a:extLst>
              <a:ext uri="{FF2B5EF4-FFF2-40B4-BE49-F238E27FC236}">
                <a16:creationId xmlns:a16="http://schemas.microsoft.com/office/drawing/2014/main" id="{17C6E058-0423-7032-7E01-07A6F018F2E2}"/>
              </a:ext>
            </a:extLst>
          </p:cNvPr>
          <p:cNvSpPr/>
          <p:nvPr/>
        </p:nvSpPr>
        <p:spPr>
          <a:xfrm rot="1476795">
            <a:off x="-535462" y="3273656"/>
            <a:ext cx="2190250" cy="2037887"/>
          </a:xfrm>
          <a:custGeom>
            <a:avLst/>
            <a:gdLst>
              <a:gd name="connsiteX0" fmla="*/ 0 w 2190250"/>
              <a:gd name="connsiteY0" fmla="*/ 0 h 2037887"/>
              <a:gd name="connsiteX1" fmla="*/ 1070874 w 2190250"/>
              <a:gd name="connsiteY1" fmla="*/ 0 h 2037887"/>
              <a:gd name="connsiteX2" fmla="*/ 1482916 w 2190250"/>
              <a:gd name="connsiteY2" fmla="*/ 238362 h 2037887"/>
              <a:gd name="connsiteX3" fmla="*/ 2190250 w 2190250"/>
              <a:gd name="connsiteY3" fmla="*/ 1462191 h 2037887"/>
              <a:gd name="connsiteX4" fmla="*/ 933588 w 2190250"/>
              <a:gd name="connsiteY4" fmla="*/ 2037887 h 2037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250" h="2037887">
                <a:moveTo>
                  <a:pt x="0" y="0"/>
                </a:moveTo>
                <a:lnTo>
                  <a:pt x="1070874" y="0"/>
                </a:lnTo>
                <a:cubicBezTo>
                  <a:pt x="1240961" y="0"/>
                  <a:pt x="1397873" y="91033"/>
                  <a:pt x="1482916" y="238362"/>
                </a:cubicBezTo>
                <a:lnTo>
                  <a:pt x="2190250" y="1462191"/>
                </a:lnTo>
                <a:lnTo>
                  <a:pt x="933588" y="2037887"/>
                </a:ln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37" name="Group 36">
            <a:extLst>
              <a:ext uri="{FF2B5EF4-FFF2-40B4-BE49-F238E27FC236}">
                <a16:creationId xmlns:a16="http://schemas.microsoft.com/office/drawing/2014/main" id="{DD34523A-1159-2845-EB99-D72670B415A7}"/>
              </a:ext>
            </a:extLst>
          </p:cNvPr>
          <p:cNvGrpSpPr/>
          <p:nvPr/>
        </p:nvGrpSpPr>
        <p:grpSpPr>
          <a:xfrm>
            <a:off x="-428277" y="3609702"/>
            <a:ext cx="1653180" cy="1646845"/>
            <a:chOff x="-428277" y="3609702"/>
            <a:chExt cx="1653180" cy="1646845"/>
          </a:xfrm>
        </p:grpSpPr>
        <p:sp>
          <p:nvSpPr>
            <p:cNvPr id="30" name="Freeform: Shape 29">
              <a:extLst>
                <a:ext uri="{FF2B5EF4-FFF2-40B4-BE49-F238E27FC236}">
                  <a16:creationId xmlns:a16="http://schemas.microsoft.com/office/drawing/2014/main" id="{C14341FA-0960-601B-6BED-979B159409C2}"/>
                </a:ext>
              </a:extLst>
            </p:cNvPr>
            <p:cNvSpPr/>
            <p:nvPr/>
          </p:nvSpPr>
          <p:spPr>
            <a:xfrm rot="1476795">
              <a:off x="-428277" y="3609702"/>
              <a:ext cx="1653180" cy="1646845"/>
            </a:xfrm>
            <a:custGeom>
              <a:avLst/>
              <a:gdLst>
                <a:gd name="connsiteX0" fmla="*/ 0 w 1653180"/>
                <a:gd name="connsiteY0" fmla="*/ 0 h 1646845"/>
                <a:gd name="connsiteX1" fmla="*/ 665317 w 1653180"/>
                <a:gd name="connsiteY1" fmla="*/ 0 h 1646845"/>
                <a:gd name="connsiteX2" fmla="*/ 1078556 w 1653180"/>
                <a:gd name="connsiteY2" fmla="*/ 238362 h 1646845"/>
                <a:gd name="connsiteX3" fmla="*/ 1653180 w 1653180"/>
                <a:gd name="connsiteY3" fmla="*/ 1235120 h 1646845"/>
                <a:gd name="connsiteX4" fmla="*/ 754445 w 1653180"/>
                <a:gd name="connsiteY4" fmla="*/ 1646845 h 1646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3180" h="1646845">
                  <a:moveTo>
                    <a:pt x="0" y="0"/>
                  </a:moveTo>
                  <a:lnTo>
                    <a:pt x="665317" y="0"/>
                  </a:lnTo>
                  <a:cubicBezTo>
                    <a:pt x="835403" y="0"/>
                    <a:pt x="992315" y="89835"/>
                    <a:pt x="1078556" y="238362"/>
                  </a:cubicBezTo>
                  <a:lnTo>
                    <a:pt x="1653180" y="1235120"/>
                  </a:lnTo>
                  <a:lnTo>
                    <a:pt x="754445" y="1646845"/>
                  </a:ln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39472AB1-7735-C547-8BC9-734E6241B0FC}"/>
                </a:ext>
              </a:extLst>
            </p:cNvPr>
            <p:cNvSpPr/>
            <p:nvPr/>
          </p:nvSpPr>
          <p:spPr>
            <a:xfrm rot="1476795">
              <a:off x="-316484" y="3965036"/>
              <a:ext cx="1086632" cy="1233604"/>
            </a:xfrm>
            <a:custGeom>
              <a:avLst/>
              <a:gdLst>
                <a:gd name="connsiteX0" fmla="*/ 0 w 1086632"/>
                <a:gd name="connsiteY0" fmla="*/ 0 h 1233604"/>
                <a:gd name="connsiteX1" fmla="*/ 236446 w 1086632"/>
                <a:gd name="connsiteY1" fmla="*/ 0 h 1233604"/>
                <a:gd name="connsiteX2" fmla="*/ 649685 w 1086632"/>
                <a:gd name="connsiteY2" fmla="*/ 238362 h 1233604"/>
                <a:gd name="connsiteX3" fmla="*/ 1086632 w 1086632"/>
                <a:gd name="connsiteY3" fmla="*/ 994697 h 1233604"/>
                <a:gd name="connsiteX4" fmla="*/ 565133 w 1086632"/>
                <a:gd name="connsiteY4" fmla="*/ 1233604 h 123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32" h="1233604">
                  <a:moveTo>
                    <a:pt x="0" y="0"/>
                  </a:moveTo>
                  <a:lnTo>
                    <a:pt x="236446" y="0"/>
                  </a:lnTo>
                  <a:cubicBezTo>
                    <a:pt x="406533" y="0"/>
                    <a:pt x="564642" y="91033"/>
                    <a:pt x="649685" y="238362"/>
                  </a:cubicBezTo>
                  <a:lnTo>
                    <a:pt x="1086632" y="994697"/>
                  </a:lnTo>
                  <a:lnTo>
                    <a:pt x="565133" y="1233604"/>
                  </a:ln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BD48CCCF-1BFA-408D-C8A9-EE378FA53F57}"/>
                </a:ext>
              </a:extLst>
            </p:cNvPr>
            <p:cNvSpPr/>
            <p:nvPr/>
          </p:nvSpPr>
          <p:spPr>
            <a:xfrm rot="1476795">
              <a:off x="-208961" y="4315897"/>
              <a:ext cx="561607" cy="831816"/>
            </a:xfrm>
            <a:custGeom>
              <a:avLst/>
              <a:gdLst>
                <a:gd name="connsiteX0" fmla="*/ 0 w 561607"/>
                <a:gd name="connsiteY0" fmla="*/ 0 h 831816"/>
                <a:gd name="connsiteX1" fmla="*/ 77684 w 561607"/>
                <a:gd name="connsiteY1" fmla="*/ 32263 h 831816"/>
                <a:gd name="connsiteX2" fmla="*/ 252412 w 561607"/>
                <a:gd name="connsiteY2" fmla="*/ 206692 h 831816"/>
                <a:gd name="connsiteX3" fmla="*/ 541080 w 561607"/>
                <a:gd name="connsiteY3" fmla="*/ 707369 h 831816"/>
                <a:gd name="connsiteX4" fmla="*/ 561607 w 561607"/>
                <a:gd name="connsiteY4" fmla="*/ 749108 h 831816"/>
                <a:gd name="connsiteX5" fmla="*/ 381068 w 561607"/>
                <a:gd name="connsiteY5" fmla="*/ 831816 h 83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7" h="831816">
                  <a:moveTo>
                    <a:pt x="0" y="0"/>
                  </a:moveTo>
                  <a:lnTo>
                    <a:pt x="77684" y="32263"/>
                  </a:lnTo>
                  <a:cubicBezTo>
                    <a:pt x="149102" y="73437"/>
                    <a:pt x="209890" y="133027"/>
                    <a:pt x="252412" y="206692"/>
                  </a:cubicBezTo>
                  <a:lnTo>
                    <a:pt x="541080" y="707369"/>
                  </a:lnTo>
                  <a:lnTo>
                    <a:pt x="561607" y="749108"/>
                  </a:lnTo>
                  <a:lnTo>
                    <a:pt x="381068" y="831816"/>
                  </a:lnTo>
                  <a:close/>
                </a:path>
              </a:pathLst>
            </a:custGeom>
            <a:solidFill>
              <a:schemeClr val="accent1"/>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nvGrpSpPr>
          <p:cNvPr id="22" name="Group 21">
            <a:extLst>
              <a:ext uri="{FF2B5EF4-FFF2-40B4-BE49-F238E27FC236}">
                <a16:creationId xmlns:a16="http://schemas.microsoft.com/office/drawing/2014/main" id="{1E39534A-F5C3-992B-259B-433A2BFECCE3}"/>
              </a:ext>
            </a:extLst>
          </p:cNvPr>
          <p:cNvGrpSpPr/>
          <p:nvPr/>
        </p:nvGrpSpPr>
        <p:grpSpPr>
          <a:xfrm>
            <a:off x="3883583" y="526418"/>
            <a:ext cx="182880" cy="4129648"/>
            <a:chOff x="3883583" y="526418"/>
            <a:chExt cx="182880" cy="4129648"/>
          </a:xfrm>
        </p:grpSpPr>
        <p:cxnSp>
          <p:nvCxnSpPr>
            <p:cNvPr id="21" name="Straight Connector 20">
              <a:extLst>
                <a:ext uri="{FF2B5EF4-FFF2-40B4-BE49-F238E27FC236}">
                  <a16:creationId xmlns:a16="http://schemas.microsoft.com/office/drawing/2014/main" id="{E1956300-453D-5C6E-0B96-AB0A87D8ED8B}"/>
                </a:ext>
              </a:extLst>
            </p:cNvPr>
            <p:cNvCxnSpPr>
              <a:cxnSpLocks/>
            </p:cNvCxnSpPr>
            <p:nvPr/>
          </p:nvCxnSpPr>
          <p:spPr>
            <a:xfrm>
              <a:off x="3975023" y="526418"/>
              <a:ext cx="0" cy="41296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Graphic 15">
              <a:extLst>
                <a:ext uri="{FF2B5EF4-FFF2-40B4-BE49-F238E27FC236}">
                  <a16:creationId xmlns:a16="http://schemas.microsoft.com/office/drawing/2014/main" id="{B2F6D963-511E-1A75-ACE4-F563612C9B2F}"/>
                </a:ext>
              </a:extLst>
            </p:cNvPr>
            <p:cNvSpPr/>
            <p:nvPr/>
          </p:nvSpPr>
          <p:spPr>
            <a:xfrm>
              <a:off x="3883583" y="745778"/>
              <a:ext cx="182880" cy="186341"/>
            </a:xfrm>
            <a:prstGeom prst="ellipse">
              <a:avLst/>
            </a:prstGeom>
            <a:solidFill>
              <a:schemeClr val="accent1"/>
            </a:solidFill>
            <a:ln w="496"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Graphic 15">
              <a:extLst>
                <a:ext uri="{FF2B5EF4-FFF2-40B4-BE49-F238E27FC236}">
                  <a16:creationId xmlns:a16="http://schemas.microsoft.com/office/drawing/2014/main" id="{A40D252F-6848-2A39-496E-0E8DB5E41513}"/>
                </a:ext>
              </a:extLst>
            </p:cNvPr>
            <p:cNvSpPr/>
            <p:nvPr/>
          </p:nvSpPr>
          <p:spPr>
            <a:xfrm>
              <a:off x="3883583" y="1884512"/>
              <a:ext cx="182880" cy="186341"/>
            </a:xfrm>
            <a:prstGeom prst="ellipse">
              <a:avLst/>
            </a:prstGeom>
            <a:solidFill>
              <a:schemeClr val="accent1"/>
            </a:solidFill>
            <a:ln w="496"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Graphic 15">
              <a:extLst>
                <a:ext uri="{FF2B5EF4-FFF2-40B4-BE49-F238E27FC236}">
                  <a16:creationId xmlns:a16="http://schemas.microsoft.com/office/drawing/2014/main" id="{FA57BDFC-95F7-F9E6-A38C-EE9ED9535107}"/>
                </a:ext>
              </a:extLst>
            </p:cNvPr>
            <p:cNvSpPr/>
            <p:nvPr/>
          </p:nvSpPr>
          <p:spPr>
            <a:xfrm>
              <a:off x="3883583" y="3023246"/>
              <a:ext cx="182880" cy="186341"/>
            </a:xfrm>
            <a:prstGeom prst="ellipse">
              <a:avLst/>
            </a:prstGeom>
            <a:solidFill>
              <a:schemeClr val="accent1"/>
            </a:solidFill>
            <a:ln w="496"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0" name="Graphic 15">
              <a:extLst>
                <a:ext uri="{FF2B5EF4-FFF2-40B4-BE49-F238E27FC236}">
                  <a16:creationId xmlns:a16="http://schemas.microsoft.com/office/drawing/2014/main" id="{64AFB8BA-56E7-EFE8-B252-9DAC15AA9D72}"/>
                </a:ext>
              </a:extLst>
            </p:cNvPr>
            <p:cNvSpPr/>
            <p:nvPr/>
          </p:nvSpPr>
          <p:spPr>
            <a:xfrm>
              <a:off x="3883583" y="4161980"/>
              <a:ext cx="182880" cy="186341"/>
            </a:xfrm>
            <a:prstGeom prst="ellipse">
              <a:avLst/>
            </a:prstGeom>
            <a:solidFill>
              <a:schemeClr val="accent1"/>
            </a:solidFill>
            <a:ln w="496"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25" name="Freeform: Shape 24">
            <a:extLst>
              <a:ext uri="{FF2B5EF4-FFF2-40B4-BE49-F238E27FC236}">
                <a16:creationId xmlns:a16="http://schemas.microsoft.com/office/drawing/2014/main" id="{F0DA9304-17F1-4A25-895F-B7C5D1A118C4}"/>
              </a:ext>
            </a:extLst>
          </p:cNvPr>
          <p:cNvSpPr/>
          <p:nvPr/>
        </p:nvSpPr>
        <p:spPr>
          <a:xfrm>
            <a:off x="8656833" y="2118294"/>
            <a:ext cx="886968" cy="3025207"/>
          </a:xfrm>
          <a:custGeom>
            <a:avLst/>
            <a:gdLst>
              <a:gd name="connsiteX0" fmla="*/ 886968 w 886968"/>
              <a:gd name="connsiteY0" fmla="*/ 0 h 3025207"/>
              <a:gd name="connsiteX1" fmla="*/ 886968 w 886968"/>
              <a:gd name="connsiteY1" fmla="*/ 3025207 h 3025207"/>
              <a:gd name="connsiteX2" fmla="*/ 0 w 886968"/>
              <a:gd name="connsiteY2" fmla="*/ 3025207 h 3025207"/>
              <a:gd name="connsiteX3" fmla="*/ 0 w 886968"/>
              <a:gd name="connsiteY3" fmla="*/ 503162 h 3025207"/>
              <a:gd name="connsiteX4" fmla="*/ 886968 w 886968"/>
              <a:gd name="connsiteY4" fmla="*/ 0 h 3025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3025207">
                <a:moveTo>
                  <a:pt x="886968" y="0"/>
                </a:moveTo>
                <a:lnTo>
                  <a:pt x="886968" y="3025207"/>
                </a:lnTo>
                <a:lnTo>
                  <a:pt x="0" y="3025207"/>
                </a:lnTo>
                <a:lnTo>
                  <a:pt x="0" y="503162"/>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480915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7CB05-8CC4-B15D-C64A-201B9259887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209F568-B789-AB31-84C2-715E30D5412C}"/>
              </a:ext>
            </a:extLst>
          </p:cNvPr>
          <p:cNvGrpSpPr/>
          <p:nvPr/>
        </p:nvGrpSpPr>
        <p:grpSpPr>
          <a:xfrm>
            <a:off x="7527125" y="3388574"/>
            <a:ext cx="1826453" cy="2232400"/>
            <a:chOff x="7527125" y="3388574"/>
            <a:chExt cx="1826453" cy="2232400"/>
          </a:xfrm>
        </p:grpSpPr>
        <p:sp>
          <p:nvSpPr>
            <p:cNvPr id="40" name="Freeform: Shape 39">
              <a:extLst>
                <a:ext uri="{FF2B5EF4-FFF2-40B4-BE49-F238E27FC236}">
                  <a16:creationId xmlns:a16="http://schemas.microsoft.com/office/drawing/2014/main" id="{CB0EEB48-10C2-D74F-2418-4610D773D5F1}"/>
                </a:ext>
              </a:extLst>
            </p:cNvPr>
            <p:cNvSpPr/>
            <p:nvPr/>
          </p:nvSpPr>
          <p:spPr>
            <a:xfrm rot="1476795">
              <a:off x="7527125" y="3388574"/>
              <a:ext cx="1826453" cy="2232400"/>
            </a:xfrm>
            <a:custGeom>
              <a:avLst/>
              <a:gdLst>
                <a:gd name="connsiteX0" fmla="*/ 1180786 w 1826453"/>
                <a:gd name="connsiteY0" fmla="*/ 0 h 2232400"/>
                <a:gd name="connsiteX1" fmla="*/ 1826453 w 1826453"/>
                <a:gd name="connsiteY1" fmla="*/ 1409399 h 2232400"/>
                <a:gd name="connsiteX2" fmla="*/ 29961 w 1826453"/>
                <a:gd name="connsiteY2" fmla="*/ 2232400 h 2232400"/>
                <a:gd name="connsiteX3" fmla="*/ 15946 w 1826453"/>
                <a:gd name="connsiteY3" fmla="*/ 2190787 h 2232400"/>
                <a:gd name="connsiteX4" fmla="*/ 63783 w 1826453"/>
                <a:gd name="connsiteY4" fmla="*/ 1829990 h 2232400"/>
                <a:gd name="connsiteX5" fmla="*/ 1030402 w 1826453"/>
                <a:gd name="connsiteY5" fmla="*/ 155474 h 2232400"/>
                <a:gd name="connsiteX6" fmla="*/ 1107436 w 1826453"/>
                <a:gd name="connsiteY6" fmla="*/ 56075 h 223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6453" h="2232400">
                  <a:moveTo>
                    <a:pt x="1180786" y="0"/>
                  </a:moveTo>
                  <a:lnTo>
                    <a:pt x="1826453" y="1409399"/>
                  </a:lnTo>
                  <a:lnTo>
                    <a:pt x="29961" y="2232400"/>
                  </a:lnTo>
                  <a:lnTo>
                    <a:pt x="15946" y="2190787"/>
                  </a:lnTo>
                  <a:cubicBezTo>
                    <a:pt x="-15945" y="2070521"/>
                    <a:pt x="0" y="1940486"/>
                    <a:pt x="63783" y="1829990"/>
                  </a:cubicBezTo>
                  <a:lnTo>
                    <a:pt x="1030402" y="155474"/>
                  </a:lnTo>
                  <a:cubicBezTo>
                    <a:pt x="1051963" y="118641"/>
                    <a:pt x="1077940" y="85328"/>
                    <a:pt x="1107436" y="56075"/>
                  </a:cubicBez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23E75F8A-06C5-E1CB-55FA-D2A7F10B65BC}"/>
                </a:ext>
              </a:extLst>
            </p:cNvPr>
            <p:cNvSpPr/>
            <p:nvPr/>
          </p:nvSpPr>
          <p:spPr>
            <a:xfrm rot="1476795">
              <a:off x="7914576" y="3889519"/>
              <a:ext cx="1372128" cy="1621571"/>
            </a:xfrm>
            <a:custGeom>
              <a:avLst/>
              <a:gdLst>
                <a:gd name="connsiteX0" fmla="*/ 917230 w 1372128"/>
                <a:gd name="connsiteY0" fmla="*/ 0 h 1621571"/>
                <a:gd name="connsiteX1" fmla="*/ 1372128 w 1372128"/>
                <a:gd name="connsiteY1" fmla="*/ 992978 h 1621571"/>
                <a:gd name="connsiteX2" fmla="*/ 0 w 1372128"/>
                <a:gd name="connsiteY2" fmla="*/ 1621571 h 1621571"/>
                <a:gd name="connsiteX3" fmla="*/ 11992 w 1372128"/>
                <a:gd name="connsiteY3" fmla="*/ 1529491 h 1621571"/>
                <a:gd name="connsiteX4" fmla="*/ 59829 w 1372128"/>
                <a:gd name="connsiteY4" fmla="*/ 1413567 h 1621571"/>
                <a:gd name="connsiteX5" fmla="*/ 801263 w 1372128"/>
                <a:gd name="connsiteY5" fmla="*/ 129532 h 1621571"/>
                <a:gd name="connsiteX6" fmla="*/ 877792 w 1372128"/>
                <a:gd name="connsiteY6" fmla="*/ 30133 h 162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128" h="1621571">
                  <a:moveTo>
                    <a:pt x="917230" y="0"/>
                  </a:moveTo>
                  <a:lnTo>
                    <a:pt x="1372128" y="992978"/>
                  </a:lnTo>
                  <a:lnTo>
                    <a:pt x="0" y="1621571"/>
                  </a:lnTo>
                  <a:lnTo>
                    <a:pt x="11992" y="1529491"/>
                  </a:lnTo>
                  <a:cubicBezTo>
                    <a:pt x="22622" y="1489402"/>
                    <a:pt x="38568" y="1450399"/>
                    <a:pt x="59829" y="1413567"/>
                  </a:cubicBezTo>
                  <a:lnTo>
                    <a:pt x="801263" y="129532"/>
                  </a:lnTo>
                  <a:cubicBezTo>
                    <a:pt x="822524" y="92699"/>
                    <a:pt x="848352" y="59386"/>
                    <a:pt x="877792" y="30133"/>
                  </a:cubicBezTo>
                  <a:close/>
                </a:path>
              </a:pathLst>
            </a:custGeom>
            <a:solidFill>
              <a:schemeClr val="accent3"/>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 name="Freeform: Shape 43">
              <a:extLst>
                <a:ext uri="{FF2B5EF4-FFF2-40B4-BE49-F238E27FC236}">
                  <a16:creationId xmlns:a16="http://schemas.microsoft.com/office/drawing/2014/main" id="{B0E90D5C-CF19-1801-1A24-35F3E3CFC8DB}"/>
                </a:ext>
              </a:extLst>
            </p:cNvPr>
            <p:cNvSpPr/>
            <p:nvPr/>
          </p:nvSpPr>
          <p:spPr>
            <a:xfrm rot="1476795">
              <a:off x="8418852" y="4441210"/>
              <a:ext cx="804251" cy="919739"/>
            </a:xfrm>
            <a:custGeom>
              <a:avLst/>
              <a:gdLst>
                <a:gd name="connsiteX0" fmla="*/ 551693 w 804251"/>
                <a:gd name="connsiteY0" fmla="*/ 0 h 919739"/>
                <a:gd name="connsiteX1" fmla="*/ 804251 w 804251"/>
                <a:gd name="connsiteY1" fmla="*/ 551299 h 919739"/>
                <a:gd name="connsiteX2" fmla="*/ 0 w 804251"/>
                <a:gd name="connsiteY2" fmla="*/ 919739 h 919739"/>
                <a:gd name="connsiteX3" fmla="*/ 472945 w 804251"/>
                <a:gd name="connsiteY3" fmla="*/ 101094 h 919739"/>
                <a:gd name="connsiteX4" fmla="*/ 549473 w 804251"/>
                <a:gd name="connsiteY4" fmla="*/ 1695 h 919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251" h="919739">
                  <a:moveTo>
                    <a:pt x="551693" y="0"/>
                  </a:moveTo>
                  <a:lnTo>
                    <a:pt x="804251" y="551299"/>
                  </a:lnTo>
                  <a:lnTo>
                    <a:pt x="0" y="919739"/>
                  </a:lnTo>
                  <a:lnTo>
                    <a:pt x="472945" y="101094"/>
                  </a:lnTo>
                  <a:cubicBezTo>
                    <a:pt x="494207" y="64261"/>
                    <a:pt x="520034" y="30948"/>
                    <a:pt x="549473" y="1695"/>
                  </a:cubicBezTo>
                  <a:close/>
                </a:path>
              </a:pathLst>
            </a:custGeom>
            <a:solidFill>
              <a:schemeClr val="accent2"/>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 name="Freeform: Shape 45">
              <a:extLst>
                <a:ext uri="{FF2B5EF4-FFF2-40B4-BE49-F238E27FC236}">
                  <a16:creationId xmlns:a16="http://schemas.microsoft.com/office/drawing/2014/main" id="{4771E5A5-95A9-4C04-A946-26726A12D4FC}"/>
                </a:ext>
              </a:extLst>
            </p:cNvPr>
            <p:cNvSpPr/>
            <p:nvPr/>
          </p:nvSpPr>
          <p:spPr>
            <a:xfrm rot="1476795">
              <a:off x="8944578" y="4960819"/>
              <a:ext cx="223236" cy="248649"/>
            </a:xfrm>
            <a:custGeom>
              <a:avLst/>
              <a:gdLst>
                <a:gd name="connsiteX0" fmla="*/ 156177 w 223236"/>
                <a:gd name="connsiteY0" fmla="*/ 0 h 248649"/>
                <a:gd name="connsiteX1" fmla="*/ 223236 w 223236"/>
                <a:gd name="connsiteY1" fmla="*/ 146381 h 248649"/>
                <a:gd name="connsiteX2" fmla="*/ 0 w 223236"/>
                <a:gd name="connsiteY2" fmla="*/ 248649 h 248649"/>
                <a:gd name="connsiteX3" fmla="*/ 105137 w 223236"/>
                <a:gd name="connsiteY3" fmla="*/ 66294 h 248649"/>
              </a:gdLst>
              <a:ahLst/>
              <a:cxnLst>
                <a:cxn ang="0">
                  <a:pos x="connsiteX0" y="connsiteY0"/>
                </a:cxn>
                <a:cxn ang="0">
                  <a:pos x="connsiteX1" y="connsiteY1"/>
                </a:cxn>
                <a:cxn ang="0">
                  <a:pos x="connsiteX2" y="connsiteY2"/>
                </a:cxn>
                <a:cxn ang="0">
                  <a:pos x="connsiteX3" y="connsiteY3"/>
                </a:cxn>
              </a:cxnLst>
              <a:rect l="l" t="t" r="r" b="b"/>
              <a:pathLst>
                <a:path w="223236" h="248649">
                  <a:moveTo>
                    <a:pt x="156177" y="0"/>
                  </a:moveTo>
                  <a:lnTo>
                    <a:pt x="223236" y="146381"/>
                  </a:lnTo>
                  <a:lnTo>
                    <a:pt x="0" y="248649"/>
                  </a:lnTo>
                  <a:lnTo>
                    <a:pt x="105137" y="66294"/>
                  </a:lnTo>
                  <a:close/>
                </a:path>
              </a:pathLst>
            </a:custGeom>
            <a:solidFill>
              <a:schemeClr val="accent1"/>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pic>
        <p:nvPicPr>
          <p:cNvPr id="5" name="Chỗ dành sẵn cho Hình ảnh 4">
            <a:extLst>
              <a:ext uri="{FF2B5EF4-FFF2-40B4-BE49-F238E27FC236}">
                <a16:creationId xmlns:a16="http://schemas.microsoft.com/office/drawing/2014/main" id="{3E455D1B-F2BA-5DD4-7475-41B06EB5F8F3}"/>
              </a:ext>
            </a:extLst>
          </p:cNvPr>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t="11641" b="15903"/>
          <a:stretch>
            <a:fillRect/>
          </a:stretch>
        </p:blipFill>
        <p:spPr>
          <a:xfrm>
            <a:off x="900303" y="0"/>
            <a:ext cx="3098673" cy="4857750"/>
          </a:xfrm>
        </p:spPr>
      </p:pic>
      <p:grpSp>
        <p:nvGrpSpPr>
          <p:cNvPr id="38" name="Group 37">
            <a:extLst>
              <a:ext uri="{FF2B5EF4-FFF2-40B4-BE49-F238E27FC236}">
                <a16:creationId xmlns:a16="http://schemas.microsoft.com/office/drawing/2014/main" id="{2983B8B0-61FC-B308-FC36-0B59BF78BB93}"/>
              </a:ext>
            </a:extLst>
          </p:cNvPr>
          <p:cNvGrpSpPr/>
          <p:nvPr/>
        </p:nvGrpSpPr>
        <p:grpSpPr>
          <a:xfrm>
            <a:off x="-89997" y="2163672"/>
            <a:ext cx="816864" cy="2630673"/>
            <a:chOff x="524256" y="2112015"/>
            <a:chExt cx="816864" cy="2630673"/>
          </a:xfrm>
        </p:grpSpPr>
        <p:sp>
          <p:nvSpPr>
            <p:cNvPr id="19" name="Rectangle 18">
              <a:extLst>
                <a:ext uri="{FF2B5EF4-FFF2-40B4-BE49-F238E27FC236}">
                  <a16:creationId xmlns:a16="http://schemas.microsoft.com/office/drawing/2014/main" id="{B85E2713-BE16-D0C2-60E1-49E19403F82F}"/>
                </a:ext>
              </a:extLst>
            </p:cNvPr>
            <p:cNvSpPr/>
            <p:nvPr/>
          </p:nvSpPr>
          <p:spPr>
            <a:xfrm>
              <a:off x="524256" y="2112015"/>
              <a:ext cx="816864" cy="26306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37" name="Group 36">
              <a:extLst>
                <a:ext uri="{FF2B5EF4-FFF2-40B4-BE49-F238E27FC236}">
                  <a16:creationId xmlns:a16="http://schemas.microsoft.com/office/drawing/2014/main" id="{5ABBBB6E-F218-DA7D-620C-23D64CE4932D}"/>
                </a:ext>
              </a:extLst>
            </p:cNvPr>
            <p:cNvGrpSpPr/>
            <p:nvPr/>
          </p:nvGrpSpPr>
          <p:grpSpPr>
            <a:xfrm>
              <a:off x="695766" y="2421852"/>
              <a:ext cx="473844" cy="2010998"/>
              <a:chOff x="695766" y="2401627"/>
              <a:chExt cx="473844" cy="2010998"/>
            </a:xfrm>
            <a:solidFill>
              <a:schemeClr val="bg1"/>
            </a:solidFill>
          </p:grpSpPr>
          <p:grpSp>
            <p:nvGrpSpPr>
              <p:cNvPr id="22" name="Group 21">
                <a:extLst>
                  <a:ext uri="{FF2B5EF4-FFF2-40B4-BE49-F238E27FC236}">
                    <a16:creationId xmlns:a16="http://schemas.microsoft.com/office/drawing/2014/main" id="{E3AE085B-AA17-F761-C36A-1010E61B06AF}"/>
                  </a:ext>
                </a:extLst>
              </p:cNvPr>
              <p:cNvGrpSpPr/>
              <p:nvPr/>
            </p:nvGrpSpPr>
            <p:grpSpPr>
              <a:xfrm>
                <a:off x="714099" y="3188044"/>
                <a:ext cx="437178" cy="438087"/>
                <a:chOff x="954526" y="4806951"/>
                <a:chExt cx="549782" cy="550925"/>
              </a:xfrm>
              <a:grpFill/>
            </p:grpSpPr>
            <p:sp>
              <p:nvSpPr>
                <p:cNvPr id="23" name="Freeform: Shape 22">
                  <a:extLst>
                    <a:ext uri="{FF2B5EF4-FFF2-40B4-BE49-F238E27FC236}">
                      <a16:creationId xmlns:a16="http://schemas.microsoft.com/office/drawing/2014/main" id="{0BA52E98-4FE4-96F5-9D03-F806FC5B82BF}"/>
                    </a:ext>
                  </a:extLst>
                </p:cNvPr>
                <p:cNvSpPr/>
                <p:nvPr/>
              </p:nvSpPr>
              <p:spPr>
                <a:xfrm>
                  <a:off x="998531" y="5099463"/>
                  <a:ext cx="191833" cy="16573"/>
                </a:xfrm>
                <a:custGeom>
                  <a:avLst/>
                  <a:gdLst>
                    <a:gd name="connsiteX0" fmla="*/ -63 w 191833"/>
                    <a:gd name="connsiteY0" fmla="*/ 8153 h 16573"/>
                    <a:gd name="connsiteX1" fmla="*/ 8224 w 191833"/>
                    <a:gd name="connsiteY1" fmla="*/ 16440 h 16573"/>
                    <a:gd name="connsiteX2" fmla="*/ 183484 w 191833"/>
                    <a:gd name="connsiteY2" fmla="*/ 16440 h 16573"/>
                    <a:gd name="connsiteX3" fmla="*/ 191771 w 191833"/>
                    <a:gd name="connsiteY3" fmla="*/ 8153 h 16573"/>
                    <a:gd name="connsiteX4" fmla="*/ 183484 w 191833"/>
                    <a:gd name="connsiteY4" fmla="*/ -133 h 16573"/>
                    <a:gd name="connsiteX5" fmla="*/ 8224 w 191833"/>
                    <a:gd name="connsiteY5" fmla="*/ -133 h 16573"/>
                    <a:gd name="connsiteX6" fmla="*/ -63 w 191833"/>
                    <a:gd name="connsiteY6" fmla="*/ 8153 h 1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833" h="16573">
                      <a:moveTo>
                        <a:pt x="-63" y="8153"/>
                      </a:moveTo>
                      <a:cubicBezTo>
                        <a:pt x="-63" y="12725"/>
                        <a:pt x="3647" y="16440"/>
                        <a:pt x="8224" y="16440"/>
                      </a:cubicBezTo>
                      <a:lnTo>
                        <a:pt x="183484" y="16440"/>
                      </a:lnTo>
                      <a:cubicBezTo>
                        <a:pt x="188061" y="16440"/>
                        <a:pt x="191771" y="12725"/>
                        <a:pt x="191771" y="8153"/>
                      </a:cubicBezTo>
                      <a:cubicBezTo>
                        <a:pt x="191771" y="3582"/>
                        <a:pt x="188061" y="-133"/>
                        <a:pt x="183484" y="-133"/>
                      </a:cubicBezTo>
                      <a:lnTo>
                        <a:pt x="8224" y="-133"/>
                      </a:lnTo>
                      <a:cubicBezTo>
                        <a:pt x="3647" y="-133"/>
                        <a:pt x="-63" y="3582"/>
                        <a:pt x="-63" y="8153"/>
                      </a:cubicBez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4" name="Freeform: Shape 23">
                  <a:extLst>
                    <a:ext uri="{FF2B5EF4-FFF2-40B4-BE49-F238E27FC236}">
                      <a16:creationId xmlns:a16="http://schemas.microsoft.com/office/drawing/2014/main" id="{8BCCADF2-0F9F-1FA8-2264-D9F6DADB6D2C}"/>
                    </a:ext>
                  </a:extLst>
                </p:cNvPr>
                <p:cNvSpPr/>
                <p:nvPr/>
              </p:nvSpPr>
              <p:spPr>
                <a:xfrm>
                  <a:off x="998531" y="5171853"/>
                  <a:ext cx="176403" cy="16573"/>
                </a:xfrm>
                <a:custGeom>
                  <a:avLst/>
                  <a:gdLst>
                    <a:gd name="connsiteX0" fmla="*/ 8224 w 176403"/>
                    <a:gd name="connsiteY0" fmla="*/ 16441 h 16573"/>
                    <a:gd name="connsiteX1" fmla="*/ 168053 w 176403"/>
                    <a:gd name="connsiteY1" fmla="*/ 16441 h 16573"/>
                    <a:gd name="connsiteX2" fmla="*/ 176340 w 176403"/>
                    <a:gd name="connsiteY2" fmla="*/ 8154 h 16573"/>
                    <a:gd name="connsiteX3" fmla="*/ 168053 w 176403"/>
                    <a:gd name="connsiteY3" fmla="*/ -133 h 16573"/>
                    <a:gd name="connsiteX4" fmla="*/ 8224 w 176403"/>
                    <a:gd name="connsiteY4" fmla="*/ -133 h 16573"/>
                    <a:gd name="connsiteX5" fmla="*/ -63 w 176403"/>
                    <a:gd name="connsiteY5" fmla="*/ 8154 h 16573"/>
                    <a:gd name="connsiteX6" fmla="*/ 8224 w 176403"/>
                    <a:gd name="connsiteY6" fmla="*/ 16441 h 1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403" h="16573">
                      <a:moveTo>
                        <a:pt x="8224" y="16441"/>
                      </a:moveTo>
                      <a:lnTo>
                        <a:pt x="168053" y="16441"/>
                      </a:lnTo>
                      <a:cubicBezTo>
                        <a:pt x="172630" y="16441"/>
                        <a:pt x="176340" y="12726"/>
                        <a:pt x="176340" y="8154"/>
                      </a:cubicBezTo>
                      <a:cubicBezTo>
                        <a:pt x="176340" y="3582"/>
                        <a:pt x="172630" y="-133"/>
                        <a:pt x="168053" y="-133"/>
                      </a:cubicBezTo>
                      <a:lnTo>
                        <a:pt x="8224" y="-133"/>
                      </a:lnTo>
                      <a:cubicBezTo>
                        <a:pt x="3647" y="-133"/>
                        <a:pt x="-63" y="3572"/>
                        <a:pt x="-63" y="8154"/>
                      </a:cubicBezTo>
                      <a:cubicBezTo>
                        <a:pt x="-63" y="12726"/>
                        <a:pt x="3647" y="16441"/>
                        <a:pt x="8224" y="16441"/>
                      </a:cubicBez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5" name="Freeform: Shape 24">
                  <a:extLst>
                    <a:ext uri="{FF2B5EF4-FFF2-40B4-BE49-F238E27FC236}">
                      <a16:creationId xmlns:a16="http://schemas.microsoft.com/office/drawing/2014/main" id="{E9789BC7-3675-533B-76F6-E1D262AEE1C8}"/>
                    </a:ext>
                  </a:extLst>
                </p:cNvPr>
                <p:cNvSpPr/>
                <p:nvPr/>
              </p:nvSpPr>
              <p:spPr>
                <a:xfrm>
                  <a:off x="954526" y="4806951"/>
                  <a:ext cx="410908" cy="550639"/>
                </a:xfrm>
                <a:custGeom>
                  <a:avLst/>
                  <a:gdLst>
                    <a:gd name="connsiteX0" fmla="*/ 402559 w 410908"/>
                    <a:gd name="connsiteY0" fmla="*/ 517265 h 550639"/>
                    <a:gd name="connsiteX1" fmla="*/ 394272 w 410908"/>
                    <a:gd name="connsiteY1" fmla="*/ 525551 h 550639"/>
                    <a:gd name="connsiteX2" fmla="*/ 394272 w 410908"/>
                    <a:gd name="connsiteY2" fmla="*/ 533933 h 550639"/>
                    <a:gd name="connsiteX3" fmla="*/ 16606 w 410908"/>
                    <a:gd name="connsiteY3" fmla="*/ 533933 h 550639"/>
                    <a:gd name="connsiteX4" fmla="*/ 16606 w 410908"/>
                    <a:gd name="connsiteY4" fmla="*/ 118929 h 550639"/>
                    <a:gd name="connsiteX5" fmla="*/ 124429 w 410908"/>
                    <a:gd name="connsiteY5" fmla="*/ 16440 h 550639"/>
                    <a:gd name="connsiteX6" fmla="*/ 393986 w 410908"/>
                    <a:gd name="connsiteY6" fmla="*/ 16440 h 550639"/>
                    <a:gd name="connsiteX7" fmla="*/ 393986 w 410908"/>
                    <a:gd name="connsiteY7" fmla="*/ 214656 h 550639"/>
                    <a:gd name="connsiteX8" fmla="*/ 402273 w 410908"/>
                    <a:gd name="connsiteY8" fmla="*/ 222942 h 550639"/>
                    <a:gd name="connsiteX9" fmla="*/ 410560 w 410908"/>
                    <a:gd name="connsiteY9" fmla="*/ 214656 h 550639"/>
                    <a:gd name="connsiteX10" fmla="*/ 410560 w 410908"/>
                    <a:gd name="connsiteY10" fmla="*/ 8153 h 550639"/>
                    <a:gd name="connsiteX11" fmla="*/ 402273 w 410908"/>
                    <a:gd name="connsiteY11" fmla="*/ -133 h 550639"/>
                    <a:gd name="connsiteX12" fmla="*/ 121190 w 410908"/>
                    <a:gd name="connsiteY12" fmla="*/ -133 h 550639"/>
                    <a:gd name="connsiteX13" fmla="*/ 115475 w 410908"/>
                    <a:gd name="connsiteY13" fmla="*/ 2153 h 550639"/>
                    <a:gd name="connsiteX14" fmla="*/ 2509 w 410908"/>
                    <a:gd name="connsiteY14" fmla="*/ 109309 h 550639"/>
                    <a:gd name="connsiteX15" fmla="*/ -63 w 410908"/>
                    <a:gd name="connsiteY15" fmla="*/ 115309 h 550639"/>
                    <a:gd name="connsiteX16" fmla="*/ -63 w 410908"/>
                    <a:gd name="connsiteY16" fmla="*/ 542220 h 550639"/>
                    <a:gd name="connsiteX17" fmla="*/ 8224 w 410908"/>
                    <a:gd name="connsiteY17" fmla="*/ 550507 h 550639"/>
                    <a:gd name="connsiteX18" fmla="*/ 402559 w 410908"/>
                    <a:gd name="connsiteY18" fmla="*/ 550507 h 550639"/>
                    <a:gd name="connsiteX19" fmla="*/ 410846 w 410908"/>
                    <a:gd name="connsiteY19" fmla="*/ 542220 h 550639"/>
                    <a:gd name="connsiteX20" fmla="*/ 410846 w 410908"/>
                    <a:gd name="connsiteY20" fmla="*/ 525170 h 550639"/>
                    <a:gd name="connsiteX21" fmla="*/ 402559 w 410908"/>
                    <a:gd name="connsiteY21" fmla="*/ 517265 h 55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0908" h="550639">
                      <a:moveTo>
                        <a:pt x="402559" y="517265"/>
                      </a:moveTo>
                      <a:cubicBezTo>
                        <a:pt x="397987" y="517265"/>
                        <a:pt x="394272" y="520979"/>
                        <a:pt x="394272" y="525551"/>
                      </a:cubicBezTo>
                      <a:lnTo>
                        <a:pt x="394272" y="533933"/>
                      </a:lnTo>
                      <a:lnTo>
                        <a:pt x="16606" y="533933"/>
                      </a:lnTo>
                      <a:lnTo>
                        <a:pt x="16606" y="118929"/>
                      </a:lnTo>
                      <a:lnTo>
                        <a:pt x="124429" y="16440"/>
                      </a:lnTo>
                      <a:lnTo>
                        <a:pt x="393986" y="16440"/>
                      </a:lnTo>
                      <a:lnTo>
                        <a:pt x="393986" y="214656"/>
                      </a:lnTo>
                      <a:cubicBezTo>
                        <a:pt x="393986" y="219227"/>
                        <a:pt x="397701" y="222942"/>
                        <a:pt x="402273" y="222942"/>
                      </a:cubicBezTo>
                      <a:cubicBezTo>
                        <a:pt x="406845" y="222942"/>
                        <a:pt x="410560" y="219227"/>
                        <a:pt x="410560" y="214656"/>
                      </a:cubicBezTo>
                      <a:lnTo>
                        <a:pt x="410560" y="8153"/>
                      </a:lnTo>
                      <a:cubicBezTo>
                        <a:pt x="410560" y="3581"/>
                        <a:pt x="406845" y="-133"/>
                        <a:pt x="402273" y="-133"/>
                      </a:cubicBezTo>
                      <a:lnTo>
                        <a:pt x="121190" y="-133"/>
                      </a:lnTo>
                      <a:cubicBezTo>
                        <a:pt x="119062" y="-133"/>
                        <a:pt x="117016" y="686"/>
                        <a:pt x="115475" y="2153"/>
                      </a:cubicBezTo>
                      <a:lnTo>
                        <a:pt x="2509" y="109309"/>
                      </a:lnTo>
                      <a:cubicBezTo>
                        <a:pt x="893" y="110890"/>
                        <a:pt x="-31" y="113052"/>
                        <a:pt x="-63" y="115309"/>
                      </a:cubicBezTo>
                      <a:lnTo>
                        <a:pt x="-63" y="542220"/>
                      </a:lnTo>
                      <a:cubicBezTo>
                        <a:pt x="-63" y="546792"/>
                        <a:pt x="3647" y="550507"/>
                        <a:pt x="8224" y="550507"/>
                      </a:cubicBezTo>
                      <a:lnTo>
                        <a:pt x="402559" y="550507"/>
                      </a:lnTo>
                      <a:cubicBezTo>
                        <a:pt x="407131" y="550507"/>
                        <a:pt x="410846" y="546792"/>
                        <a:pt x="410846" y="542220"/>
                      </a:cubicBezTo>
                      <a:lnTo>
                        <a:pt x="410846" y="525170"/>
                      </a:lnTo>
                      <a:cubicBezTo>
                        <a:pt x="410646" y="520741"/>
                        <a:pt x="406988" y="517255"/>
                        <a:pt x="402559" y="517265"/>
                      </a:cubicBez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6" name="Freeform: Shape 25">
                  <a:extLst>
                    <a:ext uri="{FF2B5EF4-FFF2-40B4-BE49-F238E27FC236}">
                      <a16:creationId xmlns:a16="http://schemas.microsoft.com/office/drawing/2014/main" id="{869CD49A-D47A-CB92-C17E-0A2E0A8A32EC}"/>
                    </a:ext>
                  </a:extLst>
                </p:cNvPr>
                <p:cNvSpPr/>
                <p:nvPr/>
              </p:nvSpPr>
              <p:spPr>
                <a:xfrm>
                  <a:off x="1201620" y="5055470"/>
                  <a:ext cx="302688" cy="302406"/>
                </a:xfrm>
                <a:custGeom>
                  <a:avLst/>
                  <a:gdLst>
                    <a:gd name="connsiteX0" fmla="*/ 292243 w 302688"/>
                    <a:gd name="connsiteY0" fmla="*/ 242933 h 302406"/>
                    <a:gd name="connsiteX1" fmla="*/ 244618 w 302688"/>
                    <a:gd name="connsiteY1" fmla="*/ 195308 h 302406"/>
                    <a:gd name="connsiteX2" fmla="*/ 232903 w 302688"/>
                    <a:gd name="connsiteY2" fmla="*/ 195308 h 302406"/>
                    <a:gd name="connsiteX3" fmla="*/ 228426 w 302688"/>
                    <a:gd name="connsiteY3" fmla="*/ 199784 h 302406"/>
                    <a:gd name="connsiteX4" fmla="*/ 221663 w 302688"/>
                    <a:gd name="connsiteY4" fmla="*/ 193021 h 302406"/>
                    <a:gd name="connsiteX5" fmla="*/ 193088 w 302688"/>
                    <a:gd name="connsiteY5" fmla="*/ 22572 h 302406"/>
                    <a:gd name="connsiteX6" fmla="*/ 22642 w 302688"/>
                    <a:gd name="connsiteY6" fmla="*/ 51147 h 302406"/>
                    <a:gd name="connsiteX7" fmla="*/ 51217 w 302688"/>
                    <a:gd name="connsiteY7" fmla="*/ 221596 h 302406"/>
                    <a:gd name="connsiteX8" fmla="*/ 193088 w 302688"/>
                    <a:gd name="connsiteY8" fmla="*/ 221596 h 302406"/>
                    <a:gd name="connsiteX9" fmla="*/ 199851 w 302688"/>
                    <a:gd name="connsiteY9" fmla="*/ 228359 h 302406"/>
                    <a:gd name="connsiteX10" fmla="*/ 195374 w 302688"/>
                    <a:gd name="connsiteY10" fmla="*/ 232741 h 302406"/>
                    <a:gd name="connsiteX11" fmla="*/ 195374 w 302688"/>
                    <a:gd name="connsiteY11" fmla="*/ 244456 h 302406"/>
                    <a:gd name="connsiteX12" fmla="*/ 242999 w 302688"/>
                    <a:gd name="connsiteY12" fmla="*/ 292081 h 302406"/>
                    <a:gd name="connsiteX13" fmla="*/ 267764 w 302688"/>
                    <a:gd name="connsiteY13" fmla="*/ 302273 h 302406"/>
                    <a:gd name="connsiteX14" fmla="*/ 302626 w 302688"/>
                    <a:gd name="connsiteY14" fmla="*/ 267221 h 302406"/>
                    <a:gd name="connsiteX15" fmla="*/ 292434 w 302688"/>
                    <a:gd name="connsiteY15" fmla="*/ 242647 h 302406"/>
                    <a:gd name="connsiteX16" fmla="*/ 47641 w 302688"/>
                    <a:gd name="connsiteY16" fmla="*/ 197117 h 302406"/>
                    <a:gd name="connsiteX17" fmla="*/ 47702 w 302688"/>
                    <a:gd name="connsiteY17" fmla="*/ 47727 h 302406"/>
                    <a:gd name="connsiteX18" fmla="*/ 197089 w 302688"/>
                    <a:gd name="connsiteY18" fmla="*/ 47794 h 302406"/>
                    <a:gd name="connsiteX19" fmla="*/ 197089 w 302688"/>
                    <a:gd name="connsiteY19" fmla="*/ 197117 h 302406"/>
                    <a:gd name="connsiteX20" fmla="*/ 197089 w 302688"/>
                    <a:gd name="connsiteY20" fmla="*/ 197117 h 302406"/>
                    <a:gd name="connsiteX21" fmla="*/ 47641 w 302688"/>
                    <a:gd name="connsiteY21" fmla="*/ 197117 h 302406"/>
                    <a:gd name="connsiteX22" fmla="*/ 206042 w 302688"/>
                    <a:gd name="connsiteY22" fmla="*/ 211500 h 302406"/>
                    <a:gd name="connsiteX23" fmla="*/ 208709 w 302688"/>
                    <a:gd name="connsiteY23" fmla="*/ 208833 h 302406"/>
                    <a:gd name="connsiteX24" fmla="*/ 208709 w 302688"/>
                    <a:gd name="connsiteY24" fmla="*/ 208833 h 302406"/>
                    <a:gd name="connsiteX25" fmla="*/ 211376 w 302688"/>
                    <a:gd name="connsiteY25" fmla="*/ 206071 h 302406"/>
                    <a:gd name="connsiteX26" fmla="*/ 216805 w 302688"/>
                    <a:gd name="connsiteY26" fmla="*/ 211595 h 302406"/>
                    <a:gd name="connsiteX27" fmla="*/ 211376 w 302688"/>
                    <a:gd name="connsiteY27" fmla="*/ 217024 h 302406"/>
                    <a:gd name="connsiteX28" fmla="*/ 280528 w 302688"/>
                    <a:gd name="connsiteY28" fmla="*/ 280651 h 302406"/>
                    <a:gd name="connsiteX29" fmla="*/ 254524 w 302688"/>
                    <a:gd name="connsiteY29" fmla="*/ 280651 h 302406"/>
                    <a:gd name="connsiteX30" fmla="*/ 212614 w 302688"/>
                    <a:gd name="connsiteY30" fmla="*/ 239027 h 302406"/>
                    <a:gd name="connsiteX31" fmla="*/ 216996 w 302688"/>
                    <a:gd name="connsiteY31" fmla="*/ 234551 h 302406"/>
                    <a:gd name="connsiteX32" fmla="*/ 234141 w 302688"/>
                    <a:gd name="connsiteY32" fmla="*/ 217406 h 302406"/>
                    <a:gd name="connsiteX33" fmla="*/ 238618 w 302688"/>
                    <a:gd name="connsiteY33" fmla="*/ 212929 h 302406"/>
                    <a:gd name="connsiteX34" fmla="*/ 280242 w 302688"/>
                    <a:gd name="connsiteY34" fmla="*/ 254648 h 302406"/>
                    <a:gd name="connsiteX35" fmla="*/ 280671 w 302688"/>
                    <a:gd name="connsiteY35" fmla="*/ 280509 h 302406"/>
                    <a:gd name="connsiteX36" fmla="*/ 280528 w 302688"/>
                    <a:gd name="connsiteY36" fmla="*/ 280651 h 302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02688" h="302406">
                      <a:moveTo>
                        <a:pt x="292243" y="242933"/>
                      </a:moveTo>
                      <a:lnTo>
                        <a:pt x="244618" y="195308"/>
                      </a:lnTo>
                      <a:cubicBezTo>
                        <a:pt x="241380" y="192069"/>
                        <a:pt x="236141" y="192069"/>
                        <a:pt x="232903" y="195308"/>
                      </a:cubicBezTo>
                      <a:lnTo>
                        <a:pt x="228426" y="199784"/>
                      </a:lnTo>
                      <a:lnTo>
                        <a:pt x="221663" y="193021"/>
                      </a:lnTo>
                      <a:cubicBezTo>
                        <a:pt x="260840" y="138062"/>
                        <a:pt x="248047" y="61748"/>
                        <a:pt x="193088" y="22572"/>
                      </a:cubicBezTo>
                      <a:cubicBezTo>
                        <a:pt x="138129" y="-16605"/>
                        <a:pt x="61815" y="-3813"/>
                        <a:pt x="22642" y="51147"/>
                      </a:cubicBezTo>
                      <a:cubicBezTo>
                        <a:pt x="-16535" y="106106"/>
                        <a:pt x="-3741" y="182420"/>
                        <a:pt x="51217" y="221596"/>
                      </a:cubicBezTo>
                      <a:cubicBezTo>
                        <a:pt x="93666" y="251857"/>
                        <a:pt x="150635" y="251857"/>
                        <a:pt x="193088" y="221596"/>
                      </a:cubicBezTo>
                      <a:lnTo>
                        <a:pt x="199851" y="228359"/>
                      </a:lnTo>
                      <a:lnTo>
                        <a:pt x="195374" y="232741"/>
                      </a:lnTo>
                      <a:cubicBezTo>
                        <a:pt x="192136" y="235979"/>
                        <a:pt x="192136" y="241218"/>
                        <a:pt x="195374" y="244456"/>
                      </a:cubicBezTo>
                      <a:lnTo>
                        <a:pt x="242999" y="292081"/>
                      </a:lnTo>
                      <a:cubicBezTo>
                        <a:pt x="249590" y="298606"/>
                        <a:pt x="258487" y="302264"/>
                        <a:pt x="267764" y="302273"/>
                      </a:cubicBezTo>
                      <a:cubicBezTo>
                        <a:pt x="287071" y="302216"/>
                        <a:pt x="302673" y="286528"/>
                        <a:pt x="302626" y="267221"/>
                      </a:cubicBezTo>
                      <a:cubicBezTo>
                        <a:pt x="302597" y="258011"/>
                        <a:pt x="298940" y="249171"/>
                        <a:pt x="292434" y="242647"/>
                      </a:cubicBezTo>
                      <a:close/>
                      <a:moveTo>
                        <a:pt x="47641" y="197117"/>
                      </a:moveTo>
                      <a:cubicBezTo>
                        <a:pt x="6406" y="155846"/>
                        <a:pt x="6433" y="88971"/>
                        <a:pt x="47702" y="47727"/>
                      </a:cubicBezTo>
                      <a:cubicBezTo>
                        <a:pt x="88970" y="6494"/>
                        <a:pt x="155855" y="6522"/>
                        <a:pt x="197089" y="47794"/>
                      </a:cubicBezTo>
                      <a:cubicBezTo>
                        <a:pt x="238303" y="89037"/>
                        <a:pt x="238303" y="155874"/>
                        <a:pt x="197089" y="197117"/>
                      </a:cubicBezTo>
                      <a:lnTo>
                        <a:pt x="197089" y="197117"/>
                      </a:lnTo>
                      <a:cubicBezTo>
                        <a:pt x="155788" y="238303"/>
                        <a:pt x="88942" y="238303"/>
                        <a:pt x="47641" y="197117"/>
                      </a:cubicBezTo>
                      <a:close/>
                      <a:moveTo>
                        <a:pt x="206042" y="211500"/>
                      </a:moveTo>
                      <a:lnTo>
                        <a:pt x="208709" y="208833"/>
                      </a:lnTo>
                      <a:lnTo>
                        <a:pt x="208709" y="208833"/>
                      </a:lnTo>
                      <a:lnTo>
                        <a:pt x="211376" y="206071"/>
                      </a:lnTo>
                      <a:lnTo>
                        <a:pt x="216805" y="211595"/>
                      </a:lnTo>
                      <a:lnTo>
                        <a:pt x="211376" y="217024"/>
                      </a:lnTo>
                      <a:close/>
                      <a:moveTo>
                        <a:pt x="280528" y="280651"/>
                      </a:moveTo>
                      <a:cubicBezTo>
                        <a:pt x="273327" y="287786"/>
                        <a:pt x="261725" y="287786"/>
                        <a:pt x="254524" y="280651"/>
                      </a:cubicBezTo>
                      <a:lnTo>
                        <a:pt x="212614" y="239027"/>
                      </a:lnTo>
                      <a:lnTo>
                        <a:pt x="216996" y="234551"/>
                      </a:lnTo>
                      <a:lnTo>
                        <a:pt x="234141" y="217406"/>
                      </a:lnTo>
                      <a:lnTo>
                        <a:pt x="238618" y="212929"/>
                      </a:lnTo>
                      <a:lnTo>
                        <a:pt x="280242" y="254648"/>
                      </a:lnTo>
                      <a:cubicBezTo>
                        <a:pt x="287500" y="261668"/>
                        <a:pt x="287690" y="273251"/>
                        <a:pt x="280671" y="280509"/>
                      </a:cubicBezTo>
                      <a:cubicBezTo>
                        <a:pt x="280623" y="280556"/>
                        <a:pt x="280575" y="280604"/>
                        <a:pt x="280528" y="280651"/>
                      </a:cubicBez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7" name="Freeform: Shape 26">
                  <a:extLst>
                    <a:ext uri="{FF2B5EF4-FFF2-40B4-BE49-F238E27FC236}">
                      <a16:creationId xmlns:a16="http://schemas.microsoft.com/office/drawing/2014/main" id="{7A64F717-CAE3-A032-D610-2D78B408B9A1}"/>
                    </a:ext>
                  </a:extLst>
                </p:cNvPr>
                <p:cNvSpPr/>
                <p:nvPr/>
              </p:nvSpPr>
              <p:spPr>
                <a:xfrm>
                  <a:off x="1233147" y="5111417"/>
                  <a:ext cx="40797" cy="133207"/>
                </a:xfrm>
                <a:custGeom>
                  <a:avLst/>
                  <a:gdLst>
                    <a:gd name="connsiteX0" fmla="*/ 38213 w 40797"/>
                    <a:gd name="connsiteY0" fmla="*/ 2296 h 133207"/>
                    <a:gd name="connsiteX1" fmla="*/ 26497 w 40797"/>
                    <a:gd name="connsiteY1" fmla="*/ 2296 h 133207"/>
                    <a:gd name="connsiteX2" fmla="*/ 26497 w 40797"/>
                    <a:gd name="connsiteY2" fmla="*/ 130693 h 133207"/>
                    <a:gd name="connsiteX3" fmla="*/ 32402 w 40797"/>
                    <a:gd name="connsiteY3" fmla="*/ 133074 h 133207"/>
                    <a:gd name="connsiteX4" fmla="*/ 38213 w 40797"/>
                    <a:gd name="connsiteY4" fmla="*/ 130693 h 133207"/>
                    <a:gd name="connsiteX5" fmla="*/ 38213 w 40797"/>
                    <a:gd name="connsiteY5" fmla="*/ 118977 h 133207"/>
                    <a:gd name="connsiteX6" fmla="*/ 38213 w 40797"/>
                    <a:gd name="connsiteY6" fmla="*/ 14202 h 133207"/>
                    <a:gd name="connsiteX7" fmla="*/ 38403 w 40797"/>
                    <a:gd name="connsiteY7" fmla="*/ 2486 h 133207"/>
                    <a:gd name="connsiteX8" fmla="*/ 38213 w 40797"/>
                    <a:gd name="connsiteY8" fmla="*/ 2296 h 133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97" h="133207">
                      <a:moveTo>
                        <a:pt x="38213" y="2296"/>
                      </a:moveTo>
                      <a:cubicBezTo>
                        <a:pt x="34974" y="-943"/>
                        <a:pt x="29735" y="-943"/>
                        <a:pt x="26497" y="2296"/>
                      </a:cubicBezTo>
                      <a:cubicBezTo>
                        <a:pt x="-8916" y="37767"/>
                        <a:pt x="-8916" y="95222"/>
                        <a:pt x="26497" y="130693"/>
                      </a:cubicBezTo>
                      <a:cubicBezTo>
                        <a:pt x="28075" y="132236"/>
                        <a:pt x="30193" y="133084"/>
                        <a:pt x="32402" y="133074"/>
                      </a:cubicBezTo>
                      <a:cubicBezTo>
                        <a:pt x="34584" y="133093"/>
                        <a:pt x="36679" y="132236"/>
                        <a:pt x="38213" y="130693"/>
                      </a:cubicBezTo>
                      <a:cubicBezTo>
                        <a:pt x="41451" y="127454"/>
                        <a:pt x="41451" y="122215"/>
                        <a:pt x="38213" y="118977"/>
                      </a:cubicBezTo>
                      <a:cubicBezTo>
                        <a:pt x="9394" y="89992"/>
                        <a:pt x="9394" y="43186"/>
                        <a:pt x="38213" y="14202"/>
                      </a:cubicBezTo>
                      <a:cubicBezTo>
                        <a:pt x="41499" y="11021"/>
                        <a:pt x="41584" y="5772"/>
                        <a:pt x="38403" y="2486"/>
                      </a:cubicBezTo>
                      <a:cubicBezTo>
                        <a:pt x="38336" y="2420"/>
                        <a:pt x="38279" y="2353"/>
                        <a:pt x="38213" y="2296"/>
                      </a:cubicBez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8" name="Freeform: Shape 27">
                  <a:extLst>
                    <a:ext uri="{FF2B5EF4-FFF2-40B4-BE49-F238E27FC236}">
                      <a16:creationId xmlns:a16="http://schemas.microsoft.com/office/drawing/2014/main" id="{89DA4324-AE85-8563-DB31-6F49344AD62E}"/>
                    </a:ext>
                  </a:extLst>
                </p:cNvPr>
                <p:cNvSpPr/>
                <p:nvPr/>
              </p:nvSpPr>
              <p:spPr>
                <a:xfrm>
                  <a:off x="1245324" y="4877055"/>
                  <a:ext cx="16573" cy="142779"/>
                </a:xfrm>
                <a:custGeom>
                  <a:avLst/>
                  <a:gdLst>
                    <a:gd name="connsiteX0" fmla="*/ 0 w 16573"/>
                    <a:gd name="connsiteY0" fmla="*/ 0 h 142779"/>
                    <a:gd name="connsiteX1" fmla="*/ 16574 w 16573"/>
                    <a:gd name="connsiteY1" fmla="*/ 0 h 142779"/>
                    <a:gd name="connsiteX2" fmla="*/ 16574 w 16573"/>
                    <a:gd name="connsiteY2" fmla="*/ 142780 h 142779"/>
                    <a:gd name="connsiteX3" fmla="*/ 0 w 16573"/>
                    <a:gd name="connsiteY3" fmla="*/ 142780 h 142779"/>
                  </a:gdLst>
                  <a:ahLst/>
                  <a:cxnLst>
                    <a:cxn ang="0">
                      <a:pos x="connsiteX0" y="connsiteY0"/>
                    </a:cxn>
                    <a:cxn ang="0">
                      <a:pos x="connsiteX1" y="connsiteY1"/>
                    </a:cxn>
                    <a:cxn ang="0">
                      <a:pos x="connsiteX2" y="connsiteY2"/>
                    </a:cxn>
                    <a:cxn ang="0">
                      <a:pos x="connsiteX3" y="connsiteY3"/>
                    </a:cxn>
                  </a:cxnLst>
                  <a:rect l="l" t="t" r="r" b="b"/>
                  <a:pathLst>
                    <a:path w="16573" h="142779">
                      <a:moveTo>
                        <a:pt x="0" y="0"/>
                      </a:moveTo>
                      <a:lnTo>
                        <a:pt x="16574" y="0"/>
                      </a:lnTo>
                      <a:lnTo>
                        <a:pt x="16574" y="142780"/>
                      </a:lnTo>
                      <a:lnTo>
                        <a:pt x="0" y="142780"/>
                      </a:ln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71CA0910-11FD-F8EF-EB1A-5F911E11A8BB}"/>
                    </a:ext>
                  </a:extLst>
                </p:cNvPr>
                <p:cNvSpPr/>
                <p:nvPr/>
              </p:nvSpPr>
              <p:spPr>
                <a:xfrm>
                  <a:off x="1185317" y="4907249"/>
                  <a:ext cx="16573" cy="112585"/>
                </a:xfrm>
                <a:custGeom>
                  <a:avLst/>
                  <a:gdLst>
                    <a:gd name="connsiteX0" fmla="*/ 0 w 16573"/>
                    <a:gd name="connsiteY0" fmla="*/ 0 h 112585"/>
                    <a:gd name="connsiteX1" fmla="*/ 16574 w 16573"/>
                    <a:gd name="connsiteY1" fmla="*/ 0 h 112585"/>
                    <a:gd name="connsiteX2" fmla="*/ 16574 w 16573"/>
                    <a:gd name="connsiteY2" fmla="*/ 112586 h 112585"/>
                    <a:gd name="connsiteX3" fmla="*/ 0 w 16573"/>
                    <a:gd name="connsiteY3" fmla="*/ 112586 h 112585"/>
                  </a:gdLst>
                  <a:ahLst/>
                  <a:cxnLst>
                    <a:cxn ang="0">
                      <a:pos x="connsiteX0" y="connsiteY0"/>
                    </a:cxn>
                    <a:cxn ang="0">
                      <a:pos x="connsiteX1" y="connsiteY1"/>
                    </a:cxn>
                    <a:cxn ang="0">
                      <a:pos x="connsiteX2" y="connsiteY2"/>
                    </a:cxn>
                    <a:cxn ang="0">
                      <a:pos x="connsiteX3" y="connsiteY3"/>
                    </a:cxn>
                  </a:cxnLst>
                  <a:rect l="l" t="t" r="r" b="b"/>
                  <a:pathLst>
                    <a:path w="16573" h="112585">
                      <a:moveTo>
                        <a:pt x="0" y="0"/>
                      </a:moveTo>
                      <a:lnTo>
                        <a:pt x="16574" y="0"/>
                      </a:lnTo>
                      <a:lnTo>
                        <a:pt x="16574" y="112586"/>
                      </a:lnTo>
                      <a:lnTo>
                        <a:pt x="0" y="112586"/>
                      </a:ln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30" name="Freeform: Shape 29">
                  <a:extLst>
                    <a:ext uri="{FF2B5EF4-FFF2-40B4-BE49-F238E27FC236}">
                      <a16:creationId xmlns:a16="http://schemas.microsoft.com/office/drawing/2014/main" id="{1CC753C3-8ABD-81FD-001C-AC0CA17CA839}"/>
                    </a:ext>
                  </a:extLst>
                </p:cNvPr>
                <p:cNvSpPr/>
                <p:nvPr/>
              </p:nvSpPr>
              <p:spPr>
                <a:xfrm>
                  <a:off x="1124833" y="4942301"/>
                  <a:ext cx="16573" cy="77533"/>
                </a:xfrm>
                <a:custGeom>
                  <a:avLst/>
                  <a:gdLst>
                    <a:gd name="connsiteX0" fmla="*/ 0 w 16573"/>
                    <a:gd name="connsiteY0" fmla="*/ 0 h 77533"/>
                    <a:gd name="connsiteX1" fmla="*/ 16573 w 16573"/>
                    <a:gd name="connsiteY1" fmla="*/ 0 h 77533"/>
                    <a:gd name="connsiteX2" fmla="*/ 16573 w 16573"/>
                    <a:gd name="connsiteY2" fmla="*/ 77534 h 77533"/>
                    <a:gd name="connsiteX3" fmla="*/ 0 w 16573"/>
                    <a:gd name="connsiteY3" fmla="*/ 77534 h 77533"/>
                  </a:gdLst>
                  <a:ahLst/>
                  <a:cxnLst>
                    <a:cxn ang="0">
                      <a:pos x="connsiteX0" y="connsiteY0"/>
                    </a:cxn>
                    <a:cxn ang="0">
                      <a:pos x="connsiteX1" y="connsiteY1"/>
                    </a:cxn>
                    <a:cxn ang="0">
                      <a:pos x="connsiteX2" y="connsiteY2"/>
                    </a:cxn>
                    <a:cxn ang="0">
                      <a:pos x="connsiteX3" y="connsiteY3"/>
                    </a:cxn>
                  </a:cxnLst>
                  <a:rect l="l" t="t" r="r" b="b"/>
                  <a:pathLst>
                    <a:path w="16573" h="77533">
                      <a:moveTo>
                        <a:pt x="0" y="0"/>
                      </a:moveTo>
                      <a:lnTo>
                        <a:pt x="16573" y="0"/>
                      </a:lnTo>
                      <a:lnTo>
                        <a:pt x="16573" y="77534"/>
                      </a:lnTo>
                      <a:lnTo>
                        <a:pt x="0" y="77534"/>
                      </a:ln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31" name="Freeform: Shape 30">
                  <a:extLst>
                    <a:ext uri="{FF2B5EF4-FFF2-40B4-BE49-F238E27FC236}">
                      <a16:creationId xmlns:a16="http://schemas.microsoft.com/office/drawing/2014/main" id="{AA2B9AEE-4DF2-2452-D1B4-1515B03C41FD}"/>
                    </a:ext>
                  </a:extLst>
                </p:cNvPr>
                <p:cNvSpPr/>
                <p:nvPr/>
              </p:nvSpPr>
              <p:spPr>
                <a:xfrm>
                  <a:off x="1064349" y="4970305"/>
                  <a:ext cx="16573" cy="49434"/>
                </a:xfrm>
                <a:custGeom>
                  <a:avLst/>
                  <a:gdLst>
                    <a:gd name="connsiteX0" fmla="*/ 0 w 16573"/>
                    <a:gd name="connsiteY0" fmla="*/ 0 h 49434"/>
                    <a:gd name="connsiteX1" fmla="*/ 16573 w 16573"/>
                    <a:gd name="connsiteY1" fmla="*/ 0 h 49434"/>
                    <a:gd name="connsiteX2" fmla="*/ 16573 w 16573"/>
                    <a:gd name="connsiteY2" fmla="*/ 49435 h 49434"/>
                    <a:gd name="connsiteX3" fmla="*/ 0 w 16573"/>
                    <a:gd name="connsiteY3" fmla="*/ 49435 h 49434"/>
                  </a:gdLst>
                  <a:ahLst/>
                  <a:cxnLst>
                    <a:cxn ang="0">
                      <a:pos x="connsiteX0" y="connsiteY0"/>
                    </a:cxn>
                    <a:cxn ang="0">
                      <a:pos x="connsiteX1" y="connsiteY1"/>
                    </a:cxn>
                    <a:cxn ang="0">
                      <a:pos x="connsiteX2" y="connsiteY2"/>
                    </a:cxn>
                    <a:cxn ang="0">
                      <a:pos x="connsiteX3" y="connsiteY3"/>
                    </a:cxn>
                  </a:cxnLst>
                  <a:rect l="l" t="t" r="r" b="b"/>
                  <a:pathLst>
                    <a:path w="16573" h="49434">
                      <a:moveTo>
                        <a:pt x="0" y="0"/>
                      </a:moveTo>
                      <a:lnTo>
                        <a:pt x="16573" y="0"/>
                      </a:lnTo>
                      <a:lnTo>
                        <a:pt x="16573" y="49435"/>
                      </a:lnTo>
                      <a:lnTo>
                        <a:pt x="0" y="49435"/>
                      </a:ln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grpSp>
          <p:grpSp>
            <p:nvGrpSpPr>
              <p:cNvPr id="32" name="Group 31">
                <a:extLst>
                  <a:ext uri="{FF2B5EF4-FFF2-40B4-BE49-F238E27FC236}">
                    <a16:creationId xmlns:a16="http://schemas.microsoft.com/office/drawing/2014/main" id="{F176E10E-FC1A-A98E-3AD8-4A3EF90DE102}"/>
                  </a:ext>
                </a:extLst>
              </p:cNvPr>
              <p:cNvGrpSpPr/>
              <p:nvPr/>
            </p:nvGrpSpPr>
            <p:grpSpPr>
              <a:xfrm>
                <a:off x="714049" y="3974765"/>
                <a:ext cx="437278" cy="437860"/>
                <a:chOff x="3590626" y="5695519"/>
                <a:chExt cx="547628" cy="548357"/>
              </a:xfrm>
              <a:grpFill/>
            </p:grpSpPr>
            <p:sp>
              <p:nvSpPr>
                <p:cNvPr id="33" name="Freeform: Shape 32">
                  <a:extLst>
                    <a:ext uri="{FF2B5EF4-FFF2-40B4-BE49-F238E27FC236}">
                      <a16:creationId xmlns:a16="http://schemas.microsoft.com/office/drawing/2014/main" id="{5D34E967-7AC1-D643-B247-3B622BC7E28E}"/>
                    </a:ext>
                  </a:extLst>
                </p:cNvPr>
                <p:cNvSpPr/>
                <p:nvPr/>
              </p:nvSpPr>
              <p:spPr>
                <a:xfrm>
                  <a:off x="3590626" y="5749164"/>
                  <a:ext cx="481470" cy="494712"/>
                </a:xfrm>
                <a:custGeom>
                  <a:avLst/>
                  <a:gdLst>
                    <a:gd name="connsiteX0" fmla="*/ 476036 w 481470"/>
                    <a:gd name="connsiteY0" fmla="*/ 314668 h 494712"/>
                    <a:gd name="connsiteX1" fmla="*/ 252484 w 481470"/>
                    <a:gd name="connsiteY1" fmla="*/ 241992 h 494712"/>
                    <a:gd name="connsiteX2" fmla="*/ 252484 w 481470"/>
                    <a:gd name="connsiteY2" fmla="*/ 7010 h 494712"/>
                    <a:gd name="connsiteX3" fmla="*/ 245340 w 481470"/>
                    <a:gd name="connsiteY3" fmla="*/ -133 h 494712"/>
                    <a:gd name="connsiteX4" fmla="*/ -53 w 481470"/>
                    <a:gd name="connsiteY4" fmla="*/ 249755 h 494712"/>
                    <a:gd name="connsiteX5" fmla="*/ 169140 w 481470"/>
                    <a:gd name="connsiteY5" fmla="*/ 482403 h 494712"/>
                    <a:gd name="connsiteX6" fmla="*/ 481084 w 481470"/>
                    <a:gd name="connsiteY6" fmla="*/ 323621 h 494712"/>
                    <a:gd name="connsiteX7" fmla="*/ 476464 w 481470"/>
                    <a:gd name="connsiteY7" fmla="*/ 314792 h 494712"/>
                    <a:gd name="connsiteX8" fmla="*/ 476036 w 481470"/>
                    <a:gd name="connsiteY8" fmla="*/ 314668 h 494712"/>
                    <a:gd name="connsiteX9" fmla="*/ 351258 w 481470"/>
                    <a:gd name="connsiteY9" fmla="*/ 454876 h 494712"/>
                    <a:gd name="connsiteX10" fmla="*/ 37848 w 481470"/>
                    <a:gd name="connsiteY10" fmla="*/ 352796 h 494712"/>
                    <a:gd name="connsiteX11" fmla="*/ 23884 w 481470"/>
                    <a:gd name="connsiteY11" fmla="*/ 175222 h 494712"/>
                    <a:gd name="connsiteX12" fmla="*/ 238387 w 481470"/>
                    <a:gd name="connsiteY12" fmla="*/ 14250 h 494712"/>
                    <a:gd name="connsiteX13" fmla="*/ 238387 w 481470"/>
                    <a:gd name="connsiteY13" fmla="*/ 247231 h 494712"/>
                    <a:gd name="connsiteX14" fmla="*/ 243340 w 481470"/>
                    <a:gd name="connsiteY14" fmla="*/ 253994 h 494712"/>
                    <a:gd name="connsiteX15" fmla="*/ 464701 w 481470"/>
                    <a:gd name="connsiteY15" fmla="*/ 325907 h 494712"/>
                    <a:gd name="connsiteX16" fmla="*/ 351258 w 481470"/>
                    <a:gd name="connsiteY16" fmla="*/ 454876 h 494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1470" h="494712">
                      <a:moveTo>
                        <a:pt x="476036" y="314668"/>
                      </a:moveTo>
                      <a:lnTo>
                        <a:pt x="252484" y="241992"/>
                      </a:lnTo>
                      <a:lnTo>
                        <a:pt x="252484" y="7010"/>
                      </a:lnTo>
                      <a:cubicBezTo>
                        <a:pt x="252436" y="3086"/>
                        <a:pt x="249264" y="-86"/>
                        <a:pt x="245340" y="-133"/>
                      </a:cubicBezTo>
                      <a:cubicBezTo>
                        <a:pt x="108571" y="1105"/>
                        <a:pt x="-1291" y="112985"/>
                        <a:pt x="-53" y="249755"/>
                      </a:cubicBezTo>
                      <a:cubicBezTo>
                        <a:pt x="910" y="355464"/>
                        <a:pt x="68870" y="448913"/>
                        <a:pt x="169140" y="482403"/>
                      </a:cubicBezTo>
                      <a:cubicBezTo>
                        <a:pt x="299118" y="524618"/>
                        <a:pt x="438726" y="453552"/>
                        <a:pt x="481084" y="323621"/>
                      </a:cubicBezTo>
                      <a:cubicBezTo>
                        <a:pt x="482246" y="319907"/>
                        <a:pt x="480179" y="315954"/>
                        <a:pt x="476464" y="314792"/>
                      </a:cubicBezTo>
                      <a:cubicBezTo>
                        <a:pt x="476321" y="314744"/>
                        <a:pt x="476178" y="314706"/>
                        <a:pt x="476036" y="314668"/>
                      </a:cubicBezTo>
                      <a:close/>
                      <a:moveTo>
                        <a:pt x="351258" y="454876"/>
                      </a:moveTo>
                      <a:cubicBezTo>
                        <a:pt x="236520" y="513235"/>
                        <a:pt x="96198" y="467535"/>
                        <a:pt x="37848" y="352796"/>
                      </a:cubicBezTo>
                      <a:cubicBezTo>
                        <a:pt x="9863" y="297789"/>
                        <a:pt x="4843" y="233925"/>
                        <a:pt x="23884" y="175222"/>
                      </a:cubicBezTo>
                      <a:cubicBezTo>
                        <a:pt x="53297" y="81001"/>
                        <a:pt x="139698" y="16164"/>
                        <a:pt x="238387" y="14250"/>
                      </a:cubicBezTo>
                      <a:lnTo>
                        <a:pt x="238387" y="247231"/>
                      </a:lnTo>
                      <a:cubicBezTo>
                        <a:pt x="238406" y="250317"/>
                        <a:pt x="240396" y="253051"/>
                        <a:pt x="243340" y="253994"/>
                      </a:cubicBezTo>
                      <a:lnTo>
                        <a:pt x="464701" y="325907"/>
                      </a:lnTo>
                      <a:cubicBezTo>
                        <a:pt x="444794" y="381838"/>
                        <a:pt x="404189" y="427996"/>
                        <a:pt x="351258" y="454876"/>
                      </a:cubicBez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34" name="Freeform: Shape 33">
                  <a:extLst>
                    <a:ext uri="{FF2B5EF4-FFF2-40B4-BE49-F238E27FC236}">
                      <a16:creationId xmlns:a16="http://schemas.microsoft.com/office/drawing/2014/main" id="{02465EA0-7770-AF6E-B994-5A7363393EB2}"/>
                    </a:ext>
                  </a:extLst>
                </p:cNvPr>
                <p:cNvSpPr/>
                <p:nvPr/>
              </p:nvSpPr>
              <p:spPr>
                <a:xfrm>
                  <a:off x="3883024" y="5776239"/>
                  <a:ext cx="255230" cy="282488"/>
                </a:xfrm>
                <a:custGeom>
                  <a:avLst/>
                  <a:gdLst>
                    <a:gd name="connsiteX0" fmla="*/ 152491 w 255230"/>
                    <a:gd name="connsiteY0" fmla="*/ 1176 h 282488"/>
                    <a:gd name="connsiteX1" fmla="*/ 147157 w 255230"/>
                    <a:gd name="connsiteY1" fmla="*/ -62 h 282488"/>
                    <a:gd name="connsiteX2" fmla="*/ 142490 w 255230"/>
                    <a:gd name="connsiteY2" fmla="*/ 2795 h 282488"/>
                    <a:gd name="connsiteX3" fmla="*/ 1329 w 255230"/>
                    <a:gd name="connsiteY3" fmla="*/ 197105 h 282488"/>
                    <a:gd name="connsiteX4" fmla="*/ 282 w 255230"/>
                    <a:gd name="connsiteY4" fmla="*/ 203487 h 282488"/>
                    <a:gd name="connsiteX5" fmla="*/ 4854 w 255230"/>
                    <a:gd name="connsiteY5" fmla="*/ 208154 h 282488"/>
                    <a:gd name="connsiteX6" fmla="*/ 233454 w 255230"/>
                    <a:gd name="connsiteY6" fmla="*/ 282354 h 282488"/>
                    <a:gd name="connsiteX7" fmla="*/ 235740 w 255230"/>
                    <a:gd name="connsiteY7" fmla="*/ 282354 h 282488"/>
                    <a:gd name="connsiteX8" fmla="*/ 238978 w 255230"/>
                    <a:gd name="connsiteY8" fmla="*/ 281592 h 282488"/>
                    <a:gd name="connsiteX9" fmla="*/ 242502 w 255230"/>
                    <a:gd name="connsiteY9" fmla="*/ 277496 h 282488"/>
                    <a:gd name="connsiteX10" fmla="*/ 152491 w 255230"/>
                    <a:gd name="connsiteY10" fmla="*/ 1176 h 282488"/>
                    <a:gd name="connsiteX11" fmla="*/ 230787 w 255230"/>
                    <a:gd name="connsiteY11" fmla="*/ 266542 h 282488"/>
                    <a:gd name="connsiteX12" fmla="*/ 18665 w 255230"/>
                    <a:gd name="connsiteY12" fmla="*/ 197581 h 282488"/>
                    <a:gd name="connsiteX13" fmla="*/ 149729 w 255230"/>
                    <a:gd name="connsiteY13" fmla="*/ 16606 h 282488"/>
                    <a:gd name="connsiteX14" fmla="*/ 230787 w 255230"/>
                    <a:gd name="connsiteY14" fmla="*/ 266542 h 282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30" h="282488">
                      <a:moveTo>
                        <a:pt x="152491" y="1176"/>
                      </a:moveTo>
                      <a:cubicBezTo>
                        <a:pt x="150929" y="128"/>
                        <a:pt x="149024" y="-319"/>
                        <a:pt x="147157" y="-62"/>
                      </a:cubicBezTo>
                      <a:cubicBezTo>
                        <a:pt x="145281" y="214"/>
                        <a:pt x="143585" y="1243"/>
                        <a:pt x="142490" y="2795"/>
                      </a:cubicBezTo>
                      <a:lnTo>
                        <a:pt x="1329" y="197105"/>
                      </a:lnTo>
                      <a:cubicBezTo>
                        <a:pt x="-33" y="198934"/>
                        <a:pt x="-423" y="201315"/>
                        <a:pt x="282" y="203487"/>
                      </a:cubicBezTo>
                      <a:cubicBezTo>
                        <a:pt x="977" y="205677"/>
                        <a:pt x="2672" y="207411"/>
                        <a:pt x="4854" y="208154"/>
                      </a:cubicBezTo>
                      <a:lnTo>
                        <a:pt x="233454" y="282354"/>
                      </a:lnTo>
                      <a:lnTo>
                        <a:pt x="235740" y="282354"/>
                      </a:lnTo>
                      <a:cubicBezTo>
                        <a:pt x="236864" y="282373"/>
                        <a:pt x="237978" y="282116"/>
                        <a:pt x="238978" y="281592"/>
                      </a:cubicBezTo>
                      <a:cubicBezTo>
                        <a:pt x="240645" y="280744"/>
                        <a:pt x="241912" y="279268"/>
                        <a:pt x="242502" y="277496"/>
                      </a:cubicBezTo>
                      <a:cubicBezTo>
                        <a:pt x="276659" y="175617"/>
                        <a:pt x="240102" y="63393"/>
                        <a:pt x="152491" y="1176"/>
                      </a:cubicBezTo>
                      <a:close/>
                      <a:moveTo>
                        <a:pt x="230787" y="266542"/>
                      </a:moveTo>
                      <a:lnTo>
                        <a:pt x="18665" y="197581"/>
                      </a:lnTo>
                      <a:lnTo>
                        <a:pt x="149729" y="16606"/>
                      </a:lnTo>
                      <a:cubicBezTo>
                        <a:pt x="226567" y="74623"/>
                        <a:pt x="258952" y="174474"/>
                        <a:pt x="230787" y="266542"/>
                      </a:cubicBez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6DAC245E-814F-20D6-434E-69C399BA6889}"/>
                    </a:ext>
                  </a:extLst>
                </p:cNvPr>
                <p:cNvSpPr/>
                <p:nvPr/>
              </p:nvSpPr>
              <p:spPr>
                <a:xfrm>
                  <a:off x="3862215" y="5695519"/>
                  <a:ext cx="155206" cy="254531"/>
                </a:xfrm>
                <a:custGeom>
                  <a:avLst/>
                  <a:gdLst>
                    <a:gd name="connsiteX0" fmla="*/ 4803 w 155206"/>
                    <a:gd name="connsiteY0" fmla="*/ 254298 h 254531"/>
                    <a:gd name="connsiteX1" fmla="*/ 7089 w 155206"/>
                    <a:gd name="connsiteY1" fmla="*/ 254298 h 254531"/>
                    <a:gd name="connsiteX2" fmla="*/ 12804 w 155206"/>
                    <a:gd name="connsiteY2" fmla="*/ 251346 h 254531"/>
                    <a:gd name="connsiteX3" fmla="*/ 153965 w 155206"/>
                    <a:gd name="connsiteY3" fmla="*/ 57036 h 254531"/>
                    <a:gd name="connsiteX4" fmla="*/ 152441 w 155206"/>
                    <a:gd name="connsiteY4" fmla="*/ 47511 h 254531"/>
                    <a:gd name="connsiteX5" fmla="*/ 7089 w 155206"/>
                    <a:gd name="connsiteY5" fmla="*/ -114 h 254531"/>
                    <a:gd name="connsiteX6" fmla="*/ -55 w 155206"/>
                    <a:gd name="connsiteY6" fmla="*/ 7030 h 254531"/>
                    <a:gd name="connsiteX7" fmla="*/ -55 w 155206"/>
                    <a:gd name="connsiteY7" fmla="*/ 247250 h 254531"/>
                    <a:gd name="connsiteX8" fmla="*/ 4803 w 155206"/>
                    <a:gd name="connsiteY8" fmla="*/ 254298 h 254531"/>
                    <a:gd name="connsiteX9" fmla="*/ 14328 w 155206"/>
                    <a:gd name="connsiteY9" fmla="*/ 14554 h 254531"/>
                    <a:gd name="connsiteX10" fmla="*/ 138153 w 155206"/>
                    <a:gd name="connsiteY10" fmla="*/ 54845 h 254531"/>
                    <a:gd name="connsiteX11" fmla="*/ 14328 w 155206"/>
                    <a:gd name="connsiteY11" fmla="*/ 225533 h 25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206" h="254531">
                      <a:moveTo>
                        <a:pt x="4803" y="254298"/>
                      </a:moveTo>
                      <a:cubicBezTo>
                        <a:pt x="5555" y="254432"/>
                        <a:pt x="6336" y="254432"/>
                        <a:pt x="7089" y="254298"/>
                      </a:cubicBezTo>
                      <a:cubicBezTo>
                        <a:pt x="9356" y="254289"/>
                        <a:pt x="11490" y="253194"/>
                        <a:pt x="12804" y="251346"/>
                      </a:cubicBezTo>
                      <a:lnTo>
                        <a:pt x="153965" y="57036"/>
                      </a:lnTo>
                      <a:cubicBezTo>
                        <a:pt x="156003" y="53949"/>
                        <a:pt x="155336" y="49816"/>
                        <a:pt x="152441" y="47511"/>
                      </a:cubicBezTo>
                      <a:cubicBezTo>
                        <a:pt x="110607" y="15973"/>
                        <a:pt x="59477" y="-781"/>
                        <a:pt x="7089" y="-114"/>
                      </a:cubicBezTo>
                      <a:cubicBezTo>
                        <a:pt x="3146" y="-114"/>
                        <a:pt x="-55" y="3086"/>
                        <a:pt x="-55" y="7030"/>
                      </a:cubicBezTo>
                      <a:lnTo>
                        <a:pt x="-55" y="247250"/>
                      </a:lnTo>
                      <a:cubicBezTo>
                        <a:pt x="-207" y="250422"/>
                        <a:pt x="1784" y="253318"/>
                        <a:pt x="4803" y="254298"/>
                      </a:cubicBezTo>
                      <a:close/>
                      <a:moveTo>
                        <a:pt x="14328" y="14554"/>
                      </a:moveTo>
                      <a:cubicBezTo>
                        <a:pt x="58724" y="15164"/>
                        <a:pt x="101901" y="29204"/>
                        <a:pt x="138153" y="54845"/>
                      </a:cubicBezTo>
                      <a:lnTo>
                        <a:pt x="14328" y="225533"/>
                      </a:lnTo>
                      <a:close/>
                    </a:path>
                  </a:pathLst>
                </a:custGeom>
                <a:grpFill/>
                <a:ln w="3175" cap="flat">
                  <a:solidFill>
                    <a:schemeClr val="bg1"/>
                  </a:solidFill>
                  <a:prstDash val="solid"/>
                  <a:miter/>
                </a:ln>
              </p:spPr>
              <p:txBody>
                <a:bodyPr rtlCol="0" anchor="ct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grpSp>
          <p:sp>
            <p:nvSpPr>
              <p:cNvPr id="36" name="Freeform: Shape 35">
                <a:extLst>
                  <a:ext uri="{FF2B5EF4-FFF2-40B4-BE49-F238E27FC236}">
                    <a16:creationId xmlns:a16="http://schemas.microsoft.com/office/drawing/2014/main" id="{F3E3971C-D4C6-2EA3-C193-C4460EC37506}"/>
                  </a:ext>
                </a:extLst>
              </p:cNvPr>
              <p:cNvSpPr/>
              <p:nvPr/>
            </p:nvSpPr>
            <p:spPr>
              <a:xfrm>
                <a:off x="695766" y="2401627"/>
                <a:ext cx="473844" cy="437782"/>
              </a:xfrm>
              <a:custGeom>
                <a:avLst/>
                <a:gdLst>
                  <a:gd name="connsiteX0" fmla="*/ 42734 w 421729"/>
                  <a:gd name="connsiteY0" fmla="*/ 307815 h 389633"/>
                  <a:gd name="connsiteX1" fmla="*/ 122191 w 421729"/>
                  <a:gd name="connsiteY1" fmla="*/ 307815 h 389633"/>
                  <a:gd name="connsiteX2" fmla="*/ 127560 w 421729"/>
                  <a:gd name="connsiteY2" fmla="*/ 313183 h 389633"/>
                  <a:gd name="connsiteX3" fmla="*/ 122191 w 421729"/>
                  <a:gd name="connsiteY3" fmla="*/ 318552 h 389633"/>
                  <a:gd name="connsiteX4" fmla="*/ 42734 w 421729"/>
                  <a:gd name="connsiteY4" fmla="*/ 318552 h 389633"/>
                  <a:gd name="connsiteX5" fmla="*/ 37366 w 421729"/>
                  <a:gd name="connsiteY5" fmla="*/ 313183 h 389633"/>
                  <a:gd name="connsiteX6" fmla="*/ 42734 w 421729"/>
                  <a:gd name="connsiteY6" fmla="*/ 307815 h 389633"/>
                  <a:gd name="connsiteX7" fmla="*/ 169793 w 421729"/>
                  <a:gd name="connsiteY7" fmla="*/ 266368 h 389633"/>
                  <a:gd name="connsiteX8" fmla="*/ 157338 w 421729"/>
                  <a:gd name="connsiteY8" fmla="*/ 302159 h 389633"/>
                  <a:gd name="connsiteX9" fmla="*/ 193773 w 421729"/>
                  <a:gd name="connsiteY9" fmla="*/ 290133 h 389633"/>
                  <a:gd name="connsiteX10" fmla="*/ 169793 w 421729"/>
                  <a:gd name="connsiteY10" fmla="*/ 266368 h 389633"/>
                  <a:gd name="connsiteX11" fmla="*/ 42734 w 421729"/>
                  <a:gd name="connsiteY11" fmla="*/ 239525 h 389633"/>
                  <a:gd name="connsiteX12" fmla="*/ 141805 w 421729"/>
                  <a:gd name="connsiteY12" fmla="*/ 239525 h 389633"/>
                  <a:gd name="connsiteX13" fmla="*/ 147174 w 421729"/>
                  <a:gd name="connsiteY13" fmla="*/ 244893 h 389633"/>
                  <a:gd name="connsiteX14" fmla="*/ 142020 w 421729"/>
                  <a:gd name="connsiteY14" fmla="*/ 250262 h 389633"/>
                  <a:gd name="connsiteX15" fmla="*/ 42734 w 421729"/>
                  <a:gd name="connsiteY15" fmla="*/ 250262 h 389633"/>
                  <a:gd name="connsiteX16" fmla="*/ 37366 w 421729"/>
                  <a:gd name="connsiteY16" fmla="*/ 244893 h 389633"/>
                  <a:gd name="connsiteX17" fmla="*/ 42734 w 421729"/>
                  <a:gd name="connsiteY17" fmla="*/ 239525 h 389633"/>
                  <a:gd name="connsiteX18" fmla="*/ 185899 w 421729"/>
                  <a:gd name="connsiteY18" fmla="*/ 219123 h 389633"/>
                  <a:gd name="connsiteX19" fmla="*/ 173301 w 421729"/>
                  <a:gd name="connsiteY19" fmla="*/ 255845 h 389633"/>
                  <a:gd name="connsiteX20" fmla="*/ 204010 w 421729"/>
                  <a:gd name="connsiteY20" fmla="*/ 286411 h 389633"/>
                  <a:gd name="connsiteX21" fmla="*/ 240660 w 421729"/>
                  <a:gd name="connsiteY21" fmla="*/ 273884 h 389633"/>
                  <a:gd name="connsiteX22" fmla="*/ 42734 w 421729"/>
                  <a:gd name="connsiteY22" fmla="*/ 170519 h 389633"/>
                  <a:gd name="connsiteX23" fmla="*/ 182392 w 421729"/>
                  <a:gd name="connsiteY23" fmla="*/ 170519 h 389633"/>
                  <a:gd name="connsiteX24" fmla="*/ 187761 w 421729"/>
                  <a:gd name="connsiteY24" fmla="*/ 175887 h 389633"/>
                  <a:gd name="connsiteX25" fmla="*/ 187761 w 421729"/>
                  <a:gd name="connsiteY25" fmla="*/ 176030 h 389633"/>
                  <a:gd name="connsiteX26" fmla="*/ 182392 w 421729"/>
                  <a:gd name="connsiteY26" fmla="*/ 181256 h 389633"/>
                  <a:gd name="connsiteX27" fmla="*/ 42734 w 421729"/>
                  <a:gd name="connsiteY27" fmla="*/ 181256 h 389633"/>
                  <a:gd name="connsiteX28" fmla="*/ 37366 w 421729"/>
                  <a:gd name="connsiteY28" fmla="*/ 175887 h 389633"/>
                  <a:gd name="connsiteX29" fmla="*/ 42734 w 421729"/>
                  <a:gd name="connsiteY29" fmla="*/ 170519 h 389633"/>
                  <a:gd name="connsiteX30" fmla="*/ 342022 w 421729"/>
                  <a:gd name="connsiteY30" fmla="*/ 132222 h 389633"/>
                  <a:gd name="connsiteX31" fmla="*/ 349344 w 421729"/>
                  <a:gd name="connsiteY31" fmla="*/ 132222 h 389633"/>
                  <a:gd name="connsiteX32" fmla="*/ 349609 w 421729"/>
                  <a:gd name="connsiteY32" fmla="*/ 139810 h 389633"/>
                  <a:gd name="connsiteX33" fmla="*/ 251613 w 421729"/>
                  <a:gd name="connsiteY33" fmla="*/ 237735 h 389633"/>
                  <a:gd name="connsiteX34" fmla="*/ 247819 w 421729"/>
                  <a:gd name="connsiteY34" fmla="*/ 239310 h 389633"/>
                  <a:gd name="connsiteX35" fmla="*/ 244025 w 421729"/>
                  <a:gd name="connsiteY35" fmla="*/ 237735 h 389633"/>
                  <a:gd name="connsiteX36" fmla="*/ 243738 w 421729"/>
                  <a:gd name="connsiteY36" fmla="*/ 237449 h 389633"/>
                  <a:gd name="connsiteX37" fmla="*/ 244025 w 421729"/>
                  <a:gd name="connsiteY37" fmla="*/ 229861 h 389633"/>
                  <a:gd name="connsiteX38" fmla="*/ 319902 w 421729"/>
                  <a:gd name="connsiteY38" fmla="*/ 110532 h 389633"/>
                  <a:gd name="connsiteX39" fmla="*/ 327225 w 421729"/>
                  <a:gd name="connsiteY39" fmla="*/ 110532 h 389633"/>
                  <a:gd name="connsiteX40" fmla="*/ 327490 w 421729"/>
                  <a:gd name="connsiteY40" fmla="*/ 118120 h 389633"/>
                  <a:gd name="connsiteX41" fmla="*/ 229851 w 421729"/>
                  <a:gd name="connsiteY41" fmla="*/ 215687 h 389633"/>
                  <a:gd name="connsiteX42" fmla="*/ 226057 w 421729"/>
                  <a:gd name="connsiteY42" fmla="*/ 217262 h 389633"/>
                  <a:gd name="connsiteX43" fmla="*/ 222263 w 421729"/>
                  <a:gd name="connsiteY43" fmla="*/ 215687 h 389633"/>
                  <a:gd name="connsiteX44" fmla="*/ 222263 w 421729"/>
                  <a:gd name="connsiteY44" fmla="*/ 208100 h 389633"/>
                  <a:gd name="connsiteX45" fmla="*/ 320976 w 421729"/>
                  <a:gd name="connsiteY45" fmla="*/ 79394 h 389633"/>
                  <a:gd name="connsiteX46" fmla="*/ 191196 w 421729"/>
                  <a:gd name="connsiteY46" fmla="*/ 209101 h 389633"/>
                  <a:gd name="connsiteX47" fmla="*/ 250538 w 421729"/>
                  <a:gd name="connsiteY47" fmla="*/ 268801 h 389633"/>
                  <a:gd name="connsiteX48" fmla="*/ 380318 w 421729"/>
                  <a:gd name="connsiteY48" fmla="*/ 138736 h 389633"/>
                  <a:gd name="connsiteX49" fmla="*/ 365178 w 421729"/>
                  <a:gd name="connsiteY49" fmla="*/ 48523 h 389633"/>
                  <a:gd name="connsiteX50" fmla="*/ 342952 w 421729"/>
                  <a:gd name="connsiteY50" fmla="*/ 57704 h 389633"/>
                  <a:gd name="connsiteX51" fmla="*/ 328635 w 421729"/>
                  <a:gd name="connsiteY51" fmla="*/ 72021 h 389633"/>
                  <a:gd name="connsiteX52" fmla="*/ 387977 w 421729"/>
                  <a:gd name="connsiteY52" fmla="*/ 131363 h 389633"/>
                  <a:gd name="connsiteX53" fmla="*/ 401721 w 421729"/>
                  <a:gd name="connsiteY53" fmla="*/ 117619 h 389633"/>
                  <a:gd name="connsiteX54" fmla="*/ 401721 w 421729"/>
                  <a:gd name="connsiteY54" fmla="*/ 117404 h 389633"/>
                  <a:gd name="connsiteX55" fmla="*/ 401850 w 421729"/>
                  <a:gd name="connsiteY55" fmla="*/ 117275 h 389633"/>
                  <a:gd name="connsiteX56" fmla="*/ 401721 w 421729"/>
                  <a:gd name="connsiteY56" fmla="*/ 72021 h 389633"/>
                  <a:gd name="connsiteX57" fmla="*/ 387405 w 421729"/>
                  <a:gd name="connsiteY57" fmla="*/ 57704 h 389633"/>
                  <a:gd name="connsiteX58" fmla="*/ 365178 w 421729"/>
                  <a:gd name="connsiteY58" fmla="*/ 48523 h 389633"/>
                  <a:gd name="connsiteX59" fmla="*/ 365179 w 421729"/>
                  <a:gd name="connsiteY59" fmla="*/ 38113 h 389633"/>
                  <a:gd name="connsiteX60" fmla="*/ 394992 w 421729"/>
                  <a:gd name="connsiteY60" fmla="*/ 50402 h 389633"/>
                  <a:gd name="connsiteX61" fmla="*/ 409309 w 421729"/>
                  <a:gd name="connsiteY61" fmla="*/ 64719 h 389633"/>
                  <a:gd name="connsiteX62" fmla="*/ 409023 w 421729"/>
                  <a:gd name="connsiteY62" fmla="*/ 125421 h 389633"/>
                  <a:gd name="connsiteX63" fmla="*/ 391485 w 421729"/>
                  <a:gd name="connsiteY63" fmla="*/ 142959 h 389633"/>
                  <a:gd name="connsiteX64" fmla="*/ 254046 w 421729"/>
                  <a:gd name="connsiteY64" fmla="*/ 280398 h 389633"/>
                  <a:gd name="connsiteX65" fmla="*/ 253115 w 421729"/>
                  <a:gd name="connsiteY65" fmla="*/ 280970 h 389633"/>
                  <a:gd name="connsiteX66" fmla="*/ 252256 w 421729"/>
                  <a:gd name="connsiteY66" fmla="*/ 281543 h 389633"/>
                  <a:gd name="connsiteX67" fmla="*/ 150466 w 421729"/>
                  <a:gd name="connsiteY67" fmla="*/ 316404 h 389633"/>
                  <a:gd name="connsiteX68" fmla="*/ 148748 w 421729"/>
                  <a:gd name="connsiteY68" fmla="*/ 316404 h 389633"/>
                  <a:gd name="connsiteX69" fmla="*/ 144954 w 421729"/>
                  <a:gd name="connsiteY69" fmla="*/ 314829 h 389633"/>
                  <a:gd name="connsiteX70" fmla="*/ 143665 w 421729"/>
                  <a:gd name="connsiteY70" fmla="*/ 309317 h 389633"/>
                  <a:gd name="connsiteX71" fmla="*/ 178956 w 421729"/>
                  <a:gd name="connsiteY71" fmla="*/ 207527 h 389633"/>
                  <a:gd name="connsiteX72" fmla="*/ 179457 w 421729"/>
                  <a:gd name="connsiteY72" fmla="*/ 206596 h 389633"/>
                  <a:gd name="connsiteX73" fmla="*/ 180101 w 421729"/>
                  <a:gd name="connsiteY73" fmla="*/ 205737 h 389633"/>
                  <a:gd name="connsiteX74" fmla="*/ 317540 w 421729"/>
                  <a:gd name="connsiteY74" fmla="*/ 68298 h 389633"/>
                  <a:gd name="connsiteX75" fmla="*/ 335364 w 421729"/>
                  <a:gd name="connsiteY75" fmla="*/ 50402 h 389633"/>
                  <a:gd name="connsiteX76" fmla="*/ 365179 w 421729"/>
                  <a:gd name="connsiteY76" fmla="*/ 38113 h 389633"/>
                  <a:gd name="connsiteX77" fmla="*/ 106229 w 421729"/>
                  <a:gd name="connsiteY77" fmla="*/ 17618 h 389633"/>
                  <a:gd name="connsiteX78" fmla="*/ 19184 w 421729"/>
                  <a:gd name="connsiteY78" fmla="*/ 97003 h 389633"/>
                  <a:gd name="connsiteX79" fmla="*/ 106229 w 421729"/>
                  <a:gd name="connsiteY79" fmla="*/ 97003 h 389633"/>
                  <a:gd name="connsiteX80" fmla="*/ 109450 w 421729"/>
                  <a:gd name="connsiteY80" fmla="*/ 80 h 389633"/>
                  <a:gd name="connsiteX81" fmla="*/ 111454 w 421729"/>
                  <a:gd name="connsiteY81" fmla="*/ 80 h 389633"/>
                  <a:gd name="connsiteX82" fmla="*/ 275379 w 421729"/>
                  <a:gd name="connsiteY82" fmla="*/ 80 h 389633"/>
                  <a:gd name="connsiteX83" fmla="*/ 280747 w 421729"/>
                  <a:gd name="connsiteY83" fmla="*/ 5449 h 389633"/>
                  <a:gd name="connsiteX84" fmla="*/ 280747 w 421729"/>
                  <a:gd name="connsiteY84" fmla="*/ 77532 h 389633"/>
                  <a:gd name="connsiteX85" fmla="*/ 275379 w 421729"/>
                  <a:gd name="connsiteY85" fmla="*/ 82901 h 389633"/>
                  <a:gd name="connsiteX86" fmla="*/ 270010 w 421729"/>
                  <a:gd name="connsiteY86" fmla="*/ 77532 h 389633"/>
                  <a:gd name="connsiteX87" fmla="*/ 270010 w 421729"/>
                  <a:gd name="connsiteY87" fmla="*/ 10817 h 389633"/>
                  <a:gd name="connsiteX88" fmla="*/ 116823 w 421729"/>
                  <a:gd name="connsiteY88" fmla="*/ 10817 h 389633"/>
                  <a:gd name="connsiteX89" fmla="*/ 116823 w 421729"/>
                  <a:gd name="connsiteY89" fmla="*/ 102372 h 389633"/>
                  <a:gd name="connsiteX90" fmla="*/ 116823 w 421729"/>
                  <a:gd name="connsiteY90" fmla="*/ 102515 h 389633"/>
                  <a:gd name="connsiteX91" fmla="*/ 111454 w 421729"/>
                  <a:gd name="connsiteY91" fmla="*/ 107740 h 389633"/>
                  <a:gd name="connsiteX92" fmla="*/ 10666 w 421729"/>
                  <a:gd name="connsiteY92" fmla="*/ 107740 h 389633"/>
                  <a:gd name="connsiteX93" fmla="*/ 10666 w 421729"/>
                  <a:gd name="connsiteY93" fmla="*/ 378967 h 389633"/>
                  <a:gd name="connsiteX94" fmla="*/ 270010 w 421729"/>
                  <a:gd name="connsiteY94" fmla="*/ 378967 h 389633"/>
                  <a:gd name="connsiteX95" fmla="*/ 270010 w 421729"/>
                  <a:gd name="connsiteY95" fmla="*/ 291565 h 389633"/>
                  <a:gd name="connsiteX96" fmla="*/ 275379 w 421729"/>
                  <a:gd name="connsiteY96" fmla="*/ 286196 h 389633"/>
                  <a:gd name="connsiteX97" fmla="*/ 280819 w 421729"/>
                  <a:gd name="connsiteY97" fmla="*/ 291207 h 389633"/>
                  <a:gd name="connsiteX98" fmla="*/ 280819 w 421729"/>
                  <a:gd name="connsiteY98" fmla="*/ 384265 h 389633"/>
                  <a:gd name="connsiteX99" fmla="*/ 275450 w 421729"/>
                  <a:gd name="connsiteY99" fmla="*/ 389633 h 389633"/>
                  <a:gd name="connsiteX100" fmla="*/ 5368 w 421729"/>
                  <a:gd name="connsiteY100" fmla="*/ 389633 h 389633"/>
                  <a:gd name="connsiteX101" fmla="*/ 0 w 421729"/>
                  <a:gd name="connsiteY101" fmla="*/ 384265 h 389633"/>
                  <a:gd name="connsiteX102" fmla="*/ 0 w 421729"/>
                  <a:gd name="connsiteY102" fmla="*/ 102300 h 389633"/>
                  <a:gd name="connsiteX103" fmla="*/ 429 w 421729"/>
                  <a:gd name="connsiteY103" fmla="*/ 100224 h 389633"/>
                  <a:gd name="connsiteX104" fmla="*/ 787 w 421729"/>
                  <a:gd name="connsiteY104" fmla="*/ 99723 h 389633"/>
                  <a:gd name="connsiteX105" fmla="*/ 1718 w 421729"/>
                  <a:gd name="connsiteY105" fmla="*/ 98435 h 389633"/>
                  <a:gd name="connsiteX106" fmla="*/ 107875 w 421729"/>
                  <a:gd name="connsiteY106" fmla="*/ 1082 h 389633"/>
                  <a:gd name="connsiteX107" fmla="*/ 108734 w 421729"/>
                  <a:gd name="connsiteY107" fmla="*/ 510 h 38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421729" h="389633">
                    <a:moveTo>
                      <a:pt x="42734" y="307815"/>
                    </a:moveTo>
                    <a:lnTo>
                      <a:pt x="122191" y="307815"/>
                    </a:lnTo>
                    <a:cubicBezTo>
                      <a:pt x="125155" y="307815"/>
                      <a:pt x="127560" y="310220"/>
                      <a:pt x="127560" y="313183"/>
                    </a:cubicBezTo>
                    <a:cubicBezTo>
                      <a:pt x="127560" y="316147"/>
                      <a:pt x="125155" y="318552"/>
                      <a:pt x="122191" y="318552"/>
                    </a:cubicBezTo>
                    <a:lnTo>
                      <a:pt x="42734" y="318552"/>
                    </a:lnTo>
                    <a:cubicBezTo>
                      <a:pt x="39769" y="318552"/>
                      <a:pt x="37366" y="316147"/>
                      <a:pt x="37366" y="313183"/>
                    </a:cubicBezTo>
                    <a:cubicBezTo>
                      <a:pt x="37366" y="310220"/>
                      <a:pt x="39769" y="307815"/>
                      <a:pt x="42734" y="307815"/>
                    </a:cubicBezTo>
                    <a:close/>
                    <a:moveTo>
                      <a:pt x="169793" y="266368"/>
                    </a:moveTo>
                    <a:lnTo>
                      <a:pt x="157338" y="302159"/>
                    </a:lnTo>
                    <a:lnTo>
                      <a:pt x="193773" y="290133"/>
                    </a:lnTo>
                    <a:cubicBezTo>
                      <a:pt x="191576" y="277957"/>
                      <a:pt x="181991" y="268458"/>
                      <a:pt x="169793" y="266368"/>
                    </a:cubicBezTo>
                    <a:close/>
                    <a:moveTo>
                      <a:pt x="42734" y="239525"/>
                    </a:moveTo>
                    <a:lnTo>
                      <a:pt x="141805" y="239525"/>
                    </a:lnTo>
                    <a:cubicBezTo>
                      <a:pt x="144769" y="239525"/>
                      <a:pt x="147174" y="241930"/>
                      <a:pt x="147174" y="244893"/>
                    </a:cubicBezTo>
                    <a:cubicBezTo>
                      <a:pt x="147138" y="247764"/>
                      <a:pt x="144883" y="250112"/>
                      <a:pt x="142020" y="250262"/>
                    </a:cubicBezTo>
                    <a:lnTo>
                      <a:pt x="42734" y="250262"/>
                    </a:lnTo>
                    <a:cubicBezTo>
                      <a:pt x="39769" y="250262"/>
                      <a:pt x="37366" y="247857"/>
                      <a:pt x="37366" y="244893"/>
                    </a:cubicBezTo>
                    <a:cubicBezTo>
                      <a:pt x="37366" y="241930"/>
                      <a:pt x="39769" y="239525"/>
                      <a:pt x="42734" y="239525"/>
                    </a:cubicBezTo>
                    <a:close/>
                    <a:moveTo>
                      <a:pt x="185899" y="219123"/>
                    </a:moveTo>
                    <a:lnTo>
                      <a:pt x="173301" y="255845"/>
                    </a:lnTo>
                    <a:cubicBezTo>
                      <a:pt x="188619" y="259181"/>
                      <a:pt x="200602" y="271106"/>
                      <a:pt x="204010" y="286411"/>
                    </a:cubicBezTo>
                    <a:lnTo>
                      <a:pt x="240660" y="273884"/>
                    </a:lnTo>
                    <a:close/>
                    <a:moveTo>
                      <a:pt x="42734" y="170519"/>
                    </a:moveTo>
                    <a:lnTo>
                      <a:pt x="182392" y="170519"/>
                    </a:lnTo>
                    <a:cubicBezTo>
                      <a:pt x="185356" y="170519"/>
                      <a:pt x="187761" y="172924"/>
                      <a:pt x="187761" y="175887"/>
                    </a:cubicBezTo>
                    <a:cubicBezTo>
                      <a:pt x="187761" y="175937"/>
                      <a:pt x="187761" y="175980"/>
                      <a:pt x="187761" y="176030"/>
                    </a:cubicBezTo>
                    <a:cubicBezTo>
                      <a:pt x="187718" y="178958"/>
                      <a:pt x="185320" y="181299"/>
                      <a:pt x="182392" y="181256"/>
                    </a:cubicBezTo>
                    <a:lnTo>
                      <a:pt x="42734" y="181256"/>
                    </a:lnTo>
                    <a:cubicBezTo>
                      <a:pt x="39769" y="181256"/>
                      <a:pt x="37366" y="178851"/>
                      <a:pt x="37366" y="175887"/>
                    </a:cubicBezTo>
                    <a:cubicBezTo>
                      <a:pt x="37366" y="172924"/>
                      <a:pt x="39769" y="170519"/>
                      <a:pt x="42734" y="170519"/>
                    </a:cubicBezTo>
                    <a:close/>
                    <a:moveTo>
                      <a:pt x="342022" y="132222"/>
                    </a:moveTo>
                    <a:cubicBezTo>
                      <a:pt x="344083" y="130304"/>
                      <a:pt x="347283" y="130304"/>
                      <a:pt x="349344" y="132222"/>
                    </a:cubicBezTo>
                    <a:cubicBezTo>
                      <a:pt x="351513" y="134241"/>
                      <a:pt x="351628" y="137641"/>
                      <a:pt x="349609" y="139810"/>
                    </a:cubicBezTo>
                    <a:lnTo>
                      <a:pt x="251613" y="237735"/>
                    </a:lnTo>
                    <a:cubicBezTo>
                      <a:pt x="250618" y="238759"/>
                      <a:pt x="249243" y="239324"/>
                      <a:pt x="247819" y="239310"/>
                    </a:cubicBezTo>
                    <a:cubicBezTo>
                      <a:pt x="246394" y="239317"/>
                      <a:pt x="245027" y="238752"/>
                      <a:pt x="244025" y="237735"/>
                    </a:cubicBezTo>
                    <a:cubicBezTo>
                      <a:pt x="243925" y="237642"/>
                      <a:pt x="243832" y="237549"/>
                      <a:pt x="243738" y="237449"/>
                    </a:cubicBezTo>
                    <a:cubicBezTo>
                      <a:pt x="241720" y="235273"/>
                      <a:pt x="241849" y="231880"/>
                      <a:pt x="244025" y="229861"/>
                    </a:cubicBezTo>
                    <a:close/>
                    <a:moveTo>
                      <a:pt x="319902" y="110532"/>
                    </a:moveTo>
                    <a:cubicBezTo>
                      <a:pt x="321964" y="108614"/>
                      <a:pt x="325164" y="108614"/>
                      <a:pt x="327225" y="110532"/>
                    </a:cubicBezTo>
                    <a:cubicBezTo>
                      <a:pt x="329394" y="112551"/>
                      <a:pt x="329509" y="115951"/>
                      <a:pt x="327490" y="118120"/>
                    </a:cubicBezTo>
                    <a:lnTo>
                      <a:pt x="229851" y="215687"/>
                    </a:lnTo>
                    <a:cubicBezTo>
                      <a:pt x="228863" y="216725"/>
                      <a:pt x="227489" y="217298"/>
                      <a:pt x="226057" y="217262"/>
                    </a:cubicBezTo>
                    <a:cubicBezTo>
                      <a:pt x="224633" y="217269"/>
                      <a:pt x="223266" y="216704"/>
                      <a:pt x="222263" y="215687"/>
                    </a:cubicBezTo>
                    <a:cubicBezTo>
                      <a:pt x="220173" y="213590"/>
                      <a:pt x="220173" y="210197"/>
                      <a:pt x="222263" y="208100"/>
                    </a:cubicBezTo>
                    <a:close/>
                    <a:moveTo>
                      <a:pt x="320976" y="79394"/>
                    </a:moveTo>
                    <a:lnTo>
                      <a:pt x="191196" y="209101"/>
                    </a:lnTo>
                    <a:lnTo>
                      <a:pt x="250538" y="268801"/>
                    </a:lnTo>
                    <a:lnTo>
                      <a:pt x="380318" y="138736"/>
                    </a:lnTo>
                    <a:close/>
                    <a:moveTo>
                      <a:pt x="365178" y="48523"/>
                    </a:moveTo>
                    <a:cubicBezTo>
                      <a:pt x="357138" y="48523"/>
                      <a:pt x="349097" y="51583"/>
                      <a:pt x="342952" y="57704"/>
                    </a:cubicBezTo>
                    <a:lnTo>
                      <a:pt x="328635" y="72021"/>
                    </a:lnTo>
                    <a:lnTo>
                      <a:pt x="387977" y="131363"/>
                    </a:lnTo>
                    <a:lnTo>
                      <a:pt x="401721" y="117619"/>
                    </a:lnTo>
                    <a:lnTo>
                      <a:pt x="401721" y="117404"/>
                    </a:lnTo>
                    <a:cubicBezTo>
                      <a:pt x="401764" y="117361"/>
                      <a:pt x="401807" y="117318"/>
                      <a:pt x="401850" y="117275"/>
                    </a:cubicBezTo>
                    <a:cubicBezTo>
                      <a:pt x="414313" y="104741"/>
                      <a:pt x="414255" y="84483"/>
                      <a:pt x="401721" y="72021"/>
                    </a:cubicBezTo>
                    <a:lnTo>
                      <a:pt x="387405" y="57704"/>
                    </a:lnTo>
                    <a:cubicBezTo>
                      <a:pt x="381260" y="51583"/>
                      <a:pt x="373219" y="48523"/>
                      <a:pt x="365178" y="48523"/>
                    </a:cubicBezTo>
                    <a:close/>
                    <a:moveTo>
                      <a:pt x="365179" y="38113"/>
                    </a:moveTo>
                    <a:cubicBezTo>
                      <a:pt x="375961" y="38113"/>
                      <a:pt x="386743" y="42209"/>
                      <a:pt x="394992" y="50402"/>
                    </a:cubicBezTo>
                    <a:lnTo>
                      <a:pt x="409309" y="64719"/>
                    </a:lnTo>
                    <a:cubicBezTo>
                      <a:pt x="425981" y="81570"/>
                      <a:pt x="425852" y="108735"/>
                      <a:pt x="409023" y="125421"/>
                    </a:cubicBezTo>
                    <a:lnTo>
                      <a:pt x="391485" y="142959"/>
                    </a:lnTo>
                    <a:lnTo>
                      <a:pt x="254046" y="280398"/>
                    </a:lnTo>
                    <a:cubicBezTo>
                      <a:pt x="253774" y="280648"/>
                      <a:pt x="253459" y="280842"/>
                      <a:pt x="253115" y="280970"/>
                    </a:cubicBezTo>
                    <a:lnTo>
                      <a:pt x="252256" y="281543"/>
                    </a:lnTo>
                    <a:lnTo>
                      <a:pt x="150466" y="316404"/>
                    </a:lnTo>
                    <a:cubicBezTo>
                      <a:pt x="149900" y="316504"/>
                      <a:pt x="149313" y="316504"/>
                      <a:pt x="148748" y="316404"/>
                    </a:cubicBezTo>
                    <a:cubicBezTo>
                      <a:pt x="147323" y="316404"/>
                      <a:pt x="145963" y="315838"/>
                      <a:pt x="144954" y="314829"/>
                    </a:cubicBezTo>
                    <a:cubicBezTo>
                      <a:pt x="143465" y="313412"/>
                      <a:pt x="142957" y="311250"/>
                      <a:pt x="143665" y="309317"/>
                    </a:cubicBezTo>
                    <a:lnTo>
                      <a:pt x="178956" y="207527"/>
                    </a:lnTo>
                    <a:cubicBezTo>
                      <a:pt x="179099" y="207240"/>
                      <a:pt x="179457" y="206596"/>
                      <a:pt x="179457" y="206596"/>
                    </a:cubicBezTo>
                    <a:cubicBezTo>
                      <a:pt x="179650" y="206295"/>
                      <a:pt x="179865" y="206009"/>
                      <a:pt x="180101" y="205737"/>
                    </a:cubicBezTo>
                    <a:lnTo>
                      <a:pt x="317540" y="68298"/>
                    </a:lnTo>
                    <a:lnTo>
                      <a:pt x="335364" y="50402"/>
                    </a:lnTo>
                    <a:cubicBezTo>
                      <a:pt x="343614" y="42209"/>
                      <a:pt x="354396" y="38113"/>
                      <a:pt x="365179" y="38113"/>
                    </a:cubicBezTo>
                    <a:close/>
                    <a:moveTo>
                      <a:pt x="106229" y="17618"/>
                    </a:moveTo>
                    <a:lnTo>
                      <a:pt x="19184" y="97003"/>
                    </a:lnTo>
                    <a:lnTo>
                      <a:pt x="106229" y="97003"/>
                    </a:lnTo>
                    <a:close/>
                    <a:moveTo>
                      <a:pt x="109450" y="80"/>
                    </a:moveTo>
                    <a:cubicBezTo>
                      <a:pt x="110115" y="-27"/>
                      <a:pt x="110788" y="-27"/>
                      <a:pt x="111454" y="80"/>
                    </a:cubicBezTo>
                    <a:lnTo>
                      <a:pt x="275379" y="80"/>
                    </a:lnTo>
                    <a:cubicBezTo>
                      <a:pt x="278342" y="80"/>
                      <a:pt x="280747" y="2485"/>
                      <a:pt x="280747" y="5449"/>
                    </a:cubicBezTo>
                    <a:lnTo>
                      <a:pt x="280747" y="77532"/>
                    </a:lnTo>
                    <a:cubicBezTo>
                      <a:pt x="280747" y="80496"/>
                      <a:pt x="278342" y="82901"/>
                      <a:pt x="275379" y="82901"/>
                    </a:cubicBezTo>
                    <a:cubicBezTo>
                      <a:pt x="272415" y="82901"/>
                      <a:pt x="270010" y="80496"/>
                      <a:pt x="270010" y="77532"/>
                    </a:cubicBezTo>
                    <a:lnTo>
                      <a:pt x="270010" y="10817"/>
                    </a:lnTo>
                    <a:lnTo>
                      <a:pt x="116823" y="10817"/>
                    </a:lnTo>
                    <a:lnTo>
                      <a:pt x="116823" y="102372"/>
                    </a:lnTo>
                    <a:cubicBezTo>
                      <a:pt x="116823" y="102422"/>
                      <a:pt x="116823" y="102465"/>
                      <a:pt x="116823" y="102515"/>
                    </a:cubicBezTo>
                    <a:cubicBezTo>
                      <a:pt x="116780" y="105443"/>
                      <a:pt x="114382" y="107783"/>
                      <a:pt x="111454" y="107740"/>
                    </a:cubicBezTo>
                    <a:lnTo>
                      <a:pt x="10666" y="107740"/>
                    </a:lnTo>
                    <a:lnTo>
                      <a:pt x="10666" y="378967"/>
                    </a:lnTo>
                    <a:lnTo>
                      <a:pt x="270010" y="378967"/>
                    </a:lnTo>
                    <a:lnTo>
                      <a:pt x="270010" y="291565"/>
                    </a:lnTo>
                    <a:cubicBezTo>
                      <a:pt x="270010" y="288601"/>
                      <a:pt x="272415" y="286196"/>
                      <a:pt x="275379" y="286196"/>
                    </a:cubicBezTo>
                    <a:cubicBezTo>
                      <a:pt x="278235" y="286153"/>
                      <a:pt x="280626" y="288358"/>
                      <a:pt x="280819" y="291207"/>
                    </a:cubicBezTo>
                    <a:lnTo>
                      <a:pt x="280819" y="384265"/>
                    </a:lnTo>
                    <a:cubicBezTo>
                      <a:pt x="280819" y="387228"/>
                      <a:pt x="278414" y="389633"/>
                      <a:pt x="275450" y="389633"/>
                    </a:cubicBezTo>
                    <a:lnTo>
                      <a:pt x="5368" y="389633"/>
                    </a:lnTo>
                    <a:cubicBezTo>
                      <a:pt x="2403" y="389633"/>
                      <a:pt x="0" y="387228"/>
                      <a:pt x="0" y="384265"/>
                    </a:cubicBezTo>
                    <a:lnTo>
                      <a:pt x="0" y="102300"/>
                    </a:lnTo>
                    <a:cubicBezTo>
                      <a:pt x="33" y="101592"/>
                      <a:pt x="177" y="100890"/>
                      <a:pt x="429" y="100224"/>
                    </a:cubicBezTo>
                    <a:lnTo>
                      <a:pt x="787" y="99723"/>
                    </a:lnTo>
                    <a:cubicBezTo>
                      <a:pt x="1032" y="99251"/>
                      <a:pt x="1345" y="98814"/>
                      <a:pt x="1718" y="98435"/>
                    </a:cubicBezTo>
                    <a:lnTo>
                      <a:pt x="107875" y="1082"/>
                    </a:lnTo>
                    <a:lnTo>
                      <a:pt x="108734" y="510"/>
                    </a:lnTo>
                    <a:close/>
                  </a:path>
                </a:pathLst>
              </a:custGeom>
              <a:grpFill/>
              <a:ln w="3175" cap="flat">
                <a:solidFill>
                  <a:schemeClr val="bg1"/>
                </a:solidFill>
                <a:prstDash val="solid"/>
                <a:miter/>
              </a:ln>
            </p:spPr>
            <p:txBody>
              <a:bodyPr wrap="square" rtlCol="0" anchor="ctr">
                <a:noAutofit/>
              </a:bodyPr>
              <a:lstStyle/>
              <a:p>
                <a:endParaRPr lang="en-US" sz="1350">
                  <a:latin typeface="Calibri" panose="020F0502020204030204" pitchFamily="34" charset="0"/>
                  <a:ea typeface="Calibri" panose="020F0502020204030204" pitchFamily="34" charset="0"/>
                  <a:cs typeface="Calibri" panose="020F0502020204030204" pitchFamily="34" charset="0"/>
                </a:endParaRPr>
              </a:p>
            </p:txBody>
          </p:sp>
        </p:grpSp>
      </p:grpSp>
      <p:sp>
        <p:nvSpPr>
          <p:cNvPr id="15" name="Hộp Văn bản 14">
            <a:extLst>
              <a:ext uri="{FF2B5EF4-FFF2-40B4-BE49-F238E27FC236}">
                <a16:creationId xmlns:a16="http://schemas.microsoft.com/office/drawing/2014/main" id="{145116AC-AC25-9F3D-54B3-C6957998FDBA}"/>
              </a:ext>
            </a:extLst>
          </p:cNvPr>
          <p:cNvSpPr txBox="1"/>
          <p:nvPr/>
        </p:nvSpPr>
        <p:spPr>
          <a:xfrm>
            <a:off x="4236502" y="404767"/>
            <a:ext cx="4972951" cy="477054"/>
          </a:xfrm>
          <a:prstGeom prst="rect">
            <a:avLst/>
          </a:prstGeom>
          <a:noFill/>
        </p:spPr>
        <p:txBody>
          <a:bodyPr wrap="square">
            <a:spAutoFit/>
          </a:bodyPr>
          <a:lstStyle/>
          <a:p>
            <a:r>
              <a:rPr lang="vi-VN"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Xác định nguồn dữ liệu &amp; phạm vi </a:t>
            </a:r>
            <a:endParaRPr lang="en-US" sz="2500" b="1" dirty="0">
              <a:latin typeface="Calibri" panose="020F0502020204030204" pitchFamily="34" charset="0"/>
              <a:ea typeface="Calibri" panose="020F0502020204030204" pitchFamily="34" charset="0"/>
              <a:cs typeface="Calibri" panose="020F0502020204030204" pitchFamily="34" charset="0"/>
            </a:endParaRPr>
          </a:p>
        </p:txBody>
      </p:sp>
      <p:sp>
        <p:nvSpPr>
          <p:cNvPr id="21" name="Hộp Văn bản 20">
            <a:extLst>
              <a:ext uri="{FF2B5EF4-FFF2-40B4-BE49-F238E27FC236}">
                <a16:creationId xmlns:a16="http://schemas.microsoft.com/office/drawing/2014/main" id="{7637B745-23D2-DF3C-81D5-694E2F21DE9C}"/>
              </a:ext>
            </a:extLst>
          </p:cNvPr>
          <p:cNvSpPr txBox="1"/>
          <p:nvPr/>
        </p:nvSpPr>
        <p:spPr>
          <a:xfrm>
            <a:off x="4358982" y="1085491"/>
            <a:ext cx="4461995" cy="1477328"/>
          </a:xfrm>
          <a:prstGeom prst="rect">
            <a:avLst/>
          </a:prstGeom>
          <a:noFill/>
        </p:spPr>
        <p:txBody>
          <a:bodyPr wrap="square">
            <a:spAutoFit/>
          </a:bodyPr>
          <a:lstStyle/>
          <a:p>
            <a:pPr algn="just" fontAlgn="base">
              <a:buFont typeface="Arial" panose="020B0604020202020204" pitchFamily="34" charset="0"/>
              <a:buChar char="•"/>
            </a:pPr>
            <a:r>
              <a:rPr lang="vi-VN"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Nguồn: </a:t>
            </a:r>
            <a:r>
              <a:rPr lang="vi-VN" sz="1500" dirty="0">
                <a:latin typeface="Calibri" panose="020F0502020204030204" pitchFamily="34" charset="0"/>
                <a:ea typeface="Calibri" panose="020F0502020204030204" pitchFamily="34" charset="0"/>
                <a:cs typeface="Calibri" panose="020F0502020204030204" pitchFamily="34" charset="0"/>
              </a:rPr>
              <a:t>dữ liệu được thu thập từ trang </a:t>
            </a:r>
            <a:r>
              <a:rPr lang="vi-VN" sz="1500" b="1" dirty="0" err="1">
                <a:latin typeface="Calibri" panose="020F0502020204030204" pitchFamily="34" charset="0"/>
                <a:ea typeface="Calibri" panose="020F0502020204030204" pitchFamily="34" charset="0"/>
                <a:cs typeface="Calibri" panose="020F0502020204030204" pitchFamily="34" charset="0"/>
              </a:rPr>
              <a:t>Youtube</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b="1" dirty="0" err="1">
                <a:latin typeface="Calibri" panose="020F0502020204030204" pitchFamily="34" charset="0"/>
                <a:ea typeface="Calibri" panose="020F0502020204030204" pitchFamily="34" charset="0"/>
                <a:cs typeface="Calibri" panose="020F0502020204030204" pitchFamily="34" charset="0"/>
              </a:rPr>
              <a:t>trending</a:t>
            </a:r>
            <a:r>
              <a:rPr lang="vi-VN" sz="1500" b="1" dirty="0">
                <a:latin typeface="Calibri" panose="020F0502020204030204" pitchFamily="34" charset="0"/>
                <a:ea typeface="Calibri" panose="020F0502020204030204" pitchFamily="34" charset="0"/>
                <a:cs typeface="Calibri" panose="020F0502020204030204" pitchFamily="34" charset="0"/>
              </a:rPr>
              <a:t> Việt Nam</a:t>
            </a:r>
            <a:r>
              <a:rPr lang="vi-VN" sz="1500" dirty="0">
                <a:latin typeface="Calibri" panose="020F0502020204030204" pitchFamily="34" charset="0"/>
                <a:ea typeface="Calibri" panose="020F0502020204030204" pitchFamily="34" charset="0"/>
                <a:cs typeface="Calibri" panose="020F0502020204030204" pitchFamily="34" charset="0"/>
              </a:rPr>
              <a:t>, thông qua </a:t>
            </a:r>
            <a:r>
              <a:rPr lang="vi-VN" sz="1500" b="1" dirty="0" err="1">
                <a:latin typeface="Calibri" panose="020F0502020204030204" pitchFamily="34" charset="0"/>
                <a:ea typeface="Calibri" panose="020F0502020204030204" pitchFamily="34" charset="0"/>
                <a:cs typeface="Calibri" panose="020F0502020204030204" pitchFamily="34" charset="0"/>
              </a:rPr>
              <a:t>Youtube</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b="1" dirty="0" err="1">
                <a:latin typeface="Calibri" panose="020F0502020204030204" pitchFamily="34" charset="0"/>
                <a:ea typeface="Calibri" panose="020F0502020204030204" pitchFamily="34" charset="0"/>
                <a:cs typeface="Calibri" panose="020F0502020204030204" pitchFamily="34" charset="0"/>
              </a:rPr>
              <a:t>Data</a:t>
            </a:r>
            <a:r>
              <a:rPr lang="vi-VN" sz="1500" b="1" dirty="0">
                <a:latin typeface="Calibri" panose="020F0502020204030204" pitchFamily="34" charset="0"/>
                <a:ea typeface="Calibri" panose="020F0502020204030204" pitchFamily="34" charset="0"/>
                <a:cs typeface="Calibri" panose="020F0502020204030204" pitchFamily="34" charset="0"/>
              </a:rPr>
              <a:t> API v3</a:t>
            </a:r>
            <a:r>
              <a:rPr lang="vi-VN" sz="1500" dirty="0">
                <a:latin typeface="Calibri" panose="020F0502020204030204" pitchFamily="34" charset="0"/>
                <a:ea typeface="Calibri" panose="020F0502020204030204" pitchFamily="34" charset="0"/>
                <a:cs typeface="Calibri" panose="020F0502020204030204" pitchFamily="34" charset="0"/>
              </a:rPr>
              <a:t>. Các thông tin lấy được bao gồm: tên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kênh đăng tải, lượt xem, lượt thích, lượt bình luận, </a:t>
            </a:r>
            <a:r>
              <a:rPr lang="vi-VN" sz="1500" dirty="0" err="1">
                <a:latin typeface="Calibri" panose="020F0502020204030204" pitchFamily="34" charset="0"/>
                <a:ea typeface="Calibri" panose="020F0502020204030204" pitchFamily="34" charset="0"/>
                <a:cs typeface="Calibri" panose="020F0502020204030204" pitchFamily="34" charset="0"/>
              </a:rPr>
              <a:t>top</a:t>
            </a:r>
            <a:r>
              <a:rPr lang="vi-VN" sz="1500" dirty="0">
                <a:latin typeface="Calibri" panose="020F0502020204030204" pitchFamily="34" charset="0"/>
                <a:ea typeface="Calibri" panose="020F0502020204030204" pitchFamily="34" charset="0"/>
                <a:cs typeface="Calibri" panose="020F0502020204030204" pitchFamily="34" charset="0"/>
              </a:rPr>
              <a:t> 50 bình luận đứng đầu, thời lượng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và các chỉ số liên quan khác.</a:t>
            </a:r>
          </a:p>
        </p:txBody>
      </p:sp>
      <p:sp>
        <p:nvSpPr>
          <p:cNvPr id="41" name="Hộp Văn bản 40">
            <a:extLst>
              <a:ext uri="{FF2B5EF4-FFF2-40B4-BE49-F238E27FC236}">
                <a16:creationId xmlns:a16="http://schemas.microsoft.com/office/drawing/2014/main" id="{E351ECE1-AF3A-F082-BBFB-2F6A021BBAFE}"/>
              </a:ext>
            </a:extLst>
          </p:cNvPr>
          <p:cNvSpPr txBox="1"/>
          <p:nvPr/>
        </p:nvSpPr>
        <p:spPr>
          <a:xfrm>
            <a:off x="4358982" y="2647485"/>
            <a:ext cx="4780188" cy="553998"/>
          </a:xfrm>
          <a:prstGeom prst="rect">
            <a:avLst/>
          </a:prstGeom>
          <a:noFill/>
        </p:spPr>
        <p:txBody>
          <a:bodyPr wrap="square">
            <a:spAutoFit/>
          </a:bodyPr>
          <a:lstStyle/>
          <a:p>
            <a:pPr rtl="0" fontAlgn="base">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Phạm vi thời gian: </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dữ liệu được lấy từ ngày 04/10/2025 đến 01/11/2025.</a:t>
            </a:r>
          </a:p>
        </p:txBody>
      </p:sp>
      <p:sp>
        <p:nvSpPr>
          <p:cNvPr id="45" name="Hộp Văn bản 44">
            <a:extLst>
              <a:ext uri="{FF2B5EF4-FFF2-40B4-BE49-F238E27FC236}">
                <a16:creationId xmlns:a16="http://schemas.microsoft.com/office/drawing/2014/main" id="{BC532BB8-41D7-A5DC-8A3E-2A43222BADE9}"/>
              </a:ext>
            </a:extLst>
          </p:cNvPr>
          <p:cNvSpPr txBox="1"/>
          <p:nvPr/>
        </p:nvSpPr>
        <p:spPr>
          <a:xfrm>
            <a:off x="4357322" y="3439982"/>
            <a:ext cx="5204732" cy="323165"/>
          </a:xfrm>
          <a:prstGeom prst="rect">
            <a:avLst/>
          </a:prstGeom>
          <a:noFill/>
        </p:spPr>
        <p:txBody>
          <a:bodyPr wrap="square">
            <a:spAutoFit/>
          </a:bodyPr>
          <a:lstStyle/>
          <a:p>
            <a:pPr rtl="0" fontAlgn="base">
              <a:spcAft>
                <a:spcPts val="800"/>
              </a:spcAft>
              <a:buFont typeface="Arial" panose="020B0604020202020204" pitchFamily="34" charset="0"/>
              <a:buChar char="•"/>
            </a:pPr>
            <a:r>
              <a:rPr lang="vi-VN"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Ngôn ngữ: </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Tiếng Việt.</a:t>
            </a:r>
          </a:p>
        </p:txBody>
      </p:sp>
    </p:spTree>
    <p:extLst>
      <p:ext uri="{BB962C8B-B14F-4D97-AF65-F5344CB8AC3E}">
        <p14:creationId xmlns:p14="http://schemas.microsoft.com/office/powerpoint/2010/main" val="860288870"/>
      </p:ext>
    </p:extLst>
  </p:cSld>
  <p:clrMapOvr>
    <a:masterClrMapping/>
  </p:clrMapOvr>
  <p:transition spd="slow">
    <p:push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CE7EC-3905-E698-50D7-AE0E07DE8B9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5074AFF7-609A-740F-A1AF-3D8483B179FD}"/>
              </a:ext>
            </a:extLst>
          </p:cNvPr>
          <p:cNvGrpSpPr/>
          <p:nvPr/>
        </p:nvGrpSpPr>
        <p:grpSpPr>
          <a:xfrm>
            <a:off x="0" y="-241738"/>
            <a:ext cx="3786603" cy="4974894"/>
            <a:chOff x="0" y="-241738"/>
            <a:chExt cx="3786603" cy="4974894"/>
          </a:xfrm>
        </p:grpSpPr>
        <p:sp>
          <p:nvSpPr>
            <p:cNvPr id="13" name="Freeform: Shape 12">
              <a:extLst>
                <a:ext uri="{FF2B5EF4-FFF2-40B4-BE49-F238E27FC236}">
                  <a16:creationId xmlns:a16="http://schemas.microsoft.com/office/drawing/2014/main" id="{3CFA6A27-36BA-7F8E-B47E-1CB6E564A01C}"/>
                </a:ext>
              </a:extLst>
            </p:cNvPr>
            <p:cNvSpPr/>
            <p:nvPr userDrawn="1"/>
          </p:nvSpPr>
          <p:spPr>
            <a:xfrm>
              <a:off x="0" y="-241738"/>
              <a:ext cx="3786603" cy="4974894"/>
            </a:xfrm>
            <a:custGeom>
              <a:avLst/>
              <a:gdLst>
                <a:gd name="connsiteX0" fmla="*/ 0 w 3786603"/>
                <a:gd name="connsiteY0" fmla="*/ 0 h 4974894"/>
                <a:gd name="connsiteX1" fmla="*/ 3235356 w 3786603"/>
                <a:gd name="connsiteY1" fmla="*/ 0 h 4974894"/>
                <a:gd name="connsiteX2" fmla="*/ 3709155 w 3786603"/>
                <a:gd name="connsiteY2" fmla="*/ 823075 h 4974894"/>
                <a:gd name="connsiteX3" fmla="*/ 3709155 w 3786603"/>
                <a:gd name="connsiteY3" fmla="*/ 1406212 h 4974894"/>
                <a:gd name="connsiteX4" fmla="*/ 1820032 w 3786603"/>
                <a:gd name="connsiteY4" fmla="*/ 4680288 h 4974894"/>
                <a:gd name="connsiteX5" fmla="*/ 1312824 w 3786603"/>
                <a:gd name="connsiteY5" fmla="*/ 4974894 h 4974894"/>
                <a:gd name="connsiteX6" fmla="*/ 0 w 3786603"/>
                <a:gd name="connsiteY6" fmla="*/ 4974894 h 4974894"/>
                <a:gd name="connsiteX7" fmla="*/ 0 w 3786603"/>
                <a:gd name="connsiteY7" fmla="*/ 0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6603" h="4974894">
                  <a:moveTo>
                    <a:pt x="0" y="0"/>
                  </a:moveTo>
                  <a:lnTo>
                    <a:pt x="3235356" y="0"/>
                  </a:lnTo>
                  <a:lnTo>
                    <a:pt x="3709155" y="823075"/>
                  </a:lnTo>
                  <a:cubicBezTo>
                    <a:pt x="3812419" y="1002268"/>
                    <a:pt x="3812419" y="1223982"/>
                    <a:pt x="3709155" y="1406212"/>
                  </a:cubicBezTo>
                  <a:lnTo>
                    <a:pt x="1820032" y="4680288"/>
                  </a:lnTo>
                  <a:cubicBezTo>
                    <a:pt x="1716768" y="4862519"/>
                    <a:pt x="1522389" y="4974894"/>
                    <a:pt x="1312824" y="4974894"/>
                  </a:cubicBezTo>
                  <a:lnTo>
                    <a:pt x="0" y="4974894"/>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4" name="Freeform: Shape 13">
              <a:extLst>
                <a:ext uri="{FF2B5EF4-FFF2-40B4-BE49-F238E27FC236}">
                  <a16:creationId xmlns:a16="http://schemas.microsoft.com/office/drawing/2014/main" id="{02FA4CEA-874F-39B9-557E-F0AD11061AC5}"/>
                </a:ext>
              </a:extLst>
            </p:cNvPr>
            <p:cNvSpPr/>
            <p:nvPr userDrawn="1"/>
          </p:nvSpPr>
          <p:spPr>
            <a:xfrm>
              <a:off x="0" y="-241738"/>
              <a:ext cx="3103239" cy="4974894"/>
            </a:xfrm>
            <a:custGeom>
              <a:avLst/>
              <a:gdLst>
                <a:gd name="connsiteX0" fmla="*/ 0 w 3103239"/>
                <a:gd name="connsiteY0" fmla="*/ 0 h 4974894"/>
                <a:gd name="connsiteX1" fmla="*/ 2551992 w 3103239"/>
                <a:gd name="connsiteY1" fmla="*/ 0 h 4974894"/>
                <a:gd name="connsiteX2" fmla="*/ 3025791 w 3103239"/>
                <a:gd name="connsiteY2" fmla="*/ 823075 h 4974894"/>
                <a:gd name="connsiteX3" fmla="*/ 3025791 w 3103239"/>
                <a:gd name="connsiteY3" fmla="*/ 1406212 h 4974894"/>
                <a:gd name="connsiteX4" fmla="*/ 1136668 w 3103239"/>
                <a:gd name="connsiteY4" fmla="*/ 4680288 h 4974894"/>
                <a:gd name="connsiteX5" fmla="*/ 629460 w 3103239"/>
                <a:gd name="connsiteY5" fmla="*/ 4974894 h 4974894"/>
                <a:gd name="connsiteX6" fmla="*/ 0 w 3103239"/>
                <a:gd name="connsiteY6" fmla="*/ 4974894 h 4974894"/>
                <a:gd name="connsiteX7" fmla="*/ 0 w 3103239"/>
                <a:gd name="connsiteY7" fmla="*/ 0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3239" h="4974894">
                  <a:moveTo>
                    <a:pt x="0" y="0"/>
                  </a:moveTo>
                  <a:lnTo>
                    <a:pt x="2551992" y="0"/>
                  </a:lnTo>
                  <a:lnTo>
                    <a:pt x="3025791" y="823075"/>
                  </a:lnTo>
                  <a:cubicBezTo>
                    <a:pt x="3129055" y="1002268"/>
                    <a:pt x="3129055" y="1223982"/>
                    <a:pt x="3025791" y="1406212"/>
                  </a:cubicBezTo>
                  <a:lnTo>
                    <a:pt x="1136668" y="4680288"/>
                  </a:lnTo>
                  <a:cubicBezTo>
                    <a:pt x="1033404" y="4862519"/>
                    <a:pt x="839025" y="4974894"/>
                    <a:pt x="629460" y="4974894"/>
                  </a:cubicBezTo>
                  <a:lnTo>
                    <a:pt x="0" y="4974894"/>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5" name="Freeform: Shape 14">
              <a:extLst>
                <a:ext uri="{FF2B5EF4-FFF2-40B4-BE49-F238E27FC236}">
                  <a16:creationId xmlns:a16="http://schemas.microsoft.com/office/drawing/2014/main" id="{48585722-4307-C411-6CFA-26B4EB261B3A}"/>
                </a:ext>
              </a:extLst>
            </p:cNvPr>
            <p:cNvSpPr/>
            <p:nvPr userDrawn="1"/>
          </p:nvSpPr>
          <p:spPr>
            <a:xfrm>
              <a:off x="0" y="-241737"/>
              <a:ext cx="2313573" cy="4952065"/>
            </a:xfrm>
            <a:custGeom>
              <a:avLst/>
              <a:gdLst>
                <a:gd name="connsiteX0" fmla="*/ 0 w 2313573"/>
                <a:gd name="connsiteY0" fmla="*/ 0 h 4952065"/>
                <a:gd name="connsiteX1" fmla="*/ 1762326 w 2313573"/>
                <a:gd name="connsiteY1" fmla="*/ 0 h 4952065"/>
                <a:gd name="connsiteX2" fmla="*/ 2236125 w 2313573"/>
                <a:gd name="connsiteY2" fmla="*/ 823075 h 4952065"/>
                <a:gd name="connsiteX3" fmla="*/ 2236125 w 2313573"/>
                <a:gd name="connsiteY3" fmla="*/ 1406212 h 4952065"/>
                <a:gd name="connsiteX4" fmla="*/ 347002 w 2313573"/>
                <a:gd name="connsiteY4" fmla="*/ 4680288 h 4952065"/>
                <a:gd name="connsiteX5" fmla="*/ 65144 w 2313573"/>
                <a:gd name="connsiteY5" fmla="*/ 4929728 h 4952065"/>
                <a:gd name="connsiteX6" fmla="*/ 0 w 2313573"/>
                <a:gd name="connsiteY6" fmla="*/ 4952065 h 4952065"/>
                <a:gd name="connsiteX7" fmla="*/ 0 w 2313573"/>
                <a:gd name="connsiteY7" fmla="*/ 0 h 495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3573" h="4952065">
                  <a:moveTo>
                    <a:pt x="0" y="0"/>
                  </a:moveTo>
                  <a:lnTo>
                    <a:pt x="1762326" y="0"/>
                  </a:lnTo>
                  <a:lnTo>
                    <a:pt x="2236125" y="823075"/>
                  </a:lnTo>
                  <a:cubicBezTo>
                    <a:pt x="2339389" y="1002268"/>
                    <a:pt x="2339389" y="1223982"/>
                    <a:pt x="2236125" y="1406212"/>
                  </a:cubicBezTo>
                  <a:lnTo>
                    <a:pt x="347002" y="4680288"/>
                  </a:lnTo>
                  <a:cubicBezTo>
                    <a:pt x="282462" y="4794183"/>
                    <a:pt x="182330" y="4880789"/>
                    <a:pt x="65144" y="4929728"/>
                  </a:cubicBezTo>
                  <a:lnTo>
                    <a:pt x="0" y="495206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6" name="Freeform: Shape 15">
              <a:extLst>
                <a:ext uri="{FF2B5EF4-FFF2-40B4-BE49-F238E27FC236}">
                  <a16:creationId xmlns:a16="http://schemas.microsoft.com/office/drawing/2014/main" id="{F7F72C32-370C-955E-806D-369BBDB56B8B}"/>
                </a:ext>
              </a:extLst>
            </p:cNvPr>
            <p:cNvSpPr/>
            <p:nvPr userDrawn="1"/>
          </p:nvSpPr>
          <p:spPr>
            <a:xfrm>
              <a:off x="0" y="-241737"/>
              <a:ext cx="1487462" cy="3849935"/>
            </a:xfrm>
            <a:custGeom>
              <a:avLst/>
              <a:gdLst>
                <a:gd name="connsiteX0" fmla="*/ 0 w 1487462"/>
                <a:gd name="connsiteY0" fmla="*/ 0 h 3849935"/>
                <a:gd name="connsiteX1" fmla="*/ 936215 w 1487462"/>
                <a:gd name="connsiteY1" fmla="*/ 0 h 3849935"/>
                <a:gd name="connsiteX2" fmla="*/ 1410014 w 1487462"/>
                <a:gd name="connsiteY2" fmla="*/ 823075 h 3849935"/>
                <a:gd name="connsiteX3" fmla="*/ 1410014 w 1487462"/>
                <a:gd name="connsiteY3" fmla="*/ 1406212 h 3849935"/>
                <a:gd name="connsiteX4" fmla="*/ 0 w 1487462"/>
                <a:gd name="connsiteY4" fmla="*/ 3849935 h 3849935"/>
                <a:gd name="connsiteX5" fmla="*/ 0 w 1487462"/>
                <a:gd name="connsiteY5" fmla="*/ 0 h 384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7462" h="3849935">
                  <a:moveTo>
                    <a:pt x="0" y="0"/>
                  </a:moveTo>
                  <a:lnTo>
                    <a:pt x="936215" y="0"/>
                  </a:lnTo>
                  <a:lnTo>
                    <a:pt x="1410014" y="823075"/>
                  </a:lnTo>
                  <a:cubicBezTo>
                    <a:pt x="1513278" y="1002268"/>
                    <a:pt x="1513278" y="1223982"/>
                    <a:pt x="1410014" y="1406212"/>
                  </a:cubicBezTo>
                  <a:lnTo>
                    <a:pt x="0" y="384993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17" name="Freeform: Shape 16">
            <a:extLst>
              <a:ext uri="{FF2B5EF4-FFF2-40B4-BE49-F238E27FC236}">
                <a16:creationId xmlns:a16="http://schemas.microsoft.com/office/drawing/2014/main" id="{14C06B41-11D5-A720-4026-D8872EAA91C3}"/>
              </a:ext>
            </a:extLst>
          </p:cNvPr>
          <p:cNvSpPr/>
          <p:nvPr/>
        </p:nvSpPr>
        <p:spPr>
          <a:xfrm>
            <a:off x="2644763" y="4581847"/>
            <a:ext cx="6499237" cy="886968"/>
          </a:xfrm>
          <a:custGeom>
            <a:avLst/>
            <a:gdLst>
              <a:gd name="connsiteX0" fmla="*/ 503162 w 6499237"/>
              <a:gd name="connsiteY0" fmla="*/ 0 h 886968"/>
              <a:gd name="connsiteX1" fmla="*/ 6499237 w 6499237"/>
              <a:gd name="connsiteY1" fmla="*/ 0 h 886968"/>
              <a:gd name="connsiteX2" fmla="*/ 6499237 w 6499237"/>
              <a:gd name="connsiteY2" fmla="*/ 886968 h 886968"/>
              <a:gd name="connsiteX3" fmla="*/ 0 w 6499237"/>
              <a:gd name="connsiteY3" fmla="*/ 886968 h 886968"/>
              <a:gd name="connsiteX4" fmla="*/ 503162 w 6499237"/>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9237" h="886968">
                <a:moveTo>
                  <a:pt x="503162" y="0"/>
                </a:moveTo>
                <a:lnTo>
                  <a:pt x="6499237" y="0"/>
                </a:lnTo>
                <a:lnTo>
                  <a:pt x="6499237" y="886968"/>
                </a:lnTo>
                <a:lnTo>
                  <a:pt x="0" y="886968"/>
                </a:lnTo>
                <a:lnTo>
                  <a:pt x="503162"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9" name="Hộp Văn bản 8">
            <a:extLst>
              <a:ext uri="{FF2B5EF4-FFF2-40B4-BE49-F238E27FC236}">
                <a16:creationId xmlns:a16="http://schemas.microsoft.com/office/drawing/2014/main" id="{421D5C78-8C58-21B1-1EAE-5BBE4879E600}"/>
              </a:ext>
            </a:extLst>
          </p:cNvPr>
          <p:cNvSpPr txBox="1"/>
          <p:nvPr/>
        </p:nvSpPr>
        <p:spPr>
          <a:xfrm>
            <a:off x="4185507" y="299735"/>
            <a:ext cx="4952044" cy="477054"/>
          </a:xfrm>
          <a:prstGeom prst="rect">
            <a:avLst/>
          </a:prstGeom>
          <a:noFill/>
        </p:spPr>
        <p:txBody>
          <a:bodyPr wrap="square">
            <a:spAutoFit/>
          </a:bodyPr>
          <a:lstStyle/>
          <a:p>
            <a:r>
              <a:rPr lang="vi-VN" sz="2500" b="1" dirty="0">
                <a:latin typeface="Calibri" panose="020F0502020204030204" pitchFamily="34" charset="0"/>
                <a:ea typeface="Calibri" panose="020F0502020204030204" pitchFamily="34" charset="0"/>
                <a:cs typeface="Calibri" panose="020F0502020204030204" pitchFamily="34" charset="0"/>
              </a:rPr>
              <a:t>P</a:t>
            </a:r>
            <a:r>
              <a:rPr lang="vi-VN" sz="2500" b="1" i="0" u="none" strike="noStrike" dirty="0">
                <a:effectLst/>
                <a:latin typeface="Calibri" panose="020F0502020204030204" pitchFamily="34" charset="0"/>
                <a:ea typeface="Calibri" panose="020F0502020204030204" pitchFamily="34" charset="0"/>
                <a:cs typeface="Calibri" panose="020F0502020204030204" pitchFamily="34" charset="0"/>
              </a:rPr>
              <a:t>hương pháp thu thập &amp; lưu trữ </a:t>
            </a:r>
            <a:endParaRPr lang="en-US" sz="2500" b="1" dirty="0">
              <a:latin typeface="Calibri" panose="020F0502020204030204" pitchFamily="34" charset="0"/>
              <a:ea typeface="Calibri" panose="020F0502020204030204" pitchFamily="34" charset="0"/>
              <a:cs typeface="Calibri" panose="020F0502020204030204" pitchFamily="34" charset="0"/>
            </a:endParaRPr>
          </a:p>
        </p:txBody>
      </p:sp>
      <p:sp>
        <p:nvSpPr>
          <p:cNvPr id="19" name="Hộp Văn bản 18">
            <a:extLst>
              <a:ext uri="{FF2B5EF4-FFF2-40B4-BE49-F238E27FC236}">
                <a16:creationId xmlns:a16="http://schemas.microsoft.com/office/drawing/2014/main" id="{1820A2B7-6961-1F75-4658-F17659BC2481}"/>
              </a:ext>
            </a:extLst>
          </p:cNvPr>
          <p:cNvSpPr txBox="1"/>
          <p:nvPr/>
        </p:nvSpPr>
        <p:spPr>
          <a:xfrm>
            <a:off x="3857624" y="984063"/>
            <a:ext cx="5331278" cy="553998"/>
          </a:xfrm>
          <a:prstGeom prst="rect">
            <a:avLst/>
          </a:prstGeom>
          <a:noFill/>
        </p:spPr>
        <p:txBody>
          <a:bodyPr wrap="square">
            <a:spAutoFit/>
          </a:bodyPr>
          <a:lstStyle/>
          <a:p>
            <a:pPr rtl="0" fontAlgn="base">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Thu thập:  </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Sử dụng </a:t>
            </a:r>
            <a:r>
              <a:rPr lang="vi-VN"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YouTube</a:t>
            </a:r>
            <a:r>
              <a:rPr lang="vi-VN"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Data</a:t>
            </a:r>
            <a:r>
              <a:rPr lang="vi-VN"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API v3 </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để truy vấn danh sách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trong mục </a:t>
            </a:r>
            <a:r>
              <a:rPr lang="vi-VN"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Trending</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(xu hướng) của Việt Nam.</a:t>
            </a:r>
          </a:p>
        </p:txBody>
      </p:sp>
      <p:sp>
        <p:nvSpPr>
          <p:cNvPr id="21" name="Hộp Văn bản 20">
            <a:extLst>
              <a:ext uri="{FF2B5EF4-FFF2-40B4-BE49-F238E27FC236}">
                <a16:creationId xmlns:a16="http://schemas.microsoft.com/office/drawing/2014/main" id="{62EA4D9D-BAE9-EDE8-BF63-6C1462B413AF}"/>
              </a:ext>
            </a:extLst>
          </p:cNvPr>
          <p:cNvSpPr txBox="1"/>
          <p:nvPr/>
        </p:nvSpPr>
        <p:spPr>
          <a:xfrm>
            <a:off x="3857624" y="1825004"/>
            <a:ext cx="5331278" cy="323165"/>
          </a:xfrm>
          <a:prstGeom prst="rect">
            <a:avLst/>
          </a:prstGeom>
          <a:noFill/>
        </p:spPr>
        <p:txBody>
          <a:bodyPr wrap="square">
            <a:spAutoFit/>
          </a:bodyPr>
          <a:lstStyle/>
          <a:p>
            <a:pPr rtl="0" fontAlgn="base">
              <a:spcAft>
                <a:spcPts val="1200"/>
              </a:spcAft>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Thu thập thông tin chi tiết của từng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qua các </a:t>
            </a:r>
            <a:r>
              <a:rPr lang="vi-VN"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endpoint</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vi-VN" sz="1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3" name="Hộp Văn bản 22">
            <a:extLst>
              <a:ext uri="{FF2B5EF4-FFF2-40B4-BE49-F238E27FC236}">
                <a16:creationId xmlns:a16="http://schemas.microsoft.com/office/drawing/2014/main" id="{669DD639-C8E2-5CA7-4FC9-06F84672662F}"/>
              </a:ext>
            </a:extLst>
          </p:cNvPr>
          <p:cNvSpPr txBox="1"/>
          <p:nvPr/>
        </p:nvSpPr>
        <p:spPr>
          <a:xfrm>
            <a:off x="3857624" y="2930804"/>
            <a:ext cx="5331278" cy="553998"/>
          </a:xfrm>
          <a:prstGeom prst="rect">
            <a:avLst/>
          </a:prstGeom>
          <a:noFill/>
        </p:spPr>
        <p:txBody>
          <a:bodyPr wrap="square">
            <a:spAutoFit/>
          </a:bodyPr>
          <a:lstStyle/>
          <a:p>
            <a:pPr rtl="0" fontAlgn="base">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Dữ liệu được thu thập bằng </a:t>
            </a:r>
            <a:r>
              <a:rPr lang="vi-VN"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Python</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thông qua thư viện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googleapiclient.discovery</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và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googleapiclient.errors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25" name="Hộp Văn bản 24">
            <a:extLst>
              <a:ext uri="{FF2B5EF4-FFF2-40B4-BE49-F238E27FC236}">
                <a16:creationId xmlns:a16="http://schemas.microsoft.com/office/drawing/2014/main" id="{7DD8F9E1-CC37-F9F3-F92B-B3709E451FCE}"/>
              </a:ext>
            </a:extLst>
          </p:cNvPr>
          <p:cNvSpPr txBox="1"/>
          <p:nvPr/>
        </p:nvSpPr>
        <p:spPr>
          <a:xfrm>
            <a:off x="3857624" y="3754707"/>
            <a:ext cx="5331278" cy="553998"/>
          </a:xfrm>
          <a:prstGeom prst="rect">
            <a:avLst/>
          </a:prstGeom>
          <a:noFill/>
        </p:spPr>
        <p:txBody>
          <a:bodyPr wrap="square">
            <a:spAutoFit/>
          </a:bodyPr>
          <a:lstStyle/>
          <a:p>
            <a:pPr rtl="0" fontAlgn="base">
              <a:spcAft>
                <a:spcPts val="800"/>
              </a:spcAft>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Lưu trữ: </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trực tiếp lưu trữ trong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file</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csv</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để thuận lợi cho những bước phân tích sau.</a:t>
            </a:r>
          </a:p>
        </p:txBody>
      </p:sp>
      <p:sp>
        <p:nvSpPr>
          <p:cNvPr id="27" name="Hộp Văn bản 26">
            <a:extLst>
              <a:ext uri="{FF2B5EF4-FFF2-40B4-BE49-F238E27FC236}">
                <a16:creationId xmlns:a16="http://schemas.microsoft.com/office/drawing/2014/main" id="{64CDE2FC-D564-ACA5-D36D-08ACEFA8BBAA}"/>
              </a:ext>
            </a:extLst>
          </p:cNvPr>
          <p:cNvSpPr txBox="1"/>
          <p:nvPr/>
        </p:nvSpPr>
        <p:spPr>
          <a:xfrm>
            <a:off x="3786603" y="2100905"/>
            <a:ext cx="6499237" cy="553998"/>
          </a:xfrm>
          <a:prstGeom prst="rect">
            <a:avLst/>
          </a:prstGeom>
          <a:noFill/>
        </p:spPr>
        <p:txBody>
          <a:bodyPr wrap="square">
            <a:spAutoFit/>
          </a:bodyPr>
          <a:lstStyle/>
          <a:p>
            <a:pPr rtl="0" fontAlgn="base">
              <a:spcAft>
                <a:spcPts val="1200"/>
              </a:spcAft>
            </a:pP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videos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list</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lấy thông tin về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views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likes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comments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b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channels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list</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lấy thông tin về kênh đăng tải.</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7284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48CBC-0B36-D095-B13E-74CE3236D26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20EAC8F-AEE3-D432-E09D-81DCDDABAF92}"/>
              </a:ext>
            </a:extLst>
          </p:cNvPr>
          <p:cNvGrpSpPr/>
          <p:nvPr/>
        </p:nvGrpSpPr>
        <p:grpSpPr>
          <a:xfrm>
            <a:off x="6169675" y="1198679"/>
            <a:ext cx="3994785" cy="4204917"/>
            <a:chOff x="6169675" y="1198679"/>
            <a:chExt cx="3994785" cy="4204917"/>
          </a:xfrm>
        </p:grpSpPr>
        <p:sp>
          <p:nvSpPr>
            <p:cNvPr id="56" name="Freeform: Shape 55">
              <a:extLst>
                <a:ext uri="{FF2B5EF4-FFF2-40B4-BE49-F238E27FC236}">
                  <a16:creationId xmlns:a16="http://schemas.microsoft.com/office/drawing/2014/main" id="{CA32B897-EB7E-2A11-51FF-9BB6B04EBE42}"/>
                </a:ext>
              </a:extLst>
            </p:cNvPr>
            <p:cNvSpPr/>
            <p:nvPr/>
          </p:nvSpPr>
          <p:spPr>
            <a:xfrm rot="20123205" flipH="1">
              <a:off x="6169675" y="1374819"/>
              <a:ext cx="3994785" cy="4028777"/>
            </a:xfrm>
            <a:custGeom>
              <a:avLst/>
              <a:gdLst>
                <a:gd name="connsiteX0" fmla="*/ 0 w 3994785"/>
                <a:gd name="connsiteY0" fmla="*/ 0 h 4028777"/>
                <a:gd name="connsiteX1" fmla="*/ 1845646 w 3994785"/>
                <a:gd name="connsiteY1" fmla="*/ 4028777 h 4028777"/>
                <a:gd name="connsiteX2" fmla="*/ 3782021 w 3994785"/>
                <a:gd name="connsiteY2" fmla="*/ 3141693 h 4028777"/>
                <a:gd name="connsiteX3" fmla="*/ 3917177 w 3994785"/>
                <a:gd name="connsiteY3" fmla="*/ 2907557 h 4028777"/>
                <a:gd name="connsiteX4" fmla="*/ 3917177 w 3994785"/>
                <a:gd name="connsiteY4" fmla="*/ 2327503 h 4028777"/>
                <a:gd name="connsiteX5" fmla="*/ 2739581 w 3994785"/>
                <a:gd name="connsiteY5" fmla="*/ 290028 h 4028777"/>
                <a:gd name="connsiteX6" fmla="*/ 2238228 w 3994785"/>
                <a:gd name="connsiteY6" fmla="*/ 0 h 402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4785" h="4028777">
                  <a:moveTo>
                    <a:pt x="0" y="0"/>
                  </a:moveTo>
                  <a:lnTo>
                    <a:pt x="1845646" y="4028777"/>
                  </a:lnTo>
                  <a:lnTo>
                    <a:pt x="3782021" y="3141693"/>
                  </a:lnTo>
                  <a:lnTo>
                    <a:pt x="3917177" y="2907557"/>
                  </a:lnTo>
                  <a:cubicBezTo>
                    <a:pt x="4020655" y="2728293"/>
                    <a:pt x="4020655" y="2506765"/>
                    <a:pt x="3917177" y="2327503"/>
                  </a:cubicBezTo>
                  <a:lnTo>
                    <a:pt x="2739581" y="290028"/>
                  </a:lnTo>
                  <a:cubicBezTo>
                    <a:pt x="2636105" y="110764"/>
                    <a:pt x="2445182" y="0"/>
                    <a:pt x="2238228" y="0"/>
                  </a:cubicBezTo>
                  <a:close/>
                </a:path>
              </a:pathLst>
            </a:custGeom>
            <a:solidFill>
              <a:schemeClr val="accent4"/>
            </a:solidFill>
            <a:ln w="9525" cap="flat">
              <a:noFill/>
              <a:prstDash val="solid"/>
              <a:miter/>
            </a:ln>
          </p:spPr>
          <p:txBody>
            <a:bodyPr wrap="square" rtlCol="0" anchor="ctr">
              <a:noAutofit/>
            </a:body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89" name="Freeform: Shape 88">
              <a:extLst>
                <a:ext uri="{FF2B5EF4-FFF2-40B4-BE49-F238E27FC236}">
                  <a16:creationId xmlns:a16="http://schemas.microsoft.com/office/drawing/2014/main" id="{5AB50C60-DFA1-9DC9-92ED-1D809F8B640B}"/>
                </a:ext>
              </a:extLst>
            </p:cNvPr>
            <p:cNvSpPr/>
            <p:nvPr/>
          </p:nvSpPr>
          <p:spPr>
            <a:xfrm rot="5400000">
              <a:off x="6122570" y="2125201"/>
              <a:ext cx="3947952" cy="2094907"/>
            </a:xfrm>
            <a:custGeom>
              <a:avLst/>
              <a:gdLst>
                <a:gd name="connsiteX0" fmla="*/ 0 w 3947952"/>
                <a:gd name="connsiteY0" fmla="*/ 0 h 2094907"/>
                <a:gd name="connsiteX1" fmla="*/ 3947952 w 3947952"/>
                <a:gd name="connsiteY1" fmla="*/ 0 h 2094907"/>
                <a:gd name="connsiteX2" fmla="*/ 3947952 w 3947952"/>
                <a:gd name="connsiteY2" fmla="*/ 1253003 h 2094907"/>
                <a:gd name="connsiteX3" fmla="*/ 3523403 w 3947952"/>
                <a:gd name="connsiteY3" fmla="*/ 1850766 h 2094907"/>
                <a:gd name="connsiteX4" fmla="*/ 2996053 w 3947952"/>
                <a:gd name="connsiteY4" fmla="*/ 2092353 h 2094907"/>
                <a:gd name="connsiteX5" fmla="*/ 1200525 w 3947952"/>
                <a:gd name="connsiteY5" fmla="*/ 1924210 h 2094907"/>
                <a:gd name="connsiteX6" fmla="*/ 727433 w 3947952"/>
                <a:gd name="connsiteY6" fmla="*/ 1587879 h 2094907"/>
                <a:gd name="connsiteX7" fmla="*/ 0 w 3947952"/>
                <a:gd name="connsiteY7" fmla="*/ 0 h 209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7952" h="2094907">
                  <a:moveTo>
                    <a:pt x="0" y="0"/>
                  </a:moveTo>
                  <a:lnTo>
                    <a:pt x="3947952" y="0"/>
                  </a:lnTo>
                  <a:lnTo>
                    <a:pt x="3947952" y="1253003"/>
                  </a:lnTo>
                  <a:lnTo>
                    <a:pt x="3523403" y="1850766"/>
                  </a:lnTo>
                  <a:cubicBezTo>
                    <a:pt x="3403524" y="2019502"/>
                    <a:pt x="3202124" y="2111766"/>
                    <a:pt x="2996053" y="2092353"/>
                  </a:cubicBezTo>
                  <a:lnTo>
                    <a:pt x="1200525" y="1924210"/>
                  </a:lnTo>
                  <a:cubicBezTo>
                    <a:pt x="992520" y="1904079"/>
                    <a:pt x="813627" y="1776028"/>
                    <a:pt x="727433" y="1587879"/>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98" name="Freeform: Shape 97">
              <a:extLst>
                <a:ext uri="{FF2B5EF4-FFF2-40B4-BE49-F238E27FC236}">
                  <a16:creationId xmlns:a16="http://schemas.microsoft.com/office/drawing/2014/main" id="{8C758F68-D023-A5D4-0DEE-D68A77E1D41A}"/>
                </a:ext>
              </a:extLst>
            </p:cNvPr>
            <p:cNvSpPr/>
            <p:nvPr/>
          </p:nvSpPr>
          <p:spPr>
            <a:xfrm>
              <a:off x="7576445" y="1770164"/>
              <a:ext cx="1563629" cy="3392724"/>
            </a:xfrm>
            <a:custGeom>
              <a:avLst/>
              <a:gdLst>
                <a:gd name="connsiteX0" fmla="*/ 1563629 w 1563629"/>
                <a:gd name="connsiteY0" fmla="*/ 0 h 3392724"/>
                <a:gd name="connsiteX1" fmla="*/ 1563629 w 1563629"/>
                <a:gd name="connsiteY1" fmla="*/ 3392724 h 3392724"/>
                <a:gd name="connsiteX2" fmla="*/ 1181976 w 1563629"/>
                <a:gd name="connsiteY2" fmla="*/ 3392724 h 3392724"/>
                <a:gd name="connsiteX3" fmla="*/ 244141 w 1563629"/>
                <a:gd name="connsiteY3" fmla="*/ 2726952 h 3392724"/>
                <a:gd name="connsiteX4" fmla="*/ 2554 w 1563629"/>
                <a:gd name="connsiteY4" fmla="*/ 2199602 h 3392724"/>
                <a:gd name="connsiteX5" fmla="*/ 117763 w 1563629"/>
                <a:gd name="connsiteY5" fmla="*/ 981387 h 3392724"/>
                <a:gd name="connsiteX6" fmla="*/ 454093 w 1563629"/>
                <a:gd name="connsiteY6" fmla="*/ 508296 h 3392724"/>
                <a:gd name="connsiteX7" fmla="*/ 1563629 w 1563629"/>
                <a:gd name="connsiteY7" fmla="*/ 0 h 339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3629" h="3392724">
                  <a:moveTo>
                    <a:pt x="1563629" y="0"/>
                  </a:moveTo>
                  <a:lnTo>
                    <a:pt x="1563629" y="3392724"/>
                  </a:lnTo>
                  <a:lnTo>
                    <a:pt x="1181976" y="3392724"/>
                  </a:lnTo>
                  <a:lnTo>
                    <a:pt x="244141" y="2726952"/>
                  </a:lnTo>
                  <a:cubicBezTo>
                    <a:pt x="75404" y="2607076"/>
                    <a:pt x="-16860" y="2405676"/>
                    <a:pt x="2554" y="2199602"/>
                  </a:cubicBezTo>
                  <a:lnTo>
                    <a:pt x="117763" y="981387"/>
                  </a:lnTo>
                  <a:cubicBezTo>
                    <a:pt x="137176" y="775314"/>
                    <a:pt x="265944" y="594490"/>
                    <a:pt x="454093" y="508296"/>
                  </a:cubicBezTo>
                  <a:lnTo>
                    <a:pt x="1563629"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06" name="Freeform: Shape 105">
              <a:extLst>
                <a:ext uri="{FF2B5EF4-FFF2-40B4-BE49-F238E27FC236}">
                  <a16:creationId xmlns:a16="http://schemas.microsoft.com/office/drawing/2014/main" id="{0A597F88-F380-D488-A0F0-6DCBA9B1C348}"/>
                </a:ext>
              </a:extLst>
            </p:cNvPr>
            <p:cNvSpPr/>
            <p:nvPr/>
          </p:nvSpPr>
          <p:spPr>
            <a:xfrm>
              <a:off x="8049470" y="2267630"/>
              <a:ext cx="1094531" cy="2524066"/>
            </a:xfrm>
            <a:custGeom>
              <a:avLst/>
              <a:gdLst>
                <a:gd name="connsiteX0" fmla="*/ 1094531 w 1094531"/>
                <a:gd name="connsiteY0" fmla="*/ 0 h 2524066"/>
                <a:gd name="connsiteX1" fmla="*/ 1094531 w 1094531"/>
                <a:gd name="connsiteY1" fmla="*/ 2524066 h 2524066"/>
                <a:gd name="connsiteX2" fmla="*/ 1024592 w 1094531"/>
                <a:gd name="connsiteY2" fmla="*/ 2512926 h 2524066"/>
                <a:gd name="connsiteX3" fmla="*/ 817193 w 1094531"/>
                <a:gd name="connsiteY3" fmla="*/ 2420351 h 2524066"/>
                <a:gd name="connsiteX4" fmla="*/ 244142 w 1094531"/>
                <a:gd name="connsiteY4" fmla="*/ 2012788 h 2524066"/>
                <a:gd name="connsiteX5" fmla="*/ 2555 w 1094531"/>
                <a:gd name="connsiteY5" fmla="*/ 1485438 h 2524066"/>
                <a:gd name="connsiteX6" fmla="*/ 68152 w 1094531"/>
                <a:gd name="connsiteY6" fmla="*/ 785301 h 2524066"/>
                <a:gd name="connsiteX7" fmla="*/ 404483 w 1094531"/>
                <a:gd name="connsiteY7" fmla="*/ 312209 h 2524066"/>
                <a:gd name="connsiteX8" fmla="*/ 1044457 w 1094531"/>
                <a:gd name="connsiteY8" fmla="*/ 19026 h 2524066"/>
                <a:gd name="connsiteX9" fmla="*/ 1094531 w 1094531"/>
                <a:gd name="connsiteY9" fmla="*/ 0 h 2524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4531" h="2524066">
                  <a:moveTo>
                    <a:pt x="1094531" y="0"/>
                  </a:moveTo>
                  <a:lnTo>
                    <a:pt x="1094531" y="2524066"/>
                  </a:lnTo>
                  <a:lnTo>
                    <a:pt x="1024592" y="2512926"/>
                  </a:lnTo>
                  <a:cubicBezTo>
                    <a:pt x="951100" y="2496295"/>
                    <a:pt x="880469" y="2465305"/>
                    <a:pt x="817193" y="2420351"/>
                  </a:cubicBezTo>
                  <a:lnTo>
                    <a:pt x="244142" y="2012788"/>
                  </a:lnTo>
                  <a:cubicBezTo>
                    <a:pt x="75404" y="1892910"/>
                    <a:pt x="-16860" y="1691510"/>
                    <a:pt x="2555" y="1485438"/>
                  </a:cubicBezTo>
                  <a:lnTo>
                    <a:pt x="68152" y="785301"/>
                  </a:lnTo>
                  <a:cubicBezTo>
                    <a:pt x="87566" y="579227"/>
                    <a:pt x="216333" y="398403"/>
                    <a:pt x="404483" y="312209"/>
                  </a:cubicBezTo>
                  <a:lnTo>
                    <a:pt x="1044457" y="19026"/>
                  </a:lnTo>
                  <a:lnTo>
                    <a:pt x="1094531"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39" name="Freeform: Shape 38">
            <a:extLst>
              <a:ext uri="{FF2B5EF4-FFF2-40B4-BE49-F238E27FC236}">
                <a16:creationId xmlns:a16="http://schemas.microsoft.com/office/drawing/2014/main" id="{7B91F452-F8D2-F232-B14B-EE38DB998C41}"/>
              </a:ext>
            </a:extLst>
          </p:cNvPr>
          <p:cNvSpPr/>
          <p:nvPr/>
        </p:nvSpPr>
        <p:spPr>
          <a:xfrm>
            <a:off x="0" y="4576536"/>
            <a:ext cx="3169376" cy="891784"/>
          </a:xfrm>
          <a:custGeom>
            <a:avLst/>
            <a:gdLst>
              <a:gd name="connsiteX0" fmla="*/ 0 w 3169376"/>
              <a:gd name="connsiteY0" fmla="*/ 0 h 886968"/>
              <a:gd name="connsiteX1" fmla="*/ 2666214 w 3169376"/>
              <a:gd name="connsiteY1" fmla="*/ 0 h 886968"/>
              <a:gd name="connsiteX2" fmla="*/ 3169376 w 3169376"/>
              <a:gd name="connsiteY2" fmla="*/ 886968 h 886968"/>
              <a:gd name="connsiteX3" fmla="*/ 0 w 3169376"/>
              <a:gd name="connsiteY3" fmla="*/ 886968 h 886968"/>
              <a:gd name="connsiteX4" fmla="*/ 0 w 316937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376" h="886968">
                <a:moveTo>
                  <a:pt x="0" y="0"/>
                </a:moveTo>
                <a:lnTo>
                  <a:pt x="2666214" y="0"/>
                </a:lnTo>
                <a:lnTo>
                  <a:pt x="3169376" y="886968"/>
                </a:lnTo>
                <a:lnTo>
                  <a:pt x="0"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 name="Hộp Văn bản 5">
            <a:extLst>
              <a:ext uri="{FF2B5EF4-FFF2-40B4-BE49-F238E27FC236}">
                <a16:creationId xmlns:a16="http://schemas.microsoft.com/office/drawing/2014/main" id="{64469C0A-D793-3145-7221-90059E35C616}"/>
              </a:ext>
            </a:extLst>
          </p:cNvPr>
          <p:cNvSpPr txBox="1"/>
          <p:nvPr/>
        </p:nvSpPr>
        <p:spPr>
          <a:xfrm>
            <a:off x="2140517" y="352910"/>
            <a:ext cx="5539468" cy="477054"/>
          </a:xfrm>
          <a:prstGeom prst="rect">
            <a:avLst/>
          </a:prstGeom>
          <a:noFill/>
        </p:spPr>
        <p:txBody>
          <a:bodyPr wrap="square">
            <a:spAutoFit/>
          </a:bodyPr>
          <a:lstStyle/>
          <a:p>
            <a:r>
              <a:rPr lang="vi-VN" sz="2500" b="1" dirty="0">
                <a:solidFill>
                  <a:srgbClr val="000000"/>
                </a:solidFill>
                <a:latin typeface="Calibri" panose="020F0502020204030204" pitchFamily="34" charset="0"/>
                <a:ea typeface="Calibri" panose="020F0502020204030204" pitchFamily="34" charset="0"/>
                <a:cs typeface="Calibri" panose="020F0502020204030204" pitchFamily="34" charset="0"/>
              </a:rPr>
              <a:t>T</a:t>
            </a:r>
            <a:r>
              <a:rPr lang="vi-VN"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iền xử lý dữ liệu</a:t>
            </a:r>
            <a:endParaRPr lang="en-US" sz="25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70E32827-2B7E-71A0-1E8D-3928A327D81C}"/>
              </a:ext>
            </a:extLst>
          </p:cNvPr>
          <p:cNvSpPr txBox="1"/>
          <p:nvPr/>
        </p:nvSpPr>
        <p:spPr>
          <a:xfrm>
            <a:off x="351936" y="829964"/>
            <a:ext cx="6019583" cy="3657411"/>
          </a:xfrm>
          <a:prstGeom prst="rect">
            <a:avLst/>
          </a:prstGeom>
          <a:noFill/>
        </p:spPr>
        <p:txBody>
          <a:bodyPr wrap="square">
            <a:spAutoFit/>
          </a:bodyPr>
          <a:lstStyle/>
          <a:p>
            <a:pPr algn="just" rtl="0" fontAlgn="base">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Xử lý giá trị thiếu ở các cột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title</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và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hashtags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bằng cách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thay giá trị thiếu ở cột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hashtags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bằng "No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hashtags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thay giá trị thiếu ở cột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title</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bằng "No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title</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thay giá trị thiếu ở cột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top_comments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bằng “No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comment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endPar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gn="just" rtl="0" fontAlgn="base">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Chuẩn hóa các cột văn bản để dễ xử lý ngôn ngữ bằng cách loại bỏ ký tự đặc biệt, khoảng trắng dư, viết thường toàn bộ.</a:t>
            </a:r>
          </a:p>
          <a:p>
            <a:pPr algn="just" rtl="0" fontAlgn="base">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Loại bỏ các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có khả năng là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bot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hoặc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spam</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có số lượng đăng ký kênh ít hơn 10, lượng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views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likes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comments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0.</a:t>
            </a:r>
          </a:p>
          <a:p>
            <a:pPr algn="just" rtl="0" fontAlgn="base">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Chuẩn hóa dữ liệu cột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published_at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từ múi giờ quốc tế sang múi giờ Việt Nam.</a:t>
            </a:r>
          </a:p>
          <a:p>
            <a:pPr algn="just" rtl="0" fontAlgn="base">
              <a:spcAft>
                <a:spcPts val="800"/>
              </a:spcAft>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Xử lý dữ liệu ở cột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top_comments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gồm thay các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emoji</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hợp lệ, loại bỏ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emoji</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không nằm trong danh sách; chuẩn hóa các từ viết tắt thành các từ có ý nghĩa.</a:t>
            </a:r>
          </a:p>
          <a:p>
            <a:pPr algn="just" rtl="0" fontAlgn="base">
              <a:spcAft>
                <a:spcPts val="800"/>
              </a:spcAft>
              <a:buFont typeface="Arial" panose="020B0604020202020204" pitchFamily="34" charset="0"/>
              <a:buChar char="•"/>
            </a:pP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Loại bỏ </a:t>
            </a:r>
            <a:r>
              <a:rPr lang="vi-VN"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stop</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vi-VN"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words</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sử dụng từ điển </a:t>
            </a:r>
            <a:r>
              <a:rPr lang="vi-VN"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VnCoreNLP</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để </a:t>
            </a:r>
            <a:r>
              <a:rPr lang="vi-VN"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tokenize</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và phân biệt các từ đôi có nghĩa</a:t>
            </a:r>
            <a:endPar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49041309"/>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910D644-3D6C-4D55-97C6-71616151A144}"/>
              </a:ext>
            </a:extLst>
          </p:cNvPr>
          <p:cNvGrpSpPr/>
          <p:nvPr/>
        </p:nvGrpSpPr>
        <p:grpSpPr>
          <a:xfrm>
            <a:off x="4516255" y="-10918"/>
            <a:ext cx="5208569" cy="5346399"/>
            <a:chOff x="4516255" y="-10918"/>
            <a:chExt cx="5208569" cy="5346399"/>
          </a:xfrm>
        </p:grpSpPr>
        <p:sp>
          <p:nvSpPr>
            <p:cNvPr id="28" name="Freeform: Shape 27">
              <a:extLst>
                <a:ext uri="{FF2B5EF4-FFF2-40B4-BE49-F238E27FC236}">
                  <a16:creationId xmlns:a16="http://schemas.microsoft.com/office/drawing/2014/main" id="{453A8B83-E227-4855-B96A-44376856B63A}"/>
                </a:ext>
              </a:extLst>
            </p:cNvPr>
            <p:cNvSpPr/>
            <p:nvPr/>
          </p:nvSpPr>
          <p:spPr>
            <a:xfrm flipH="1">
              <a:off x="4516255" y="-10918"/>
              <a:ext cx="4546389" cy="5346399"/>
            </a:xfrm>
            <a:custGeom>
              <a:avLst/>
              <a:gdLst>
                <a:gd name="connsiteX0" fmla="*/ 3953977 w 4546389"/>
                <a:gd name="connsiteY0" fmla="*/ 0 h 5346399"/>
                <a:gd name="connsiteX1" fmla="*/ 0 w 4546389"/>
                <a:gd name="connsiteY1" fmla="*/ 0 h 5346399"/>
                <a:gd name="connsiteX2" fmla="*/ 0 w 4546389"/>
                <a:gd name="connsiteY2" fmla="*/ 5346399 h 5346399"/>
                <a:gd name="connsiteX3" fmla="*/ 1887879 w 4546389"/>
                <a:gd name="connsiteY3" fmla="*/ 5346399 h 5346399"/>
                <a:gd name="connsiteX4" fmla="*/ 2432963 w 4546389"/>
                <a:gd name="connsiteY4" fmla="*/ 5029793 h 5346399"/>
                <a:gd name="connsiteX5" fmla="*/ 4463158 w 4546389"/>
                <a:gd name="connsiteY5" fmla="*/ 1511223 h 5346399"/>
                <a:gd name="connsiteX6" fmla="*/ 4463158 w 4546389"/>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6389" h="5346399">
                  <a:moveTo>
                    <a:pt x="3953977" y="0"/>
                  </a:moveTo>
                  <a:lnTo>
                    <a:pt x="0" y="0"/>
                  </a:lnTo>
                  <a:lnTo>
                    <a:pt x="0" y="5346399"/>
                  </a:lnTo>
                  <a:lnTo>
                    <a:pt x="1887879" y="5346399"/>
                  </a:lnTo>
                  <a:cubicBezTo>
                    <a:pt x="2113093" y="5346399"/>
                    <a:pt x="2321988" y="5225633"/>
                    <a:pt x="2432963" y="5029793"/>
                  </a:cubicBezTo>
                  <a:lnTo>
                    <a:pt x="4463158" y="1511223"/>
                  </a:lnTo>
                  <a:cubicBezTo>
                    <a:pt x="4574133" y="1315384"/>
                    <a:pt x="4574133" y="1077114"/>
                    <a:pt x="4463158" y="884539"/>
                  </a:cubicBezTo>
                  <a:close/>
                </a:path>
              </a:pathLst>
            </a:custGeom>
            <a:solidFill>
              <a:schemeClr val="accent4"/>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0" name="Freeform: Shape 29">
              <a:extLst>
                <a:ext uri="{FF2B5EF4-FFF2-40B4-BE49-F238E27FC236}">
                  <a16:creationId xmlns:a16="http://schemas.microsoft.com/office/drawing/2014/main" id="{76F06F2A-2C75-4ABF-B3E7-CF69D162135B}"/>
                </a:ext>
              </a:extLst>
            </p:cNvPr>
            <p:cNvSpPr/>
            <p:nvPr/>
          </p:nvSpPr>
          <p:spPr>
            <a:xfrm flipH="1">
              <a:off x="5250649" y="-10918"/>
              <a:ext cx="3811994" cy="5346399"/>
            </a:xfrm>
            <a:custGeom>
              <a:avLst/>
              <a:gdLst>
                <a:gd name="connsiteX0" fmla="*/ 3219582 w 3811994"/>
                <a:gd name="connsiteY0" fmla="*/ 0 h 5346399"/>
                <a:gd name="connsiteX1" fmla="*/ 0 w 3811994"/>
                <a:gd name="connsiteY1" fmla="*/ 0 h 5346399"/>
                <a:gd name="connsiteX2" fmla="*/ 0 w 3811994"/>
                <a:gd name="connsiteY2" fmla="*/ 5346399 h 5346399"/>
                <a:gd name="connsiteX3" fmla="*/ 1153484 w 3811994"/>
                <a:gd name="connsiteY3" fmla="*/ 5346399 h 5346399"/>
                <a:gd name="connsiteX4" fmla="*/ 1698568 w 3811994"/>
                <a:gd name="connsiteY4" fmla="*/ 5029793 h 5346399"/>
                <a:gd name="connsiteX5" fmla="*/ 3728763 w 3811994"/>
                <a:gd name="connsiteY5" fmla="*/ 1511223 h 5346399"/>
                <a:gd name="connsiteX6" fmla="*/ 3728763 w 3811994"/>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1994" h="5346399">
                  <a:moveTo>
                    <a:pt x="3219582" y="0"/>
                  </a:moveTo>
                  <a:lnTo>
                    <a:pt x="0" y="0"/>
                  </a:lnTo>
                  <a:lnTo>
                    <a:pt x="0" y="5346399"/>
                  </a:lnTo>
                  <a:lnTo>
                    <a:pt x="1153484" y="5346399"/>
                  </a:lnTo>
                  <a:cubicBezTo>
                    <a:pt x="1378698" y="5346399"/>
                    <a:pt x="1587593" y="5225633"/>
                    <a:pt x="1698568" y="5029793"/>
                  </a:cubicBezTo>
                  <a:lnTo>
                    <a:pt x="3728763" y="1511223"/>
                  </a:lnTo>
                  <a:cubicBezTo>
                    <a:pt x="3839738" y="1315384"/>
                    <a:pt x="3839738" y="1077114"/>
                    <a:pt x="3728763" y="884539"/>
                  </a:cubicBezTo>
                  <a:close/>
                </a:path>
              </a:pathLst>
            </a:custGeom>
            <a:solidFill>
              <a:schemeClr val="accent3"/>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4" name="Freeform: Shape 33">
              <a:extLst>
                <a:ext uri="{FF2B5EF4-FFF2-40B4-BE49-F238E27FC236}">
                  <a16:creationId xmlns:a16="http://schemas.microsoft.com/office/drawing/2014/main" id="{2F477D21-A117-4940-9110-B3766392A548}"/>
                </a:ext>
              </a:extLst>
            </p:cNvPr>
            <p:cNvSpPr/>
            <p:nvPr/>
          </p:nvSpPr>
          <p:spPr>
            <a:xfrm flipH="1">
              <a:off x="6099285" y="-10918"/>
              <a:ext cx="3536723" cy="5346399"/>
            </a:xfrm>
            <a:custGeom>
              <a:avLst/>
              <a:gdLst>
                <a:gd name="connsiteX0" fmla="*/ 2944311 w 3536723"/>
                <a:gd name="connsiteY0" fmla="*/ 0 h 5346399"/>
                <a:gd name="connsiteX1" fmla="*/ 0 w 3536723"/>
                <a:gd name="connsiteY1" fmla="*/ 0 h 5346399"/>
                <a:gd name="connsiteX2" fmla="*/ 0 w 3536723"/>
                <a:gd name="connsiteY2" fmla="*/ 5346399 h 5346399"/>
                <a:gd name="connsiteX3" fmla="*/ 878213 w 3536723"/>
                <a:gd name="connsiteY3" fmla="*/ 5346399 h 5346399"/>
                <a:gd name="connsiteX4" fmla="*/ 1423297 w 3536723"/>
                <a:gd name="connsiteY4" fmla="*/ 5029793 h 5346399"/>
                <a:gd name="connsiteX5" fmla="*/ 3453492 w 3536723"/>
                <a:gd name="connsiteY5" fmla="*/ 1511223 h 5346399"/>
                <a:gd name="connsiteX6" fmla="*/ 3453492 w 3536723"/>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6723" h="5346399">
                  <a:moveTo>
                    <a:pt x="2944311" y="0"/>
                  </a:moveTo>
                  <a:lnTo>
                    <a:pt x="0" y="0"/>
                  </a:lnTo>
                  <a:lnTo>
                    <a:pt x="0" y="5346399"/>
                  </a:lnTo>
                  <a:lnTo>
                    <a:pt x="878213" y="5346399"/>
                  </a:lnTo>
                  <a:cubicBezTo>
                    <a:pt x="1103427" y="5346399"/>
                    <a:pt x="1312322" y="5225633"/>
                    <a:pt x="1423297" y="5029793"/>
                  </a:cubicBezTo>
                  <a:lnTo>
                    <a:pt x="3453492" y="1511223"/>
                  </a:lnTo>
                  <a:cubicBezTo>
                    <a:pt x="3564467" y="1315384"/>
                    <a:pt x="3564467" y="1077114"/>
                    <a:pt x="3453492" y="884539"/>
                  </a:cubicBezTo>
                  <a:close/>
                </a:path>
              </a:pathLst>
            </a:custGeom>
            <a:solidFill>
              <a:schemeClr val="accent2"/>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3D1B8720-F48F-439D-B391-CA3BFD929126}"/>
                </a:ext>
              </a:extLst>
            </p:cNvPr>
            <p:cNvSpPr/>
            <p:nvPr/>
          </p:nvSpPr>
          <p:spPr>
            <a:xfrm flipH="1">
              <a:off x="6987087" y="-10918"/>
              <a:ext cx="2737737" cy="5346399"/>
            </a:xfrm>
            <a:custGeom>
              <a:avLst/>
              <a:gdLst>
                <a:gd name="connsiteX0" fmla="*/ 2145325 w 2737737"/>
                <a:gd name="connsiteY0" fmla="*/ 0 h 5346399"/>
                <a:gd name="connsiteX1" fmla="*/ 0 w 2737737"/>
                <a:gd name="connsiteY1" fmla="*/ 0 h 5346399"/>
                <a:gd name="connsiteX2" fmla="*/ 0 w 2737737"/>
                <a:gd name="connsiteY2" fmla="*/ 5346399 h 5346399"/>
                <a:gd name="connsiteX3" fmla="*/ 79227 w 2737737"/>
                <a:gd name="connsiteY3" fmla="*/ 5346399 h 5346399"/>
                <a:gd name="connsiteX4" fmla="*/ 624311 w 2737737"/>
                <a:gd name="connsiteY4" fmla="*/ 5029793 h 5346399"/>
                <a:gd name="connsiteX5" fmla="*/ 2654506 w 2737737"/>
                <a:gd name="connsiteY5" fmla="*/ 1511223 h 5346399"/>
                <a:gd name="connsiteX6" fmla="*/ 2654506 w 2737737"/>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737" h="5346399">
                  <a:moveTo>
                    <a:pt x="2145325" y="0"/>
                  </a:moveTo>
                  <a:lnTo>
                    <a:pt x="0" y="0"/>
                  </a:lnTo>
                  <a:lnTo>
                    <a:pt x="0" y="5346399"/>
                  </a:lnTo>
                  <a:lnTo>
                    <a:pt x="79227" y="5346399"/>
                  </a:lnTo>
                  <a:cubicBezTo>
                    <a:pt x="304441" y="5346399"/>
                    <a:pt x="510072" y="5225633"/>
                    <a:pt x="624311" y="5029793"/>
                  </a:cubicBezTo>
                  <a:lnTo>
                    <a:pt x="2654506" y="1511223"/>
                  </a:lnTo>
                  <a:cubicBezTo>
                    <a:pt x="2765481" y="1315384"/>
                    <a:pt x="2765481" y="1077114"/>
                    <a:pt x="2654506" y="884539"/>
                  </a:cubicBezTo>
                  <a:close/>
                </a:path>
              </a:pathLst>
            </a:custGeom>
            <a:solidFill>
              <a:schemeClr val="accent1"/>
            </a:solidFill>
            <a:ln w="30359" cap="flat">
              <a:noFill/>
              <a:prstDash val="solid"/>
              <a:miter/>
            </a:ln>
          </p:spPr>
          <p:txBody>
            <a:bodyPr wrap="square" rtlCol="0" anchor="ctr">
              <a:noAutofit/>
            </a:bodyPr>
            <a:lstStyle/>
            <a:p>
              <a:endParaRPr lang="en-US" sz="1500" dirty="0">
                <a:latin typeface="Calibri" panose="020F0502020204030204" pitchFamily="34" charset="0"/>
                <a:ea typeface="Calibri" panose="020F0502020204030204" pitchFamily="34" charset="0"/>
                <a:cs typeface="Calibri" panose="020F0502020204030204" pitchFamily="34" charset="0"/>
              </a:endParaRPr>
            </a:p>
          </p:txBody>
        </p:sp>
      </p:grpSp>
      <p:grpSp>
        <p:nvGrpSpPr>
          <p:cNvPr id="11" name="Group 10">
            <a:extLst>
              <a:ext uri="{FF2B5EF4-FFF2-40B4-BE49-F238E27FC236}">
                <a16:creationId xmlns:a16="http://schemas.microsoft.com/office/drawing/2014/main" id="{305047DA-C531-44CE-BDC6-74A466B5333C}"/>
              </a:ext>
            </a:extLst>
          </p:cNvPr>
          <p:cNvGrpSpPr/>
          <p:nvPr/>
        </p:nvGrpSpPr>
        <p:grpSpPr>
          <a:xfrm rot="7189755">
            <a:off x="3981825" y="4281633"/>
            <a:ext cx="2058276" cy="1836626"/>
            <a:chOff x="2652473" y="862012"/>
            <a:chExt cx="3834288" cy="3421380"/>
          </a:xfrm>
        </p:grpSpPr>
        <p:sp>
          <p:nvSpPr>
            <p:cNvPr id="12" name="Freeform: Shape 11">
              <a:extLst>
                <a:ext uri="{FF2B5EF4-FFF2-40B4-BE49-F238E27FC236}">
                  <a16:creationId xmlns:a16="http://schemas.microsoft.com/office/drawing/2014/main" id="{72B97F90-5F9F-4509-8CA5-D9874A72BFCF}"/>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3" name="Freeform: Shape 12">
              <a:extLst>
                <a:ext uri="{FF2B5EF4-FFF2-40B4-BE49-F238E27FC236}">
                  <a16:creationId xmlns:a16="http://schemas.microsoft.com/office/drawing/2014/main" id="{70A4BFD6-EA0B-4B49-8128-77AB60F732D6}"/>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4" name="Freeform: Shape 13">
              <a:extLst>
                <a:ext uri="{FF2B5EF4-FFF2-40B4-BE49-F238E27FC236}">
                  <a16:creationId xmlns:a16="http://schemas.microsoft.com/office/drawing/2014/main" id="{68B4EFB1-A5CD-44FC-AB60-7B8D1BEA1AED}"/>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F6567702-4A56-4A6E-9225-DBD41D2E6C65}"/>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21" name="Hộp Văn bản 20">
            <a:extLst>
              <a:ext uri="{FF2B5EF4-FFF2-40B4-BE49-F238E27FC236}">
                <a16:creationId xmlns:a16="http://schemas.microsoft.com/office/drawing/2014/main" id="{41BB5DFB-4AE4-553C-3676-299B004730C8}"/>
              </a:ext>
            </a:extLst>
          </p:cNvPr>
          <p:cNvSpPr txBox="1"/>
          <p:nvPr/>
        </p:nvSpPr>
        <p:spPr>
          <a:xfrm>
            <a:off x="297650" y="1225622"/>
            <a:ext cx="3972542" cy="2041585"/>
          </a:xfrm>
          <a:prstGeom prst="rect">
            <a:avLst/>
          </a:prstGeom>
          <a:noFill/>
        </p:spPr>
        <p:txBody>
          <a:bodyPr wrap="square">
            <a:spAutoFit/>
          </a:bodyPr>
          <a:lstStyle/>
          <a:p>
            <a:pPr rtl="0">
              <a:spcAft>
                <a:spcPts val="800"/>
              </a:spcAft>
              <a:buNone/>
            </a:pPr>
            <a:r>
              <a:rPr lang="vi-VN" sz="3000" b="1" i="0" u="none" strike="noStrike" dirty="0">
                <a:solidFill>
                  <a:srgbClr val="1F1F1F"/>
                </a:solidFill>
                <a:effectLst/>
                <a:latin typeface="+mj-lt"/>
                <a:ea typeface="Calibri" panose="020F0502020204030204" pitchFamily="34" charset="0"/>
                <a:cs typeface="Calibri" panose="020F0502020204030204" pitchFamily="34" charset="0"/>
              </a:rPr>
              <a:t>Chọn phương pháp phân tích và chỉ số</a:t>
            </a:r>
            <a:endParaRPr lang="vi-VN" sz="3000" b="1" dirty="0">
              <a:effectLst/>
              <a:latin typeface="+mj-lt"/>
              <a:ea typeface="Calibri" panose="020F0502020204030204" pitchFamily="34" charset="0"/>
              <a:cs typeface="Calibri" panose="020F0502020204030204" pitchFamily="34" charset="0"/>
            </a:endParaRPr>
          </a:p>
          <a:p>
            <a:pPr>
              <a:buNone/>
            </a:pPr>
            <a:br>
              <a:rPr lang="vi-VN" sz="3000" b="1" dirty="0">
                <a:latin typeface="+mj-lt"/>
                <a:ea typeface="Calibri" panose="020F0502020204030204" pitchFamily="34" charset="0"/>
                <a:cs typeface="Calibri" panose="020F0502020204030204" pitchFamily="34" charset="0"/>
              </a:rPr>
            </a:br>
            <a:endParaRPr lang="en-US" sz="3000" b="1" dirty="0">
              <a:latin typeface="+mj-lt"/>
              <a:ea typeface="Calibri" panose="020F0502020204030204" pitchFamily="34" charset="0"/>
              <a:cs typeface="Calibri" panose="020F0502020204030204" pitchFamily="34" charset="0"/>
            </a:endParaRPr>
          </a:p>
        </p:txBody>
      </p:sp>
      <p:sp>
        <p:nvSpPr>
          <p:cNvPr id="23" name="Hộp Văn bản 22">
            <a:extLst>
              <a:ext uri="{FF2B5EF4-FFF2-40B4-BE49-F238E27FC236}">
                <a16:creationId xmlns:a16="http://schemas.microsoft.com/office/drawing/2014/main" id="{47CD5DC0-DF12-79F7-E746-319723C64ECF}"/>
              </a:ext>
            </a:extLst>
          </p:cNvPr>
          <p:cNvSpPr txBox="1"/>
          <p:nvPr/>
        </p:nvSpPr>
        <p:spPr>
          <a:xfrm>
            <a:off x="297651" y="2468054"/>
            <a:ext cx="4860758" cy="323165"/>
          </a:xfrm>
          <a:prstGeom prst="rect">
            <a:avLst/>
          </a:prstGeom>
          <a:noFill/>
        </p:spPr>
        <p:txBody>
          <a:bodyPr wrap="square">
            <a:spAutoFit/>
          </a:bodyPr>
          <a:lstStyle/>
          <a:p>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Hướng phân tích tổng thể</a:t>
            </a:r>
            <a:endParaRPr lang="en-US" sz="1500" b="1" dirty="0">
              <a:latin typeface="Calibri" panose="020F0502020204030204" pitchFamily="34" charset="0"/>
              <a:ea typeface="Calibri" panose="020F0502020204030204" pitchFamily="34" charset="0"/>
              <a:cs typeface="Calibri" panose="020F0502020204030204" pitchFamily="34" charset="0"/>
            </a:endParaRPr>
          </a:p>
        </p:txBody>
      </p:sp>
      <p:sp>
        <p:nvSpPr>
          <p:cNvPr id="25" name="Hộp Văn bản 24">
            <a:extLst>
              <a:ext uri="{FF2B5EF4-FFF2-40B4-BE49-F238E27FC236}">
                <a16:creationId xmlns:a16="http://schemas.microsoft.com/office/drawing/2014/main" id="{02228C13-22F7-1DCF-BE04-8397B4C683DC}"/>
              </a:ext>
            </a:extLst>
          </p:cNvPr>
          <p:cNvSpPr txBox="1"/>
          <p:nvPr/>
        </p:nvSpPr>
        <p:spPr>
          <a:xfrm>
            <a:off x="297651" y="2833917"/>
            <a:ext cx="4970294" cy="2041585"/>
          </a:xfrm>
          <a:prstGeom prst="rect">
            <a:avLst/>
          </a:prstGeom>
          <a:noFill/>
        </p:spPr>
        <p:txBody>
          <a:bodyPr wrap="square">
            <a:spAutoFit/>
          </a:bodyPr>
          <a:lstStyle/>
          <a:p>
            <a:pPr algn="just" rtl="0">
              <a:spcAft>
                <a:spcPts val="800"/>
              </a:spcAft>
              <a:buNone/>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Với bộ dữ liệu </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youtube_VN.csv</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gồm các thông tin như tiêu đề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kênh, lượt xem, lượt thích, lượt bình luận, thời gian đăng tải, danh mục nội dung và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top</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các bình luận nổi bật, nhóm lựa chọn hướng phân tích nhằm hiểu rõ cảm xúc, xu hướng chủ đề và mức độ tương tác của người xem trên nền tảng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YouTube</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Việt Nam.</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lgn="just">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3556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51B4F-1AE0-9012-3389-BFEEF28BFB99}"/>
            </a:ext>
          </a:extLst>
        </p:cNvPr>
        <p:cNvGrpSpPr/>
        <p:nvPr/>
      </p:nvGrpSpPr>
      <p:grpSpPr>
        <a:xfrm>
          <a:off x="0" y="0"/>
          <a:ext cx="0" cy="0"/>
          <a:chOff x="0" y="0"/>
          <a:chExt cx="0" cy="0"/>
        </a:xfrm>
      </p:grpSpPr>
      <p:pic>
        <p:nvPicPr>
          <p:cNvPr id="29" name="Graphic 28">
            <a:extLst>
              <a:ext uri="{FF2B5EF4-FFF2-40B4-BE49-F238E27FC236}">
                <a16:creationId xmlns:a16="http://schemas.microsoft.com/office/drawing/2014/main" id="{A759C3BC-FE46-5346-E814-7B93E9FB6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7001" y="1787616"/>
            <a:ext cx="1709996" cy="1523297"/>
          </a:xfrm>
          <a:prstGeom prst="rect">
            <a:avLst/>
          </a:prstGeom>
        </p:spPr>
      </p:pic>
      <p:pic>
        <p:nvPicPr>
          <p:cNvPr id="30" name="Graphic 29">
            <a:extLst>
              <a:ext uri="{FF2B5EF4-FFF2-40B4-BE49-F238E27FC236}">
                <a16:creationId xmlns:a16="http://schemas.microsoft.com/office/drawing/2014/main" id="{F7164FEA-B0D4-CF4C-9FF5-A7BA481126A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6028" y="1787616"/>
            <a:ext cx="1709996" cy="1523297"/>
          </a:xfrm>
          <a:prstGeom prst="rect">
            <a:avLst/>
          </a:prstGeom>
        </p:spPr>
      </p:pic>
      <p:pic>
        <p:nvPicPr>
          <p:cNvPr id="31" name="Graphic 30">
            <a:extLst>
              <a:ext uri="{FF2B5EF4-FFF2-40B4-BE49-F238E27FC236}">
                <a16:creationId xmlns:a16="http://schemas.microsoft.com/office/drawing/2014/main" id="{CCEF6366-0869-431A-DC28-3FA96238FDD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73607" y="1787616"/>
            <a:ext cx="1709996" cy="1523297"/>
          </a:xfrm>
          <a:prstGeom prst="rect">
            <a:avLst/>
          </a:prstGeom>
        </p:spPr>
      </p:pic>
      <p:sp>
        <p:nvSpPr>
          <p:cNvPr id="6" name="Text Placeholder 5">
            <a:extLst>
              <a:ext uri="{FF2B5EF4-FFF2-40B4-BE49-F238E27FC236}">
                <a16:creationId xmlns:a16="http://schemas.microsoft.com/office/drawing/2014/main" id="{B006D607-936D-BE19-7FAA-7256C74E899F}"/>
              </a:ext>
            </a:extLst>
          </p:cNvPr>
          <p:cNvSpPr>
            <a:spLocks noGrp="1"/>
          </p:cNvSpPr>
          <p:nvPr>
            <p:ph type="body" sz="quarter" idx="22"/>
          </p:nvPr>
        </p:nvSpPr>
        <p:spPr>
          <a:xfrm>
            <a:off x="631870" y="3636362"/>
            <a:ext cx="2378312" cy="299785"/>
          </a:xfrm>
        </p:spPr>
        <p:txBody>
          <a:bodyPr>
            <a:noAutofit/>
          </a:bodyPr>
          <a:lstStyle/>
          <a:p>
            <a:r>
              <a:rPr lang="en-US" dirty="0" err="1">
                <a:latin typeface="Calibri" panose="020F0502020204030204" pitchFamily="34" charset="0"/>
                <a:ea typeface="Calibri" panose="020F0502020204030204" pitchFamily="34" charset="0"/>
                <a:cs typeface="Calibri" panose="020F0502020204030204" pitchFamily="34" charset="0"/>
              </a:rPr>
              <a:t>Phân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tích</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cảm</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xúc</a:t>
            </a:r>
            <a:endParaRPr lang="vi-VN"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(Sentiment Analysis)</a:t>
            </a:r>
          </a:p>
        </p:txBody>
      </p:sp>
      <p:sp>
        <p:nvSpPr>
          <p:cNvPr id="8" name="Text Placeholder 7">
            <a:extLst>
              <a:ext uri="{FF2B5EF4-FFF2-40B4-BE49-F238E27FC236}">
                <a16:creationId xmlns:a16="http://schemas.microsoft.com/office/drawing/2014/main" id="{A95B3409-D7D1-3EAB-47FF-A5A65F11EE56}"/>
              </a:ext>
            </a:extLst>
          </p:cNvPr>
          <p:cNvSpPr>
            <a:spLocks noGrp="1"/>
          </p:cNvSpPr>
          <p:nvPr>
            <p:ph type="body" sz="quarter" idx="24"/>
          </p:nvPr>
        </p:nvSpPr>
        <p:spPr>
          <a:xfrm>
            <a:off x="3538940" y="3636362"/>
            <a:ext cx="2066114" cy="299785"/>
          </a:xfrm>
        </p:spPr>
        <p:txBody>
          <a:bodyPr>
            <a:noAutofit/>
          </a:bodyPr>
          <a:lstStyle/>
          <a:p>
            <a:r>
              <a:rPr lang="en-US" dirty="0" err="1">
                <a:latin typeface="Calibri" panose="020F0502020204030204" pitchFamily="34" charset="0"/>
                <a:ea typeface="Calibri" panose="020F0502020204030204" pitchFamily="34" charset="0"/>
                <a:cs typeface="Calibri" panose="020F0502020204030204" pitchFamily="34" charset="0"/>
              </a:rPr>
              <a:t>Phân</a:t>
            </a: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tích</a:t>
            </a:r>
            <a:r>
              <a:rPr lang="en-US" dirty="0">
                <a:latin typeface="Calibri" panose="020F0502020204030204" pitchFamily="34" charset="0"/>
                <a:ea typeface="Calibri" panose="020F0502020204030204" pitchFamily="34" charset="0"/>
                <a:cs typeface="Calibri" panose="020F0502020204030204" pitchFamily="34" charset="0"/>
              </a:rPr>
              <a:t> chủ </a:t>
            </a:r>
            <a:r>
              <a:rPr lang="en-US" dirty="0" err="1">
                <a:latin typeface="Calibri" panose="020F0502020204030204" pitchFamily="34" charset="0"/>
                <a:ea typeface="Calibri" panose="020F0502020204030204" pitchFamily="34" charset="0"/>
                <a:cs typeface="Calibri" panose="020F0502020204030204" pitchFamily="34" charset="0"/>
              </a:rPr>
              <a:t>đề</a:t>
            </a:r>
            <a:endParaRPr lang="vi-VN"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(Topic Modeling)</a:t>
            </a:r>
          </a:p>
        </p:txBody>
      </p:sp>
      <p:sp>
        <p:nvSpPr>
          <p:cNvPr id="12" name="Text Placeholder 11">
            <a:extLst>
              <a:ext uri="{FF2B5EF4-FFF2-40B4-BE49-F238E27FC236}">
                <a16:creationId xmlns:a16="http://schemas.microsoft.com/office/drawing/2014/main" id="{613C431D-D6A6-F068-80D4-0E3EEE81EF85}"/>
              </a:ext>
            </a:extLst>
          </p:cNvPr>
          <p:cNvSpPr>
            <a:spLocks noGrp="1"/>
          </p:cNvSpPr>
          <p:nvPr>
            <p:ph type="body" sz="quarter" idx="26"/>
          </p:nvPr>
        </p:nvSpPr>
        <p:spPr>
          <a:xfrm>
            <a:off x="6027208" y="3636362"/>
            <a:ext cx="2602793" cy="299785"/>
          </a:xfrm>
        </p:spPr>
        <p:txBody>
          <a:bodyPr>
            <a:noAutofit/>
          </a:bodyPr>
          <a:lstStyle/>
          <a:p>
            <a:r>
              <a:rPr lang="vi-VN" dirty="0">
                <a:latin typeface="Calibri" panose="020F0502020204030204" pitchFamily="34" charset="0"/>
                <a:ea typeface="Calibri" panose="020F0502020204030204" pitchFamily="34" charset="0"/>
                <a:cs typeface="Calibri" panose="020F0502020204030204" pitchFamily="34" charset="0"/>
              </a:rPr>
              <a:t>Phân tích mức độ tương tác</a:t>
            </a:r>
          </a:p>
          <a:p>
            <a:r>
              <a:rPr lang="vi-VN" dirty="0">
                <a:latin typeface="Calibri" panose="020F0502020204030204" pitchFamily="34" charset="0"/>
                <a:ea typeface="Calibri" panose="020F0502020204030204" pitchFamily="34" charset="0"/>
                <a:cs typeface="Calibri" panose="020F0502020204030204" pitchFamily="34" charset="0"/>
              </a:rPr>
              <a:t>(</a:t>
            </a:r>
            <a:r>
              <a:rPr lang="vi-VN" dirty="0" err="1">
                <a:latin typeface="Calibri" panose="020F0502020204030204" pitchFamily="34" charset="0"/>
                <a:ea typeface="Calibri" panose="020F0502020204030204" pitchFamily="34" charset="0"/>
                <a:cs typeface="Calibri" panose="020F0502020204030204" pitchFamily="34" charset="0"/>
              </a:rPr>
              <a:t>Engagement</a:t>
            </a:r>
            <a:r>
              <a:rPr lang="vi-VN" dirty="0">
                <a:latin typeface="Calibri" panose="020F0502020204030204" pitchFamily="34" charset="0"/>
                <a:ea typeface="Calibri" panose="020F0502020204030204" pitchFamily="34" charset="0"/>
                <a:cs typeface="Calibri" panose="020F0502020204030204" pitchFamily="34" charset="0"/>
              </a:rPr>
              <a:t> </a:t>
            </a:r>
            <a:r>
              <a:rPr lang="vi-VN" dirty="0" err="1">
                <a:latin typeface="Calibri" panose="020F0502020204030204" pitchFamily="34" charset="0"/>
                <a:ea typeface="Calibri" panose="020F0502020204030204" pitchFamily="34" charset="0"/>
                <a:cs typeface="Calibri" panose="020F0502020204030204" pitchFamily="34" charset="0"/>
              </a:rPr>
              <a:t>Analysis</a:t>
            </a:r>
            <a:r>
              <a:rPr lang="vi-VN"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Placeholder 12">
            <a:extLst>
              <a:ext uri="{FF2B5EF4-FFF2-40B4-BE49-F238E27FC236}">
                <a16:creationId xmlns:a16="http://schemas.microsoft.com/office/drawing/2014/main" id="{9CE82028-FF08-CEBB-ADE1-DCE192B5734E}"/>
              </a:ext>
            </a:extLst>
          </p:cNvPr>
          <p:cNvSpPr>
            <a:spLocks noGrp="1"/>
          </p:cNvSpPr>
          <p:nvPr>
            <p:ph type="body" sz="quarter" idx="27"/>
          </p:nvPr>
        </p:nvSpPr>
        <p:spPr/>
        <p:txBody>
          <a:bodyPr>
            <a:noAutofit/>
          </a:bodyPr>
          <a:lstStyle/>
          <a:p>
            <a:r>
              <a:rPr lang="vi-VN" dirty="0">
                <a:latin typeface="Calibri" panose="020F0502020204030204" pitchFamily="34" charset="0"/>
                <a:ea typeface="Calibri" panose="020F0502020204030204" pitchFamily="34" charset="0"/>
                <a:cs typeface="Calibri" panose="020F0502020204030204" pitchFamily="34" charset="0"/>
              </a:rPr>
              <a:t>TM</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Placeholder 13">
            <a:extLst>
              <a:ext uri="{FF2B5EF4-FFF2-40B4-BE49-F238E27FC236}">
                <a16:creationId xmlns:a16="http://schemas.microsoft.com/office/drawing/2014/main" id="{FCA3C86C-F4E3-4FF3-F701-5C8518DB2C89}"/>
              </a:ext>
            </a:extLst>
          </p:cNvPr>
          <p:cNvSpPr>
            <a:spLocks noGrp="1"/>
          </p:cNvSpPr>
          <p:nvPr>
            <p:ph type="body" sz="quarter" idx="28"/>
          </p:nvPr>
        </p:nvSpPr>
        <p:spPr/>
        <p:txBody>
          <a:bodyPr>
            <a:noAutofit/>
          </a:bodyPr>
          <a:lstStyle/>
          <a:p>
            <a:r>
              <a:rPr lang="vi-VN" dirty="0">
                <a:latin typeface="Calibri" panose="020F0502020204030204" pitchFamily="34" charset="0"/>
                <a:ea typeface="Calibri" panose="020F0502020204030204" pitchFamily="34" charset="0"/>
                <a:cs typeface="Calibri" panose="020F0502020204030204" pitchFamily="34" charset="0"/>
              </a:rPr>
              <a:t>SA</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Placeholder 14">
            <a:extLst>
              <a:ext uri="{FF2B5EF4-FFF2-40B4-BE49-F238E27FC236}">
                <a16:creationId xmlns:a16="http://schemas.microsoft.com/office/drawing/2014/main" id="{BD29F035-DEA5-E96F-7DBA-600A0DB71DFD}"/>
              </a:ext>
            </a:extLst>
          </p:cNvPr>
          <p:cNvSpPr>
            <a:spLocks noGrp="1"/>
          </p:cNvSpPr>
          <p:nvPr>
            <p:ph type="body" sz="quarter" idx="29"/>
          </p:nvPr>
        </p:nvSpPr>
        <p:spPr/>
        <p:txBody>
          <a:bodyPr>
            <a:noAutofit/>
          </a:bodyPr>
          <a:lstStyle/>
          <a:p>
            <a:r>
              <a:rPr lang="vi-VN" dirty="0">
                <a:latin typeface="Calibri" panose="020F0502020204030204" pitchFamily="34" charset="0"/>
                <a:ea typeface="Calibri" panose="020F0502020204030204" pitchFamily="34" charset="0"/>
                <a:cs typeface="Calibri" panose="020F0502020204030204" pitchFamily="34" charset="0"/>
              </a:rPr>
              <a:t>EA</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Placeholder 3">
            <a:extLst>
              <a:ext uri="{FF2B5EF4-FFF2-40B4-BE49-F238E27FC236}">
                <a16:creationId xmlns:a16="http://schemas.microsoft.com/office/drawing/2014/main" id="{168C7678-CC8E-71B9-5B08-AA0F51793EE4}"/>
              </a:ext>
            </a:extLst>
          </p:cNvPr>
          <p:cNvSpPr>
            <a:spLocks noGrp="1"/>
          </p:cNvSpPr>
          <p:nvPr>
            <p:ph type="body" sz="quarter" idx="14"/>
          </p:nvPr>
        </p:nvSpPr>
        <p:spPr>
          <a:xfrm>
            <a:off x="2674445" y="740351"/>
            <a:ext cx="3795105" cy="934004"/>
          </a:xfrm>
        </p:spPr>
        <p:txBody>
          <a:bodyPr>
            <a:noAutofit/>
          </a:bodyPr>
          <a:lstStyle/>
          <a:p>
            <a:pPr marL="0" indent="0">
              <a:buNone/>
            </a:pPr>
            <a:r>
              <a:rPr lang="vi-VN" sz="2500" dirty="0">
                <a:latin typeface="Calibri" panose="020F0502020204030204" pitchFamily="34" charset="0"/>
                <a:ea typeface="Calibri" panose="020F0502020204030204" pitchFamily="34" charset="0"/>
                <a:cs typeface="Calibri" panose="020F0502020204030204" pitchFamily="34" charset="0"/>
              </a:rPr>
              <a:t>Ba hướng phân tích chính</a:t>
            </a:r>
            <a:endParaRPr lang="en-US" sz="2500" dirty="0">
              <a:latin typeface="Calibri" panose="020F0502020204030204" pitchFamily="34" charset="0"/>
              <a:ea typeface="Calibri" panose="020F0502020204030204" pitchFamily="34" charset="0"/>
              <a:cs typeface="Calibri" panose="020F0502020204030204" pitchFamily="34" charset="0"/>
            </a:endParaRPr>
          </a:p>
        </p:txBody>
      </p:sp>
      <p:sp>
        <p:nvSpPr>
          <p:cNvPr id="17" name="Freeform: Shape 16">
            <a:extLst>
              <a:ext uri="{FF2B5EF4-FFF2-40B4-BE49-F238E27FC236}">
                <a16:creationId xmlns:a16="http://schemas.microsoft.com/office/drawing/2014/main" id="{1D0A5553-2B97-8DF2-9E71-8E2E6EC4D90B}"/>
              </a:ext>
            </a:extLst>
          </p:cNvPr>
          <p:cNvSpPr/>
          <p:nvPr/>
        </p:nvSpPr>
        <p:spPr>
          <a:xfrm>
            <a:off x="7165664" y="-16815"/>
            <a:ext cx="1978336" cy="886968"/>
          </a:xfrm>
          <a:custGeom>
            <a:avLst/>
            <a:gdLst>
              <a:gd name="connsiteX0" fmla="*/ 0 w 1978336"/>
              <a:gd name="connsiteY0" fmla="*/ 0 h 886968"/>
              <a:gd name="connsiteX1" fmla="*/ 1978336 w 1978336"/>
              <a:gd name="connsiteY1" fmla="*/ 0 h 886968"/>
              <a:gd name="connsiteX2" fmla="*/ 1978336 w 1978336"/>
              <a:gd name="connsiteY2" fmla="*/ 886968 h 886968"/>
              <a:gd name="connsiteX3" fmla="*/ 503163 w 1978336"/>
              <a:gd name="connsiteY3" fmla="*/ 886968 h 886968"/>
              <a:gd name="connsiteX4" fmla="*/ 0 w 197833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8336" h="886968">
                <a:moveTo>
                  <a:pt x="0" y="0"/>
                </a:moveTo>
                <a:lnTo>
                  <a:pt x="1978336" y="0"/>
                </a:lnTo>
                <a:lnTo>
                  <a:pt x="1978336" y="886968"/>
                </a:lnTo>
                <a:lnTo>
                  <a:pt x="503163"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Freeform: Shape 17">
            <a:extLst>
              <a:ext uri="{FF2B5EF4-FFF2-40B4-BE49-F238E27FC236}">
                <a16:creationId xmlns:a16="http://schemas.microsoft.com/office/drawing/2014/main" id="{B2C9291E-E93E-8E27-7DBB-85BFB0737DDC}"/>
              </a:ext>
            </a:extLst>
          </p:cNvPr>
          <p:cNvSpPr/>
          <p:nvPr/>
        </p:nvSpPr>
        <p:spPr>
          <a:xfrm>
            <a:off x="-32816" y="-16814"/>
            <a:ext cx="2005577" cy="886968"/>
          </a:xfrm>
          <a:custGeom>
            <a:avLst/>
            <a:gdLst>
              <a:gd name="connsiteX0" fmla="*/ 0 w 2005577"/>
              <a:gd name="connsiteY0" fmla="*/ 0 h 886968"/>
              <a:gd name="connsiteX1" fmla="*/ 2005577 w 2005577"/>
              <a:gd name="connsiteY1" fmla="*/ 0 h 886968"/>
              <a:gd name="connsiteX2" fmla="*/ 1502415 w 2005577"/>
              <a:gd name="connsiteY2" fmla="*/ 886968 h 886968"/>
              <a:gd name="connsiteX3" fmla="*/ 0 w 2005577"/>
              <a:gd name="connsiteY3" fmla="*/ 886968 h 886968"/>
              <a:gd name="connsiteX4" fmla="*/ 0 w 2005577"/>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577" h="886968">
                <a:moveTo>
                  <a:pt x="0" y="0"/>
                </a:moveTo>
                <a:lnTo>
                  <a:pt x="2005577" y="0"/>
                </a:lnTo>
                <a:lnTo>
                  <a:pt x="1502415" y="886968"/>
                </a:lnTo>
                <a:lnTo>
                  <a:pt x="0" y="886968"/>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83867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D730E1D5-F90D-493D-A1B7-9FECB0363511}"/>
              </a:ext>
            </a:extLst>
          </p:cNvPr>
          <p:cNvSpPr/>
          <p:nvPr/>
        </p:nvSpPr>
        <p:spPr>
          <a:xfrm rot="12573931" flipH="1" flipV="1">
            <a:off x="-21260" y="-699532"/>
            <a:ext cx="2258802" cy="2052858"/>
          </a:xfrm>
          <a:custGeom>
            <a:avLst/>
            <a:gdLst>
              <a:gd name="connsiteX0" fmla="*/ 0 w 2258802"/>
              <a:gd name="connsiteY0" fmla="*/ 1281381 h 2052858"/>
              <a:gd name="connsiteX1" fmla="*/ 2258802 w 2258802"/>
              <a:gd name="connsiteY1" fmla="*/ 0 h 2052858"/>
              <a:gd name="connsiteX2" fmla="*/ 2258802 w 2258802"/>
              <a:gd name="connsiteY2" fmla="*/ 1019747 h 2052858"/>
              <a:gd name="connsiteX3" fmla="*/ 437646 w 2258802"/>
              <a:gd name="connsiteY3" fmla="*/ 2052858 h 2052858"/>
            </a:gdLst>
            <a:ahLst/>
            <a:cxnLst>
              <a:cxn ang="0">
                <a:pos x="connsiteX0" y="connsiteY0"/>
              </a:cxn>
              <a:cxn ang="0">
                <a:pos x="connsiteX1" y="connsiteY1"/>
              </a:cxn>
              <a:cxn ang="0">
                <a:pos x="connsiteX2" y="connsiteY2"/>
              </a:cxn>
              <a:cxn ang="0">
                <a:pos x="connsiteX3" y="connsiteY3"/>
              </a:cxn>
            </a:cxnLst>
            <a:rect l="l" t="t" r="r" b="b"/>
            <a:pathLst>
              <a:path w="2258802" h="2052858">
                <a:moveTo>
                  <a:pt x="0" y="1281381"/>
                </a:moveTo>
                <a:lnTo>
                  <a:pt x="2258802" y="0"/>
                </a:lnTo>
                <a:lnTo>
                  <a:pt x="2258802" y="1019747"/>
                </a:lnTo>
                <a:lnTo>
                  <a:pt x="437646" y="2052858"/>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06AB7466-3E21-4EBC-A4DB-AB7EF809AA04}"/>
              </a:ext>
            </a:extLst>
          </p:cNvPr>
          <p:cNvGrpSpPr/>
          <p:nvPr/>
        </p:nvGrpSpPr>
        <p:grpSpPr>
          <a:xfrm>
            <a:off x="1311352" y="438910"/>
            <a:ext cx="7832648" cy="4974893"/>
            <a:chOff x="1311352" y="438910"/>
            <a:chExt cx="7832648" cy="4974893"/>
          </a:xfrm>
        </p:grpSpPr>
        <p:sp>
          <p:nvSpPr>
            <p:cNvPr id="15" name="Rectangle 14">
              <a:extLst>
                <a:ext uri="{FF2B5EF4-FFF2-40B4-BE49-F238E27FC236}">
                  <a16:creationId xmlns:a16="http://schemas.microsoft.com/office/drawing/2014/main" id="{679D6F99-F343-450F-953E-58212ED2C8DD}"/>
                </a:ext>
              </a:extLst>
            </p:cNvPr>
            <p:cNvSpPr/>
            <p:nvPr userDrawn="1"/>
          </p:nvSpPr>
          <p:spPr>
            <a:xfrm>
              <a:off x="8458200" y="438910"/>
              <a:ext cx="685800" cy="49743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16" name="Graphic 18">
              <a:extLst>
                <a:ext uri="{FF2B5EF4-FFF2-40B4-BE49-F238E27FC236}">
                  <a16:creationId xmlns:a16="http://schemas.microsoft.com/office/drawing/2014/main" id="{4F708933-DD22-4413-A1FC-31A01A4590CA}"/>
                </a:ext>
              </a:extLst>
            </p:cNvPr>
            <p:cNvGrpSpPr/>
            <p:nvPr userDrawn="1"/>
          </p:nvGrpSpPr>
          <p:grpSpPr>
            <a:xfrm flipH="1" flipV="1">
              <a:off x="1311352" y="438910"/>
              <a:ext cx="7624828" cy="4974893"/>
              <a:chOff x="0" y="-241738"/>
              <a:chExt cx="7624828" cy="4974893"/>
            </a:xfrm>
            <a:solidFill>
              <a:schemeClr val="accent1"/>
            </a:solidFill>
          </p:grpSpPr>
          <p:sp>
            <p:nvSpPr>
              <p:cNvPr id="17" name="Freeform: Shape 16">
                <a:extLst>
                  <a:ext uri="{FF2B5EF4-FFF2-40B4-BE49-F238E27FC236}">
                    <a16:creationId xmlns:a16="http://schemas.microsoft.com/office/drawing/2014/main" id="{D3033403-F1DD-4EC5-9593-1F038B05A67F}"/>
                  </a:ext>
                </a:extLst>
              </p:cNvPr>
              <p:cNvSpPr/>
              <p:nvPr/>
            </p:nvSpPr>
            <p:spPr>
              <a:xfrm>
                <a:off x="2299141"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4"/>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Freeform: Shape 17">
                <a:extLst>
                  <a:ext uri="{FF2B5EF4-FFF2-40B4-BE49-F238E27FC236}">
                    <a16:creationId xmlns:a16="http://schemas.microsoft.com/office/drawing/2014/main" id="{686F7600-9884-4E0B-AEA6-0E52ED0F158B}"/>
                  </a:ext>
                </a:extLst>
              </p:cNvPr>
              <p:cNvSpPr/>
              <p:nvPr/>
            </p:nvSpPr>
            <p:spPr>
              <a:xfrm>
                <a:off x="1615777"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3"/>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1B961B21-E680-4E70-B739-C0C027897DEB}"/>
                  </a:ext>
                </a:extLst>
              </p:cNvPr>
              <p:cNvSpPr/>
              <p:nvPr/>
            </p:nvSpPr>
            <p:spPr>
              <a:xfrm>
                <a:off x="826111"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2"/>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0" name="Freeform: Shape 19">
                <a:extLst>
                  <a:ext uri="{FF2B5EF4-FFF2-40B4-BE49-F238E27FC236}">
                    <a16:creationId xmlns:a16="http://schemas.microsoft.com/office/drawing/2014/main" id="{C85F0A6E-424E-44BD-89D3-CB823518B122}"/>
                  </a:ext>
                </a:extLst>
              </p:cNvPr>
              <p:cNvSpPr/>
              <p:nvPr/>
            </p:nvSpPr>
            <p:spPr>
              <a:xfrm>
                <a:off x="0"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2815" y="4862519"/>
                      <a:pt x="3359116" y="4680288"/>
                    </a:cubicBezTo>
                    <a:close/>
                  </a:path>
                </a:pathLst>
              </a:custGeom>
              <a:solidFill>
                <a:schemeClr val="accent1"/>
              </a:solidFill>
              <a:ln w="30359" cap="flat">
                <a:noFill/>
                <a:prstDash val="solid"/>
                <a:miter/>
              </a:ln>
            </p:spPr>
            <p:txBody>
              <a:bodyPr rtlCol="0" anchor="ct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grpSp>
      </p:grpSp>
      <p:sp>
        <p:nvSpPr>
          <p:cNvPr id="7" name="Text Placeholder 6">
            <a:extLst>
              <a:ext uri="{FF2B5EF4-FFF2-40B4-BE49-F238E27FC236}">
                <a16:creationId xmlns:a16="http://schemas.microsoft.com/office/drawing/2014/main" id="{DFC9D5BA-786C-4837-AF7A-DF9A0959AE54}"/>
              </a:ext>
            </a:extLst>
          </p:cNvPr>
          <p:cNvSpPr>
            <a:spLocks noGrp="1"/>
          </p:cNvSpPr>
          <p:nvPr>
            <p:ph type="body" sz="quarter" idx="12"/>
          </p:nvPr>
        </p:nvSpPr>
        <p:spPr>
          <a:xfrm>
            <a:off x="2906484" y="3179821"/>
            <a:ext cx="6082393" cy="713646"/>
          </a:xfrm>
        </p:spPr>
        <p:txBody>
          <a:bodyPr/>
          <a:lstStyle/>
          <a:p>
            <a:pPr>
              <a:spcAft>
                <a:spcPts val="800"/>
              </a:spcAft>
            </a:pPr>
            <a:r>
              <a:rPr lang="vi-VN" dirty="0">
                <a:latin typeface="Calibri" panose="020F0502020204030204" pitchFamily="34" charset="0"/>
                <a:ea typeface="Calibri" panose="020F0502020204030204" pitchFamily="34" charset="0"/>
                <a:cs typeface="Calibri" panose="020F0502020204030204" pitchFamily="34" charset="0"/>
              </a:rPr>
              <a:t>Phân tích cảm xúc </a:t>
            </a:r>
            <a:r>
              <a:rPr lang="vi-VN" dirty="0" err="1">
                <a:latin typeface="Calibri" panose="020F0502020204030204" pitchFamily="34" charset="0"/>
                <a:ea typeface="Calibri" panose="020F0502020204030204" pitchFamily="34" charset="0"/>
                <a:cs typeface="Calibri" panose="020F0502020204030204" pitchFamily="34" charset="0"/>
              </a:rPr>
              <a:t>Sentiment</a:t>
            </a:r>
            <a:r>
              <a:rPr lang="vi-VN" dirty="0">
                <a:latin typeface="Calibri" panose="020F0502020204030204" pitchFamily="34" charset="0"/>
                <a:ea typeface="Calibri" panose="020F0502020204030204" pitchFamily="34" charset="0"/>
                <a:cs typeface="Calibri" panose="020F0502020204030204" pitchFamily="34" charset="0"/>
              </a:rPr>
              <a:t> </a:t>
            </a:r>
            <a:r>
              <a:rPr lang="vi-VN" dirty="0" err="1">
                <a:latin typeface="Calibri" panose="020F0502020204030204" pitchFamily="34" charset="0"/>
                <a:ea typeface="Calibri" panose="020F0502020204030204" pitchFamily="34" charset="0"/>
                <a:cs typeface="Calibri" panose="020F0502020204030204" pitchFamily="34" charset="0"/>
              </a:rPr>
              <a:t>Analysis</a:t>
            </a:r>
            <a:endParaRPr lang="vi-VN"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19C2DE79-FA12-4438-88D1-DBEAA5A36BE3}"/>
              </a:ext>
            </a:extLst>
          </p:cNvPr>
          <p:cNvSpPr>
            <a:spLocks noGrp="1"/>
          </p:cNvSpPr>
          <p:nvPr>
            <p:ph type="body" sz="quarter" idx="16"/>
          </p:nvPr>
        </p:nvSpPr>
        <p:spPr/>
        <p:txBody>
          <a:bodyPr/>
          <a:lstStyle/>
          <a:p>
            <a:r>
              <a:rPr lang="vi-VN" dirty="0">
                <a:latin typeface="Calibri" panose="020F0502020204030204" pitchFamily="34" charset="0"/>
                <a:ea typeface="Calibri" panose="020F0502020204030204" pitchFamily="34" charset="0"/>
                <a:cs typeface="Calibri" panose="020F0502020204030204" pitchFamily="34" charset="0"/>
              </a:rPr>
              <a:t>01</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3294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C51FF-7F51-58FF-735F-7C0CB9DD920B}"/>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D200BEB-F856-D386-B19F-5202424C0A08}"/>
              </a:ext>
            </a:extLst>
          </p:cNvPr>
          <p:cNvGrpSpPr/>
          <p:nvPr/>
        </p:nvGrpSpPr>
        <p:grpSpPr>
          <a:xfrm>
            <a:off x="6169675" y="1198679"/>
            <a:ext cx="3994785" cy="4204917"/>
            <a:chOff x="6169675" y="1198679"/>
            <a:chExt cx="3994785" cy="4204917"/>
          </a:xfrm>
        </p:grpSpPr>
        <p:sp>
          <p:nvSpPr>
            <p:cNvPr id="56" name="Freeform: Shape 55">
              <a:extLst>
                <a:ext uri="{FF2B5EF4-FFF2-40B4-BE49-F238E27FC236}">
                  <a16:creationId xmlns:a16="http://schemas.microsoft.com/office/drawing/2014/main" id="{1945AF21-50BD-F863-71ED-73848ED1242A}"/>
                </a:ext>
              </a:extLst>
            </p:cNvPr>
            <p:cNvSpPr/>
            <p:nvPr/>
          </p:nvSpPr>
          <p:spPr>
            <a:xfrm rot="20123205" flipH="1">
              <a:off x="6169675" y="1374819"/>
              <a:ext cx="3994785" cy="4028777"/>
            </a:xfrm>
            <a:custGeom>
              <a:avLst/>
              <a:gdLst>
                <a:gd name="connsiteX0" fmla="*/ 0 w 3994785"/>
                <a:gd name="connsiteY0" fmla="*/ 0 h 4028777"/>
                <a:gd name="connsiteX1" fmla="*/ 1845646 w 3994785"/>
                <a:gd name="connsiteY1" fmla="*/ 4028777 h 4028777"/>
                <a:gd name="connsiteX2" fmla="*/ 3782021 w 3994785"/>
                <a:gd name="connsiteY2" fmla="*/ 3141693 h 4028777"/>
                <a:gd name="connsiteX3" fmla="*/ 3917177 w 3994785"/>
                <a:gd name="connsiteY3" fmla="*/ 2907557 h 4028777"/>
                <a:gd name="connsiteX4" fmla="*/ 3917177 w 3994785"/>
                <a:gd name="connsiteY4" fmla="*/ 2327503 h 4028777"/>
                <a:gd name="connsiteX5" fmla="*/ 2739581 w 3994785"/>
                <a:gd name="connsiteY5" fmla="*/ 290028 h 4028777"/>
                <a:gd name="connsiteX6" fmla="*/ 2238228 w 3994785"/>
                <a:gd name="connsiteY6" fmla="*/ 0 h 402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4785" h="4028777">
                  <a:moveTo>
                    <a:pt x="0" y="0"/>
                  </a:moveTo>
                  <a:lnTo>
                    <a:pt x="1845646" y="4028777"/>
                  </a:lnTo>
                  <a:lnTo>
                    <a:pt x="3782021" y="3141693"/>
                  </a:lnTo>
                  <a:lnTo>
                    <a:pt x="3917177" y="2907557"/>
                  </a:lnTo>
                  <a:cubicBezTo>
                    <a:pt x="4020655" y="2728293"/>
                    <a:pt x="4020655" y="2506765"/>
                    <a:pt x="3917177" y="2327503"/>
                  </a:cubicBezTo>
                  <a:lnTo>
                    <a:pt x="2739581" y="290028"/>
                  </a:lnTo>
                  <a:cubicBezTo>
                    <a:pt x="2636105" y="110764"/>
                    <a:pt x="2445182" y="0"/>
                    <a:pt x="2238228" y="0"/>
                  </a:cubicBez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89" name="Freeform: Shape 88">
              <a:extLst>
                <a:ext uri="{FF2B5EF4-FFF2-40B4-BE49-F238E27FC236}">
                  <a16:creationId xmlns:a16="http://schemas.microsoft.com/office/drawing/2014/main" id="{3BBD7981-2A27-5722-C283-148265FEA9C8}"/>
                </a:ext>
              </a:extLst>
            </p:cNvPr>
            <p:cNvSpPr/>
            <p:nvPr/>
          </p:nvSpPr>
          <p:spPr>
            <a:xfrm rot="5400000">
              <a:off x="6122570" y="2125201"/>
              <a:ext cx="3947952" cy="2094907"/>
            </a:xfrm>
            <a:custGeom>
              <a:avLst/>
              <a:gdLst>
                <a:gd name="connsiteX0" fmla="*/ 0 w 3947952"/>
                <a:gd name="connsiteY0" fmla="*/ 0 h 2094907"/>
                <a:gd name="connsiteX1" fmla="*/ 3947952 w 3947952"/>
                <a:gd name="connsiteY1" fmla="*/ 0 h 2094907"/>
                <a:gd name="connsiteX2" fmla="*/ 3947952 w 3947952"/>
                <a:gd name="connsiteY2" fmla="*/ 1253003 h 2094907"/>
                <a:gd name="connsiteX3" fmla="*/ 3523403 w 3947952"/>
                <a:gd name="connsiteY3" fmla="*/ 1850766 h 2094907"/>
                <a:gd name="connsiteX4" fmla="*/ 2996053 w 3947952"/>
                <a:gd name="connsiteY4" fmla="*/ 2092353 h 2094907"/>
                <a:gd name="connsiteX5" fmla="*/ 1200525 w 3947952"/>
                <a:gd name="connsiteY5" fmla="*/ 1924210 h 2094907"/>
                <a:gd name="connsiteX6" fmla="*/ 727433 w 3947952"/>
                <a:gd name="connsiteY6" fmla="*/ 1587879 h 2094907"/>
                <a:gd name="connsiteX7" fmla="*/ 0 w 3947952"/>
                <a:gd name="connsiteY7" fmla="*/ 0 h 209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7952" h="2094907">
                  <a:moveTo>
                    <a:pt x="0" y="0"/>
                  </a:moveTo>
                  <a:lnTo>
                    <a:pt x="3947952" y="0"/>
                  </a:lnTo>
                  <a:lnTo>
                    <a:pt x="3947952" y="1253003"/>
                  </a:lnTo>
                  <a:lnTo>
                    <a:pt x="3523403" y="1850766"/>
                  </a:lnTo>
                  <a:cubicBezTo>
                    <a:pt x="3403524" y="2019502"/>
                    <a:pt x="3202124" y="2111766"/>
                    <a:pt x="2996053" y="2092353"/>
                  </a:cubicBezTo>
                  <a:lnTo>
                    <a:pt x="1200525" y="1924210"/>
                  </a:lnTo>
                  <a:cubicBezTo>
                    <a:pt x="992520" y="1904079"/>
                    <a:pt x="813627" y="1776028"/>
                    <a:pt x="727433" y="1587879"/>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98" name="Freeform: Shape 97">
              <a:extLst>
                <a:ext uri="{FF2B5EF4-FFF2-40B4-BE49-F238E27FC236}">
                  <a16:creationId xmlns:a16="http://schemas.microsoft.com/office/drawing/2014/main" id="{4712F412-21BE-7B51-24DA-E35BB7E1016E}"/>
                </a:ext>
              </a:extLst>
            </p:cNvPr>
            <p:cNvSpPr/>
            <p:nvPr/>
          </p:nvSpPr>
          <p:spPr>
            <a:xfrm>
              <a:off x="7576445" y="1770164"/>
              <a:ext cx="1563629" cy="3392724"/>
            </a:xfrm>
            <a:custGeom>
              <a:avLst/>
              <a:gdLst>
                <a:gd name="connsiteX0" fmla="*/ 1563629 w 1563629"/>
                <a:gd name="connsiteY0" fmla="*/ 0 h 3392724"/>
                <a:gd name="connsiteX1" fmla="*/ 1563629 w 1563629"/>
                <a:gd name="connsiteY1" fmla="*/ 3392724 h 3392724"/>
                <a:gd name="connsiteX2" fmla="*/ 1181976 w 1563629"/>
                <a:gd name="connsiteY2" fmla="*/ 3392724 h 3392724"/>
                <a:gd name="connsiteX3" fmla="*/ 244141 w 1563629"/>
                <a:gd name="connsiteY3" fmla="*/ 2726952 h 3392724"/>
                <a:gd name="connsiteX4" fmla="*/ 2554 w 1563629"/>
                <a:gd name="connsiteY4" fmla="*/ 2199602 h 3392724"/>
                <a:gd name="connsiteX5" fmla="*/ 117763 w 1563629"/>
                <a:gd name="connsiteY5" fmla="*/ 981387 h 3392724"/>
                <a:gd name="connsiteX6" fmla="*/ 454093 w 1563629"/>
                <a:gd name="connsiteY6" fmla="*/ 508296 h 3392724"/>
                <a:gd name="connsiteX7" fmla="*/ 1563629 w 1563629"/>
                <a:gd name="connsiteY7" fmla="*/ 0 h 339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3629" h="3392724">
                  <a:moveTo>
                    <a:pt x="1563629" y="0"/>
                  </a:moveTo>
                  <a:lnTo>
                    <a:pt x="1563629" y="3392724"/>
                  </a:lnTo>
                  <a:lnTo>
                    <a:pt x="1181976" y="3392724"/>
                  </a:lnTo>
                  <a:lnTo>
                    <a:pt x="244141" y="2726952"/>
                  </a:lnTo>
                  <a:cubicBezTo>
                    <a:pt x="75404" y="2607076"/>
                    <a:pt x="-16860" y="2405676"/>
                    <a:pt x="2554" y="2199602"/>
                  </a:cubicBezTo>
                  <a:lnTo>
                    <a:pt x="117763" y="981387"/>
                  </a:lnTo>
                  <a:cubicBezTo>
                    <a:pt x="137176" y="775314"/>
                    <a:pt x="265944" y="594490"/>
                    <a:pt x="454093" y="508296"/>
                  </a:cubicBezTo>
                  <a:lnTo>
                    <a:pt x="1563629"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6" name="Freeform: Shape 105">
              <a:extLst>
                <a:ext uri="{FF2B5EF4-FFF2-40B4-BE49-F238E27FC236}">
                  <a16:creationId xmlns:a16="http://schemas.microsoft.com/office/drawing/2014/main" id="{762D60B1-CADF-D368-238A-65B1BD099358}"/>
                </a:ext>
              </a:extLst>
            </p:cNvPr>
            <p:cNvSpPr/>
            <p:nvPr/>
          </p:nvSpPr>
          <p:spPr>
            <a:xfrm>
              <a:off x="8049470" y="2267630"/>
              <a:ext cx="1094531" cy="2524066"/>
            </a:xfrm>
            <a:custGeom>
              <a:avLst/>
              <a:gdLst>
                <a:gd name="connsiteX0" fmla="*/ 1094531 w 1094531"/>
                <a:gd name="connsiteY0" fmla="*/ 0 h 2524066"/>
                <a:gd name="connsiteX1" fmla="*/ 1094531 w 1094531"/>
                <a:gd name="connsiteY1" fmla="*/ 2524066 h 2524066"/>
                <a:gd name="connsiteX2" fmla="*/ 1024592 w 1094531"/>
                <a:gd name="connsiteY2" fmla="*/ 2512926 h 2524066"/>
                <a:gd name="connsiteX3" fmla="*/ 817193 w 1094531"/>
                <a:gd name="connsiteY3" fmla="*/ 2420351 h 2524066"/>
                <a:gd name="connsiteX4" fmla="*/ 244142 w 1094531"/>
                <a:gd name="connsiteY4" fmla="*/ 2012788 h 2524066"/>
                <a:gd name="connsiteX5" fmla="*/ 2555 w 1094531"/>
                <a:gd name="connsiteY5" fmla="*/ 1485438 h 2524066"/>
                <a:gd name="connsiteX6" fmla="*/ 68152 w 1094531"/>
                <a:gd name="connsiteY6" fmla="*/ 785301 h 2524066"/>
                <a:gd name="connsiteX7" fmla="*/ 404483 w 1094531"/>
                <a:gd name="connsiteY7" fmla="*/ 312209 h 2524066"/>
                <a:gd name="connsiteX8" fmla="*/ 1044457 w 1094531"/>
                <a:gd name="connsiteY8" fmla="*/ 19026 h 2524066"/>
                <a:gd name="connsiteX9" fmla="*/ 1094531 w 1094531"/>
                <a:gd name="connsiteY9" fmla="*/ 0 h 2524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4531" h="2524066">
                  <a:moveTo>
                    <a:pt x="1094531" y="0"/>
                  </a:moveTo>
                  <a:lnTo>
                    <a:pt x="1094531" y="2524066"/>
                  </a:lnTo>
                  <a:lnTo>
                    <a:pt x="1024592" y="2512926"/>
                  </a:lnTo>
                  <a:cubicBezTo>
                    <a:pt x="951100" y="2496295"/>
                    <a:pt x="880469" y="2465305"/>
                    <a:pt x="817193" y="2420351"/>
                  </a:cubicBezTo>
                  <a:lnTo>
                    <a:pt x="244142" y="2012788"/>
                  </a:lnTo>
                  <a:cubicBezTo>
                    <a:pt x="75404" y="1892910"/>
                    <a:pt x="-16860" y="1691510"/>
                    <a:pt x="2555" y="1485438"/>
                  </a:cubicBezTo>
                  <a:lnTo>
                    <a:pt x="68152" y="785301"/>
                  </a:lnTo>
                  <a:cubicBezTo>
                    <a:pt x="87566" y="579227"/>
                    <a:pt x="216333" y="398403"/>
                    <a:pt x="404483" y="312209"/>
                  </a:cubicBezTo>
                  <a:lnTo>
                    <a:pt x="1044457" y="19026"/>
                  </a:lnTo>
                  <a:lnTo>
                    <a:pt x="1094531"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39" name="Freeform: Shape 38">
            <a:extLst>
              <a:ext uri="{FF2B5EF4-FFF2-40B4-BE49-F238E27FC236}">
                <a16:creationId xmlns:a16="http://schemas.microsoft.com/office/drawing/2014/main" id="{9B096F5A-1633-AE01-9839-BD540D113DD5}"/>
              </a:ext>
            </a:extLst>
          </p:cNvPr>
          <p:cNvSpPr/>
          <p:nvPr/>
        </p:nvSpPr>
        <p:spPr>
          <a:xfrm>
            <a:off x="0" y="4582555"/>
            <a:ext cx="3169376" cy="886968"/>
          </a:xfrm>
          <a:custGeom>
            <a:avLst/>
            <a:gdLst>
              <a:gd name="connsiteX0" fmla="*/ 0 w 3169376"/>
              <a:gd name="connsiteY0" fmla="*/ 0 h 886968"/>
              <a:gd name="connsiteX1" fmla="*/ 2666214 w 3169376"/>
              <a:gd name="connsiteY1" fmla="*/ 0 h 886968"/>
              <a:gd name="connsiteX2" fmla="*/ 3169376 w 3169376"/>
              <a:gd name="connsiteY2" fmla="*/ 886968 h 886968"/>
              <a:gd name="connsiteX3" fmla="*/ 0 w 3169376"/>
              <a:gd name="connsiteY3" fmla="*/ 886968 h 886968"/>
              <a:gd name="connsiteX4" fmla="*/ 0 w 316937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376" h="886968">
                <a:moveTo>
                  <a:pt x="0" y="0"/>
                </a:moveTo>
                <a:lnTo>
                  <a:pt x="2666214" y="0"/>
                </a:lnTo>
                <a:lnTo>
                  <a:pt x="3169376" y="886968"/>
                </a:lnTo>
                <a:lnTo>
                  <a:pt x="0"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 name="Hộp Văn bản 4">
            <a:extLst>
              <a:ext uri="{FF2B5EF4-FFF2-40B4-BE49-F238E27FC236}">
                <a16:creationId xmlns:a16="http://schemas.microsoft.com/office/drawing/2014/main" id="{9B2DA8A1-020B-5CD9-3393-E6B6D5347BC3}"/>
              </a:ext>
            </a:extLst>
          </p:cNvPr>
          <p:cNvSpPr txBox="1"/>
          <p:nvPr/>
        </p:nvSpPr>
        <p:spPr>
          <a:xfrm>
            <a:off x="444943" y="544479"/>
            <a:ext cx="5283917" cy="1349087"/>
          </a:xfrm>
          <a:prstGeom prst="rect">
            <a:avLst/>
          </a:prstGeom>
          <a:noFill/>
        </p:spPr>
        <p:txBody>
          <a:bodyPr wrap="square">
            <a:spAutoFit/>
          </a:bodyPr>
          <a:lstStyle/>
          <a:p>
            <a:pPr algn="just" rtl="0">
              <a:spcAft>
                <a:spcPts val="800"/>
              </a:spcAft>
              <a:buNone/>
            </a:pP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Mục tiêu:</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Xác định sắc thái cảm xúc của các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thông qua phần tiêu đề và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hashtag</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nhằm đánh giá xu hướng nội dung tích cực, tiêu cực hoặc trung lập trong cộng đồng sáng tạo Việt Nam.</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lgn="just">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7" name="Hộp Văn bản 6">
            <a:extLst>
              <a:ext uri="{FF2B5EF4-FFF2-40B4-BE49-F238E27FC236}">
                <a16:creationId xmlns:a16="http://schemas.microsoft.com/office/drawing/2014/main" id="{EB8B3F4E-3F21-C3AD-696F-A9F74AB01094}"/>
              </a:ext>
            </a:extLst>
          </p:cNvPr>
          <p:cNvSpPr txBox="1"/>
          <p:nvPr/>
        </p:nvSpPr>
        <p:spPr>
          <a:xfrm>
            <a:off x="439244" y="1463371"/>
            <a:ext cx="5749284" cy="784830"/>
          </a:xfrm>
          <a:prstGeom prst="rect">
            <a:avLst/>
          </a:prstGeom>
          <a:noFill/>
        </p:spPr>
        <p:txBody>
          <a:bodyPr wrap="square">
            <a:spAutoFit/>
          </a:bodyPr>
          <a:lstStyle/>
          <a:p>
            <a:pPr algn="just" rtl="0">
              <a:spcAft>
                <a:spcPts val="800"/>
              </a:spcAft>
              <a:buNone/>
            </a:pP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Phương pháp sử dụng:</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Áp dụng mô hình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PhoBERT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Sentiment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mô hình ngôn ngữ Tiếng Việt dựa trên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Transformer</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được huấn luyện chuyên biệt cho bài toán phân tích cảm xúc.</a:t>
            </a:r>
          </a:p>
        </p:txBody>
      </p:sp>
      <p:sp>
        <p:nvSpPr>
          <p:cNvPr id="10" name="Hộp Văn bản 9">
            <a:extLst>
              <a:ext uri="{FF2B5EF4-FFF2-40B4-BE49-F238E27FC236}">
                <a16:creationId xmlns:a16="http://schemas.microsoft.com/office/drawing/2014/main" id="{BEED1BB8-E129-D5E6-49B5-35483F001A95}"/>
              </a:ext>
            </a:extLst>
          </p:cNvPr>
          <p:cNvSpPr txBox="1"/>
          <p:nvPr/>
        </p:nvSpPr>
        <p:spPr>
          <a:xfrm>
            <a:off x="439461" y="2347337"/>
            <a:ext cx="5592536" cy="1400383"/>
          </a:xfrm>
          <a:prstGeom prst="rect">
            <a:avLst/>
          </a:prstGeom>
          <a:noFill/>
        </p:spPr>
        <p:txBody>
          <a:bodyPr wrap="square">
            <a:spAutoFit/>
          </a:bodyPr>
          <a:lstStyle/>
          <a:p>
            <a:pPr algn="just" rtl="0">
              <a:spcBef>
                <a:spcPts val="1200"/>
              </a:spcBef>
              <a:spcAft>
                <a:spcPts val="1200"/>
              </a:spcAft>
              <a:buNone/>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Mô hình được áp dụng cho dữ liệu gồm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tiêu đề,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hashtag</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và bình luận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YouTube</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nhằm tự động phân loại cảm xúc thành ba nhóm: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Tích cực, Trung lập và Tiêu cực</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lgn="just">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2" name="Hộp Văn bản 11">
            <a:extLst>
              <a:ext uri="{FF2B5EF4-FFF2-40B4-BE49-F238E27FC236}">
                <a16:creationId xmlns:a16="http://schemas.microsoft.com/office/drawing/2014/main" id="{DBC915B6-19DB-3467-94CC-5B1A41D6340D}"/>
              </a:ext>
            </a:extLst>
          </p:cNvPr>
          <p:cNvSpPr txBox="1"/>
          <p:nvPr/>
        </p:nvSpPr>
        <p:spPr>
          <a:xfrm>
            <a:off x="424924" y="3254878"/>
            <a:ext cx="5777925" cy="1631216"/>
          </a:xfrm>
          <a:prstGeom prst="rect">
            <a:avLst/>
          </a:prstGeom>
          <a:noFill/>
        </p:spPr>
        <p:txBody>
          <a:bodyPr wrap="square">
            <a:spAutoFit/>
          </a:bodyPr>
          <a:lstStyle/>
          <a:p>
            <a:pPr algn="just" rtl="0">
              <a:spcBef>
                <a:spcPts val="1200"/>
              </a:spcBef>
              <a:spcAft>
                <a:spcPts val="1200"/>
              </a:spcAft>
              <a:buNone/>
            </a:pP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PhoBERT</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được lựa chọn vì khả năng hiểu ngữ cảnh và sắc thái tiếng Việt chính xác hơn so với các mô hình tiếng Anh như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RoBERTa</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đặc biệt hiệu quả trong việc xử lý các bình luận mạng xã hội có ngôn ngữ tự nhiên và đa dạng cảm xúc.</a:t>
            </a:r>
            <a:endParaRPr lang="vi-VN" sz="1500" dirty="0">
              <a:effectLst/>
              <a:latin typeface="Calibri" panose="020F0502020204030204" pitchFamily="34" charset="0"/>
              <a:ea typeface="Calibri" panose="020F0502020204030204" pitchFamily="34" charset="0"/>
              <a:cs typeface="Calibri" panose="020F0502020204030204" pitchFamily="34" charset="0"/>
            </a:endParaRPr>
          </a:p>
          <a:p>
            <a:pPr algn="just">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0554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3CD2E-EC1F-8676-E579-62CE657E2CA1}"/>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573B0E00-9326-4881-1355-B08BC9537104}"/>
              </a:ext>
            </a:extLst>
          </p:cNvPr>
          <p:cNvGrpSpPr/>
          <p:nvPr/>
        </p:nvGrpSpPr>
        <p:grpSpPr>
          <a:xfrm>
            <a:off x="0" y="-241738"/>
            <a:ext cx="3786603" cy="4974894"/>
            <a:chOff x="0" y="-241738"/>
            <a:chExt cx="3786603" cy="4974894"/>
          </a:xfrm>
        </p:grpSpPr>
        <p:sp>
          <p:nvSpPr>
            <p:cNvPr id="13" name="Freeform: Shape 12">
              <a:extLst>
                <a:ext uri="{FF2B5EF4-FFF2-40B4-BE49-F238E27FC236}">
                  <a16:creationId xmlns:a16="http://schemas.microsoft.com/office/drawing/2014/main" id="{55C9AA71-B4A0-F76E-C21C-6A188AA04540}"/>
                </a:ext>
              </a:extLst>
            </p:cNvPr>
            <p:cNvSpPr/>
            <p:nvPr userDrawn="1"/>
          </p:nvSpPr>
          <p:spPr>
            <a:xfrm>
              <a:off x="0" y="-241738"/>
              <a:ext cx="3786603" cy="4974894"/>
            </a:xfrm>
            <a:custGeom>
              <a:avLst/>
              <a:gdLst>
                <a:gd name="connsiteX0" fmla="*/ 0 w 3786603"/>
                <a:gd name="connsiteY0" fmla="*/ 0 h 4974894"/>
                <a:gd name="connsiteX1" fmla="*/ 3235356 w 3786603"/>
                <a:gd name="connsiteY1" fmla="*/ 0 h 4974894"/>
                <a:gd name="connsiteX2" fmla="*/ 3709155 w 3786603"/>
                <a:gd name="connsiteY2" fmla="*/ 823075 h 4974894"/>
                <a:gd name="connsiteX3" fmla="*/ 3709155 w 3786603"/>
                <a:gd name="connsiteY3" fmla="*/ 1406212 h 4974894"/>
                <a:gd name="connsiteX4" fmla="*/ 1820032 w 3786603"/>
                <a:gd name="connsiteY4" fmla="*/ 4680288 h 4974894"/>
                <a:gd name="connsiteX5" fmla="*/ 1312824 w 3786603"/>
                <a:gd name="connsiteY5" fmla="*/ 4974894 h 4974894"/>
                <a:gd name="connsiteX6" fmla="*/ 0 w 3786603"/>
                <a:gd name="connsiteY6" fmla="*/ 4974894 h 4974894"/>
                <a:gd name="connsiteX7" fmla="*/ 0 w 3786603"/>
                <a:gd name="connsiteY7" fmla="*/ 0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6603" h="4974894">
                  <a:moveTo>
                    <a:pt x="0" y="0"/>
                  </a:moveTo>
                  <a:lnTo>
                    <a:pt x="3235356" y="0"/>
                  </a:lnTo>
                  <a:lnTo>
                    <a:pt x="3709155" y="823075"/>
                  </a:lnTo>
                  <a:cubicBezTo>
                    <a:pt x="3812419" y="1002268"/>
                    <a:pt x="3812419" y="1223982"/>
                    <a:pt x="3709155" y="1406212"/>
                  </a:cubicBezTo>
                  <a:lnTo>
                    <a:pt x="1820032" y="4680288"/>
                  </a:lnTo>
                  <a:cubicBezTo>
                    <a:pt x="1716768" y="4862519"/>
                    <a:pt x="1522389" y="4974894"/>
                    <a:pt x="1312824" y="4974894"/>
                  </a:cubicBezTo>
                  <a:lnTo>
                    <a:pt x="0" y="4974894"/>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4" name="Freeform: Shape 13">
              <a:extLst>
                <a:ext uri="{FF2B5EF4-FFF2-40B4-BE49-F238E27FC236}">
                  <a16:creationId xmlns:a16="http://schemas.microsoft.com/office/drawing/2014/main" id="{89818F99-1579-406A-439A-908354069B6A}"/>
                </a:ext>
              </a:extLst>
            </p:cNvPr>
            <p:cNvSpPr/>
            <p:nvPr userDrawn="1"/>
          </p:nvSpPr>
          <p:spPr>
            <a:xfrm>
              <a:off x="0" y="-241738"/>
              <a:ext cx="3103239" cy="4974894"/>
            </a:xfrm>
            <a:custGeom>
              <a:avLst/>
              <a:gdLst>
                <a:gd name="connsiteX0" fmla="*/ 0 w 3103239"/>
                <a:gd name="connsiteY0" fmla="*/ 0 h 4974894"/>
                <a:gd name="connsiteX1" fmla="*/ 2551992 w 3103239"/>
                <a:gd name="connsiteY1" fmla="*/ 0 h 4974894"/>
                <a:gd name="connsiteX2" fmla="*/ 3025791 w 3103239"/>
                <a:gd name="connsiteY2" fmla="*/ 823075 h 4974894"/>
                <a:gd name="connsiteX3" fmla="*/ 3025791 w 3103239"/>
                <a:gd name="connsiteY3" fmla="*/ 1406212 h 4974894"/>
                <a:gd name="connsiteX4" fmla="*/ 1136668 w 3103239"/>
                <a:gd name="connsiteY4" fmla="*/ 4680288 h 4974894"/>
                <a:gd name="connsiteX5" fmla="*/ 629460 w 3103239"/>
                <a:gd name="connsiteY5" fmla="*/ 4974894 h 4974894"/>
                <a:gd name="connsiteX6" fmla="*/ 0 w 3103239"/>
                <a:gd name="connsiteY6" fmla="*/ 4974894 h 4974894"/>
                <a:gd name="connsiteX7" fmla="*/ 0 w 3103239"/>
                <a:gd name="connsiteY7" fmla="*/ 0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3239" h="4974894">
                  <a:moveTo>
                    <a:pt x="0" y="0"/>
                  </a:moveTo>
                  <a:lnTo>
                    <a:pt x="2551992" y="0"/>
                  </a:lnTo>
                  <a:lnTo>
                    <a:pt x="3025791" y="823075"/>
                  </a:lnTo>
                  <a:cubicBezTo>
                    <a:pt x="3129055" y="1002268"/>
                    <a:pt x="3129055" y="1223982"/>
                    <a:pt x="3025791" y="1406212"/>
                  </a:cubicBezTo>
                  <a:lnTo>
                    <a:pt x="1136668" y="4680288"/>
                  </a:lnTo>
                  <a:cubicBezTo>
                    <a:pt x="1033404" y="4862519"/>
                    <a:pt x="839025" y="4974894"/>
                    <a:pt x="629460" y="4974894"/>
                  </a:cubicBezTo>
                  <a:lnTo>
                    <a:pt x="0" y="4974894"/>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5" name="Freeform: Shape 14">
              <a:extLst>
                <a:ext uri="{FF2B5EF4-FFF2-40B4-BE49-F238E27FC236}">
                  <a16:creationId xmlns:a16="http://schemas.microsoft.com/office/drawing/2014/main" id="{1975BE91-3404-297B-07EC-D996E9A0DA4E}"/>
                </a:ext>
              </a:extLst>
            </p:cNvPr>
            <p:cNvSpPr/>
            <p:nvPr userDrawn="1"/>
          </p:nvSpPr>
          <p:spPr>
            <a:xfrm>
              <a:off x="0" y="-241737"/>
              <a:ext cx="2313573" cy="4952065"/>
            </a:xfrm>
            <a:custGeom>
              <a:avLst/>
              <a:gdLst>
                <a:gd name="connsiteX0" fmla="*/ 0 w 2313573"/>
                <a:gd name="connsiteY0" fmla="*/ 0 h 4952065"/>
                <a:gd name="connsiteX1" fmla="*/ 1762326 w 2313573"/>
                <a:gd name="connsiteY1" fmla="*/ 0 h 4952065"/>
                <a:gd name="connsiteX2" fmla="*/ 2236125 w 2313573"/>
                <a:gd name="connsiteY2" fmla="*/ 823075 h 4952065"/>
                <a:gd name="connsiteX3" fmla="*/ 2236125 w 2313573"/>
                <a:gd name="connsiteY3" fmla="*/ 1406212 h 4952065"/>
                <a:gd name="connsiteX4" fmla="*/ 347002 w 2313573"/>
                <a:gd name="connsiteY4" fmla="*/ 4680288 h 4952065"/>
                <a:gd name="connsiteX5" fmla="*/ 65144 w 2313573"/>
                <a:gd name="connsiteY5" fmla="*/ 4929728 h 4952065"/>
                <a:gd name="connsiteX6" fmla="*/ 0 w 2313573"/>
                <a:gd name="connsiteY6" fmla="*/ 4952065 h 4952065"/>
                <a:gd name="connsiteX7" fmla="*/ 0 w 2313573"/>
                <a:gd name="connsiteY7" fmla="*/ 0 h 4952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3573" h="4952065">
                  <a:moveTo>
                    <a:pt x="0" y="0"/>
                  </a:moveTo>
                  <a:lnTo>
                    <a:pt x="1762326" y="0"/>
                  </a:lnTo>
                  <a:lnTo>
                    <a:pt x="2236125" y="823075"/>
                  </a:lnTo>
                  <a:cubicBezTo>
                    <a:pt x="2339389" y="1002268"/>
                    <a:pt x="2339389" y="1223982"/>
                    <a:pt x="2236125" y="1406212"/>
                  </a:cubicBezTo>
                  <a:lnTo>
                    <a:pt x="347002" y="4680288"/>
                  </a:lnTo>
                  <a:cubicBezTo>
                    <a:pt x="282462" y="4794183"/>
                    <a:pt x="182330" y="4880789"/>
                    <a:pt x="65144" y="4929728"/>
                  </a:cubicBezTo>
                  <a:lnTo>
                    <a:pt x="0" y="495206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6" name="Freeform: Shape 15">
              <a:extLst>
                <a:ext uri="{FF2B5EF4-FFF2-40B4-BE49-F238E27FC236}">
                  <a16:creationId xmlns:a16="http://schemas.microsoft.com/office/drawing/2014/main" id="{55CEB9E4-84C0-FF48-3C88-307AEEF6E4A9}"/>
                </a:ext>
              </a:extLst>
            </p:cNvPr>
            <p:cNvSpPr/>
            <p:nvPr userDrawn="1"/>
          </p:nvSpPr>
          <p:spPr>
            <a:xfrm>
              <a:off x="0" y="-241737"/>
              <a:ext cx="1487462" cy="3849935"/>
            </a:xfrm>
            <a:custGeom>
              <a:avLst/>
              <a:gdLst>
                <a:gd name="connsiteX0" fmla="*/ 0 w 1487462"/>
                <a:gd name="connsiteY0" fmla="*/ 0 h 3849935"/>
                <a:gd name="connsiteX1" fmla="*/ 936215 w 1487462"/>
                <a:gd name="connsiteY1" fmla="*/ 0 h 3849935"/>
                <a:gd name="connsiteX2" fmla="*/ 1410014 w 1487462"/>
                <a:gd name="connsiteY2" fmla="*/ 823075 h 3849935"/>
                <a:gd name="connsiteX3" fmla="*/ 1410014 w 1487462"/>
                <a:gd name="connsiteY3" fmla="*/ 1406212 h 3849935"/>
                <a:gd name="connsiteX4" fmla="*/ 0 w 1487462"/>
                <a:gd name="connsiteY4" fmla="*/ 3849935 h 3849935"/>
                <a:gd name="connsiteX5" fmla="*/ 0 w 1487462"/>
                <a:gd name="connsiteY5" fmla="*/ 0 h 384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7462" h="3849935">
                  <a:moveTo>
                    <a:pt x="0" y="0"/>
                  </a:moveTo>
                  <a:lnTo>
                    <a:pt x="936215" y="0"/>
                  </a:lnTo>
                  <a:lnTo>
                    <a:pt x="1410014" y="823075"/>
                  </a:lnTo>
                  <a:cubicBezTo>
                    <a:pt x="1513278" y="1002268"/>
                    <a:pt x="1513278" y="1223982"/>
                    <a:pt x="1410014" y="1406212"/>
                  </a:cubicBezTo>
                  <a:lnTo>
                    <a:pt x="0" y="384993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17" name="Freeform: Shape 16">
            <a:extLst>
              <a:ext uri="{FF2B5EF4-FFF2-40B4-BE49-F238E27FC236}">
                <a16:creationId xmlns:a16="http://schemas.microsoft.com/office/drawing/2014/main" id="{F1F860E8-43BC-E6A8-6E45-AF9487025576}"/>
              </a:ext>
            </a:extLst>
          </p:cNvPr>
          <p:cNvSpPr/>
          <p:nvPr/>
        </p:nvSpPr>
        <p:spPr>
          <a:xfrm>
            <a:off x="2644763" y="4581847"/>
            <a:ext cx="6499237" cy="886968"/>
          </a:xfrm>
          <a:custGeom>
            <a:avLst/>
            <a:gdLst>
              <a:gd name="connsiteX0" fmla="*/ 503162 w 6499237"/>
              <a:gd name="connsiteY0" fmla="*/ 0 h 886968"/>
              <a:gd name="connsiteX1" fmla="*/ 6499237 w 6499237"/>
              <a:gd name="connsiteY1" fmla="*/ 0 h 886968"/>
              <a:gd name="connsiteX2" fmla="*/ 6499237 w 6499237"/>
              <a:gd name="connsiteY2" fmla="*/ 886968 h 886968"/>
              <a:gd name="connsiteX3" fmla="*/ 0 w 6499237"/>
              <a:gd name="connsiteY3" fmla="*/ 886968 h 886968"/>
              <a:gd name="connsiteX4" fmla="*/ 503162 w 6499237"/>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99237" h="886968">
                <a:moveTo>
                  <a:pt x="503162" y="0"/>
                </a:moveTo>
                <a:lnTo>
                  <a:pt x="6499237" y="0"/>
                </a:lnTo>
                <a:lnTo>
                  <a:pt x="6499237" y="886968"/>
                </a:lnTo>
                <a:lnTo>
                  <a:pt x="0" y="886968"/>
                </a:lnTo>
                <a:lnTo>
                  <a:pt x="503162"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2" name="Hộp Văn bản 1">
            <a:extLst>
              <a:ext uri="{FF2B5EF4-FFF2-40B4-BE49-F238E27FC236}">
                <a16:creationId xmlns:a16="http://schemas.microsoft.com/office/drawing/2014/main" id="{541189D7-0E10-062A-B006-66D3A7D562D4}"/>
              </a:ext>
            </a:extLst>
          </p:cNvPr>
          <p:cNvSpPr txBox="1"/>
          <p:nvPr/>
        </p:nvSpPr>
        <p:spPr>
          <a:xfrm>
            <a:off x="4045068" y="1256899"/>
            <a:ext cx="4588328" cy="938719"/>
          </a:xfrm>
          <a:prstGeom prst="rect">
            <a:avLst/>
          </a:prstGeom>
          <a:noFill/>
        </p:spPr>
        <p:txBody>
          <a:bodyPr wrap="square">
            <a:spAutoFit/>
          </a:bodyPr>
          <a:lstStyle/>
          <a:p>
            <a:pPr rtl="0">
              <a:spcBef>
                <a:spcPts val="1200"/>
              </a:spcBef>
              <a:spcAft>
                <a:spcPts val="1200"/>
              </a:spcAft>
              <a:buNone/>
            </a:pP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Kết</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quả</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phân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tích</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thực</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tế</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cho</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thấy</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endParaRPr lang="en-US" sz="15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606A215B-260E-9F4B-ED93-7B1E8E49226C}"/>
              </a:ext>
            </a:extLst>
          </p:cNvPr>
          <p:cNvSpPr txBox="1"/>
          <p:nvPr/>
        </p:nvSpPr>
        <p:spPr>
          <a:xfrm>
            <a:off x="4113281" y="1674629"/>
            <a:ext cx="4588328" cy="784830"/>
          </a:xfrm>
          <a:prstGeom prst="rect">
            <a:avLst/>
          </a:prstGeom>
          <a:noFill/>
        </p:spPr>
        <p:txBody>
          <a:bodyPr wrap="square">
            <a:spAutoFit/>
          </a:bodyPr>
          <a:lstStyle/>
          <a:p>
            <a:pPr rtl="0" fontAlgn="base">
              <a:spcBef>
                <a:spcPts val="1200"/>
              </a:spcBef>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Cảm xúc </a:t>
            </a: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T</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rung lập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chiếm </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77.3</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p>
          <a:p>
            <a:pPr rtl="0" fontAlgn="base">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Tích cực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chiếm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1</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6</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.3%</a:t>
            </a:r>
          </a:p>
          <a:p>
            <a:pPr rtl="0" fontAlgn="base">
              <a:spcAft>
                <a:spcPts val="1200"/>
              </a:spcAft>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Tiêu cực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chiếm </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6.4</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endParaRPr lang="en-US" sz="15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Hộp Văn bản 3">
            <a:extLst>
              <a:ext uri="{FF2B5EF4-FFF2-40B4-BE49-F238E27FC236}">
                <a16:creationId xmlns:a16="http://schemas.microsoft.com/office/drawing/2014/main" id="{DCE3213A-81AE-D018-0E4B-FB81F18D7812}"/>
              </a:ext>
            </a:extLst>
          </p:cNvPr>
          <p:cNvSpPr txBox="1"/>
          <p:nvPr/>
        </p:nvSpPr>
        <p:spPr>
          <a:xfrm>
            <a:off x="3545933" y="2727859"/>
            <a:ext cx="4989659" cy="553998"/>
          </a:xfrm>
          <a:prstGeom prst="rect">
            <a:avLst/>
          </a:prstGeom>
          <a:noFill/>
        </p:spPr>
        <p:txBody>
          <a:bodyPr wrap="square">
            <a:spAutoFit/>
          </a:bodyPr>
          <a:lstStyle/>
          <a:p>
            <a:pPr rtl="0" fontAlgn="base">
              <a:spcBef>
                <a:spcPts val="1200"/>
              </a:spcBef>
              <a:spcAft>
                <a:spcPts val="1200"/>
              </a:spcAft>
            </a:pP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P</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hản ánh rằng phần lớn nội dung và phản hồi của người xem mang xu hướng trung lập hoặc tích cực.</a:t>
            </a:r>
          </a:p>
        </p:txBody>
      </p:sp>
    </p:spTree>
    <p:extLst>
      <p:ext uri="{BB962C8B-B14F-4D97-AF65-F5344CB8AC3E}">
        <p14:creationId xmlns:p14="http://schemas.microsoft.com/office/powerpoint/2010/main" val="2631693620"/>
      </p:ext>
    </p:extLst>
  </p:cSld>
  <p:clrMapOvr>
    <a:masterClrMapping/>
  </p:clrMapOvr>
  <p:transition spd="slow">
    <p:push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A4B0B-1D3C-234C-FEAD-2A89A7812049}"/>
            </a:ext>
          </a:extLst>
        </p:cNvPr>
        <p:cNvGrpSpPr/>
        <p:nvPr/>
      </p:nvGrpSpPr>
      <p:grpSpPr>
        <a:xfrm>
          <a:off x="0" y="0"/>
          <a:ext cx="0" cy="0"/>
          <a:chOff x="0" y="0"/>
          <a:chExt cx="0" cy="0"/>
        </a:xfrm>
      </p:grpSpPr>
      <p:sp>
        <p:nvSpPr>
          <p:cNvPr id="21" name="Freeform: Shape 20">
            <a:extLst>
              <a:ext uri="{FF2B5EF4-FFF2-40B4-BE49-F238E27FC236}">
                <a16:creationId xmlns:a16="http://schemas.microsoft.com/office/drawing/2014/main" id="{92B6BAA5-F2F6-60D3-C320-69FA9983894D}"/>
              </a:ext>
            </a:extLst>
          </p:cNvPr>
          <p:cNvSpPr/>
          <p:nvPr/>
        </p:nvSpPr>
        <p:spPr>
          <a:xfrm rot="12573931" flipH="1" flipV="1">
            <a:off x="-21260" y="-699532"/>
            <a:ext cx="2258802" cy="2052858"/>
          </a:xfrm>
          <a:custGeom>
            <a:avLst/>
            <a:gdLst>
              <a:gd name="connsiteX0" fmla="*/ 0 w 2258802"/>
              <a:gd name="connsiteY0" fmla="*/ 1281381 h 2052858"/>
              <a:gd name="connsiteX1" fmla="*/ 2258802 w 2258802"/>
              <a:gd name="connsiteY1" fmla="*/ 0 h 2052858"/>
              <a:gd name="connsiteX2" fmla="*/ 2258802 w 2258802"/>
              <a:gd name="connsiteY2" fmla="*/ 1019747 h 2052858"/>
              <a:gd name="connsiteX3" fmla="*/ 437646 w 2258802"/>
              <a:gd name="connsiteY3" fmla="*/ 2052858 h 2052858"/>
            </a:gdLst>
            <a:ahLst/>
            <a:cxnLst>
              <a:cxn ang="0">
                <a:pos x="connsiteX0" y="connsiteY0"/>
              </a:cxn>
              <a:cxn ang="0">
                <a:pos x="connsiteX1" y="connsiteY1"/>
              </a:cxn>
              <a:cxn ang="0">
                <a:pos x="connsiteX2" y="connsiteY2"/>
              </a:cxn>
              <a:cxn ang="0">
                <a:pos x="connsiteX3" y="connsiteY3"/>
              </a:cxn>
            </a:cxnLst>
            <a:rect l="l" t="t" r="r" b="b"/>
            <a:pathLst>
              <a:path w="2258802" h="2052858">
                <a:moveTo>
                  <a:pt x="0" y="1281381"/>
                </a:moveTo>
                <a:lnTo>
                  <a:pt x="2258802" y="0"/>
                </a:lnTo>
                <a:lnTo>
                  <a:pt x="2258802" y="1019747"/>
                </a:lnTo>
                <a:lnTo>
                  <a:pt x="437646" y="2052858"/>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B33B51A3-49B0-2A29-093E-63970D1285E6}"/>
              </a:ext>
            </a:extLst>
          </p:cNvPr>
          <p:cNvGrpSpPr/>
          <p:nvPr/>
        </p:nvGrpSpPr>
        <p:grpSpPr>
          <a:xfrm>
            <a:off x="1311352" y="438910"/>
            <a:ext cx="7832648" cy="4974893"/>
            <a:chOff x="1311352" y="438910"/>
            <a:chExt cx="7832648" cy="4974893"/>
          </a:xfrm>
        </p:grpSpPr>
        <p:sp>
          <p:nvSpPr>
            <p:cNvPr id="15" name="Rectangle 14">
              <a:extLst>
                <a:ext uri="{FF2B5EF4-FFF2-40B4-BE49-F238E27FC236}">
                  <a16:creationId xmlns:a16="http://schemas.microsoft.com/office/drawing/2014/main" id="{88B9996D-E8E7-1BC7-4155-6DADF75ECDDA}"/>
                </a:ext>
              </a:extLst>
            </p:cNvPr>
            <p:cNvSpPr/>
            <p:nvPr userDrawn="1"/>
          </p:nvSpPr>
          <p:spPr>
            <a:xfrm>
              <a:off x="8458200" y="438910"/>
              <a:ext cx="685800" cy="49743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16" name="Graphic 18">
              <a:extLst>
                <a:ext uri="{FF2B5EF4-FFF2-40B4-BE49-F238E27FC236}">
                  <a16:creationId xmlns:a16="http://schemas.microsoft.com/office/drawing/2014/main" id="{F6CEA6DF-F7A4-496A-BF0D-BA891C3A886A}"/>
                </a:ext>
              </a:extLst>
            </p:cNvPr>
            <p:cNvGrpSpPr/>
            <p:nvPr userDrawn="1"/>
          </p:nvGrpSpPr>
          <p:grpSpPr>
            <a:xfrm flipH="1" flipV="1">
              <a:off x="1311352" y="438910"/>
              <a:ext cx="7624828" cy="4974893"/>
              <a:chOff x="0" y="-241738"/>
              <a:chExt cx="7624828" cy="4974893"/>
            </a:xfrm>
            <a:solidFill>
              <a:schemeClr val="accent1"/>
            </a:solidFill>
          </p:grpSpPr>
          <p:sp>
            <p:nvSpPr>
              <p:cNvPr id="17" name="Freeform: Shape 16">
                <a:extLst>
                  <a:ext uri="{FF2B5EF4-FFF2-40B4-BE49-F238E27FC236}">
                    <a16:creationId xmlns:a16="http://schemas.microsoft.com/office/drawing/2014/main" id="{AD422E35-B55B-C7ED-F521-E651FCD8CD2B}"/>
                  </a:ext>
                </a:extLst>
              </p:cNvPr>
              <p:cNvSpPr/>
              <p:nvPr/>
            </p:nvSpPr>
            <p:spPr>
              <a:xfrm>
                <a:off x="2299141"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4"/>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Freeform: Shape 17">
                <a:extLst>
                  <a:ext uri="{FF2B5EF4-FFF2-40B4-BE49-F238E27FC236}">
                    <a16:creationId xmlns:a16="http://schemas.microsoft.com/office/drawing/2014/main" id="{0D4944E7-2795-329D-07D6-611C3C63F2E0}"/>
                  </a:ext>
                </a:extLst>
              </p:cNvPr>
              <p:cNvSpPr/>
              <p:nvPr/>
            </p:nvSpPr>
            <p:spPr>
              <a:xfrm>
                <a:off x="1615777"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3"/>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E20884A5-A720-E1BD-9825-335D36B86904}"/>
                  </a:ext>
                </a:extLst>
              </p:cNvPr>
              <p:cNvSpPr/>
              <p:nvPr/>
            </p:nvSpPr>
            <p:spPr>
              <a:xfrm>
                <a:off x="826111"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2"/>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0" name="Freeform: Shape 19">
                <a:extLst>
                  <a:ext uri="{FF2B5EF4-FFF2-40B4-BE49-F238E27FC236}">
                    <a16:creationId xmlns:a16="http://schemas.microsoft.com/office/drawing/2014/main" id="{173EF5B0-54F5-438F-8600-7FA9208E5E4C}"/>
                  </a:ext>
                </a:extLst>
              </p:cNvPr>
              <p:cNvSpPr/>
              <p:nvPr/>
            </p:nvSpPr>
            <p:spPr>
              <a:xfrm>
                <a:off x="0"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2815" y="4862519"/>
                      <a:pt x="3359116" y="4680288"/>
                    </a:cubicBezTo>
                    <a:close/>
                  </a:path>
                </a:pathLst>
              </a:custGeom>
              <a:solidFill>
                <a:schemeClr val="accent1"/>
              </a:solidFill>
              <a:ln w="30359" cap="flat">
                <a:noFill/>
                <a:prstDash val="solid"/>
                <a:miter/>
              </a:ln>
            </p:spPr>
            <p:txBody>
              <a:bodyPr rtlCol="0" anchor="ct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grpSp>
      </p:grpSp>
      <p:sp>
        <p:nvSpPr>
          <p:cNvPr id="7" name="Text Placeholder 6">
            <a:extLst>
              <a:ext uri="{FF2B5EF4-FFF2-40B4-BE49-F238E27FC236}">
                <a16:creationId xmlns:a16="http://schemas.microsoft.com/office/drawing/2014/main" id="{724D922A-E1D2-71DD-88E2-80E50E08B32E}"/>
              </a:ext>
            </a:extLst>
          </p:cNvPr>
          <p:cNvSpPr>
            <a:spLocks noGrp="1"/>
          </p:cNvSpPr>
          <p:nvPr>
            <p:ph type="body" sz="quarter" idx="12"/>
          </p:nvPr>
        </p:nvSpPr>
        <p:spPr>
          <a:xfrm>
            <a:off x="3575955" y="3179821"/>
            <a:ext cx="5405085" cy="713646"/>
          </a:xfrm>
        </p:spPr>
        <p:txBody>
          <a:bodyPr/>
          <a:lstStyle/>
          <a:p>
            <a:pPr>
              <a:spcAft>
                <a:spcPts val="800"/>
              </a:spcAft>
            </a:pPr>
            <a:r>
              <a:rPr lang="vi-VN" dirty="0">
                <a:latin typeface="Calibri" panose="020F0502020204030204" pitchFamily="34" charset="0"/>
                <a:ea typeface="Calibri" panose="020F0502020204030204" pitchFamily="34" charset="0"/>
                <a:cs typeface="Calibri" panose="020F0502020204030204" pitchFamily="34" charset="0"/>
              </a:rPr>
              <a:t>Phân tích chủ đề </a:t>
            </a:r>
            <a:r>
              <a:rPr lang="vi-VN" dirty="0" err="1">
                <a:latin typeface="Calibri" panose="020F0502020204030204" pitchFamily="34" charset="0"/>
                <a:ea typeface="Calibri" panose="020F0502020204030204" pitchFamily="34" charset="0"/>
                <a:cs typeface="Calibri" panose="020F0502020204030204" pitchFamily="34" charset="0"/>
              </a:rPr>
              <a:t>Topic</a:t>
            </a:r>
            <a:r>
              <a:rPr lang="vi-VN" dirty="0">
                <a:latin typeface="Calibri" panose="020F0502020204030204" pitchFamily="34" charset="0"/>
                <a:ea typeface="Calibri" panose="020F0502020204030204" pitchFamily="34" charset="0"/>
                <a:cs typeface="Calibri" panose="020F0502020204030204" pitchFamily="34" charset="0"/>
              </a:rPr>
              <a:t> </a:t>
            </a:r>
            <a:r>
              <a:rPr lang="vi-VN" dirty="0" err="1">
                <a:latin typeface="Calibri" panose="020F0502020204030204" pitchFamily="34" charset="0"/>
                <a:ea typeface="Calibri" panose="020F0502020204030204" pitchFamily="34" charset="0"/>
                <a:cs typeface="Calibri" panose="020F0502020204030204" pitchFamily="34" charset="0"/>
              </a:rPr>
              <a:t>Modeling</a:t>
            </a:r>
            <a:endParaRPr lang="vi-VN"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EE553E69-1313-9C01-C8E8-A339445BB379}"/>
              </a:ext>
            </a:extLst>
          </p:cNvPr>
          <p:cNvSpPr>
            <a:spLocks noGrp="1"/>
          </p:cNvSpPr>
          <p:nvPr>
            <p:ph type="body" sz="quarter" idx="16"/>
          </p:nvPr>
        </p:nvSpPr>
        <p:spPr/>
        <p:txBody>
          <a:bodyPr/>
          <a:lstStyle/>
          <a:p>
            <a:r>
              <a:rPr lang="vi-VN" dirty="0">
                <a:latin typeface="Calibri" panose="020F0502020204030204" pitchFamily="34" charset="0"/>
                <a:ea typeface="Calibri" panose="020F0502020204030204" pitchFamily="34" charset="0"/>
              </a:rPr>
              <a:t>02</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93817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B5D53-FB24-091A-59A4-54782D16838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A27BC8E-EE21-DB5D-FA5B-1877A8A746F3}"/>
              </a:ext>
            </a:extLst>
          </p:cNvPr>
          <p:cNvGrpSpPr/>
          <p:nvPr/>
        </p:nvGrpSpPr>
        <p:grpSpPr>
          <a:xfrm>
            <a:off x="6169675" y="1198679"/>
            <a:ext cx="3994785" cy="4204917"/>
            <a:chOff x="6169675" y="1198679"/>
            <a:chExt cx="3994785" cy="4204917"/>
          </a:xfrm>
        </p:grpSpPr>
        <p:sp>
          <p:nvSpPr>
            <p:cNvPr id="56" name="Freeform: Shape 55">
              <a:extLst>
                <a:ext uri="{FF2B5EF4-FFF2-40B4-BE49-F238E27FC236}">
                  <a16:creationId xmlns:a16="http://schemas.microsoft.com/office/drawing/2014/main" id="{B6182801-5943-D0FE-B59A-12C7194AE712}"/>
                </a:ext>
              </a:extLst>
            </p:cNvPr>
            <p:cNvSpPr/>
            <p:nvPr/>
          </p:nvSpPr>
          <p:spPr>
            <a:xfrm rot="20123205" flipH="1">
              <a:off x="6169675" y="1374819"/>
              <a:ext cx="3994785" cy="4028777"/>
            </a:xfrm>
            <a:custGeom>
              <a:avLst/>
              <a:gdLst>
                <a:gd name="connsiteX0" fmla="*/ 0 w 3994785"/>
                <a:gd name="connsiteY0" fmla="*/ 0 h 4028777"/>
                <a:gd name="connsiteX1" fmla="*/ 1845646 w 3994785"/>
                <a:gd name="connsiteY1" fmla="*/ 4028777 h 4028777"/>
                <a:gd name="connsiteX2" fmla="*/ 3782021 w 3994785"/>
                <a:gd name="connsiteY2" fmla="*/ 3141693 h 4028777"/>
                <a:gd name="connsiteX3" fmla="*/ 3917177 w 3994785"/>
                <a:gd name="connsiteY3" fmla="*/ 2907557 h 4028777"/>
                <a:gd name="connsiteX4" fmla="*/ 3917177 w 3994785"/>
                <a:gd name="connsiteY4" fmla="*/ 2327503 h 4028777"/>
                <a:gd name="connsiteX5" fmla="*/ 2739581 w 3994785"/>
                <a:gd name="connsiteY5" fmla="*/ 290028 h 4028777"/>
                <a:gd name="connsiteX6" fmla="*/ 2238228 w 3994785"/>
                <a:gd name="connsiteY6" fmla="*/ 0 h 402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4785" h="4028777">
                  <a:moveTo>
                    <a:pt x="0" y="0"/>
                  </a:moveTo>
                  <a:lnTo>
                    <a:pt x="1845646" y="4028777"/>
                  </a:lnTo>
                  <a:lnTo>
                    <a:pt x="3782021" y="3141693"/>
                  </a:lnTo>
                  <a:lnTo>
                    <a:pt x="3917177" y="2907557"/>
                  </a:lnTo>
                  <a:cubicBezTo>
                    <a:pt x="4020655" y="2728293"/>
                    <a:pt x="4020655" y="2506765"/>
                    <a:pt x="3917177" y="2327503"/>
                  </a:cubicBezTo>
                  <a:lnTo>
                    <a:pt x="2739581" y="290028"/>
                  </a:lnTo>
                  <a:cubicBezTo>
                    <a:pt x="2636105" y="110764"/>
                    <a:pt x="2445182" y="0"/>
                    <a:pt x="2238228" y="0"/>
                  </a:cubicBez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89" name="Freeform: Shape 88">
              <a:extLst>
                <a:ext uri="{FF2B5EF4-FFF2-40B4-BE49-F238E27FC236}">
                  <a16:creationId xmlns:a16="http://schemas.microsoft.com/office/drawing/2014/main" id="{251A6B10-7BBD-E64E-FA1B-6BA91C3F2E23}"/>
                </a:ext>
              </a:extLst>
            </p:cNvPr>
            <p:cNvSpPr/>
            <p:nvPr/>
          </p:nvSpPr>
          <p:spPr>
            <a:xfrm rot="5400000">
              <a:off x="6122570" y="2125201"/>
              <a:ext cx="3947952" cy="2094907"/>
            </a:xfrm>
            <a:custGeom>
              <a:avLst/>
              <a:gdLst>
                <a:gd name="connsiteX0" fmla="*/ 0 w 3947952"/>
                <a:gd name="connsiteY0" fmla="*/ 0 h 2094907"/>
                <a:gd name="connsiteX1" fmla="*/ 3947952 w 3947952"/>
                <a:gd name="connsiteY1" fmla="*/ 0 h 2094907"/>
                <a:gd name="connsiteX2" fmla="*/ 3947952 w 3947952"/>
                <a:gd name="connsiteY2" fmla="*/ 1253003 h 2094907"/>
                <a:gd name="connsiteX3" fmla="*/ 3523403 w 3947952"/>
                <a:gd name="connsiteY3" fmla="*/ 1850766 h 2094907"/>
                <a:gd name="connsiteX4" fmla="*/ 2996053 w 3947952"/>
                <a:gd name="connsiteY4" fmla="*/ 2092353 h 2094907"/>
                <a:gd name="connsiteX5" fmla="*/ 1200525 w 3947952"/>
                <a:gd name="connsiteY5" fmla="*/ 1924210 h 2094907"/>
                <a:gd name="connsiteX6" fmla="*/ 727433 w 3947952"/>
                <a:gd name="connsiteY6" fmla="*/ 1587879 h 2094907"/>
                <a:gd name="connsiteX7" fmla="*/ 0 w 3947952"/>
                <a:gd name="connsiteY7" fmla="*/ 0 h 209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7952" h="2094907">
                  <a:moveTo>
                    <a:pt x="0" y="0"/>
                  </a:moveTo>
                  <a:lnTo>
                    <a:pt x="3947952" y="0"/>
                  </a:lnTo>
                  <a:lnTo>
                    <a:pt x="3947952" y="1253003"/>
                  </a:lnTo>
                  <a:lnTo>
                    <a:pt x="3523403" y="1850766"/>
                  </a:lnTo>
                  <a:cubicBezTo>
                    <a:pt x="3403524" y="2019502"/>
                    <a:pt x="3202124" y="2111766"/>
                    <a:pt x="2996053" y="2092353"/>
                  </a:cubicBezTo>
                  <a:lnTo>
                    <a:pt x="1200525" y="1924210"/>
                  </a:lnTo>
                  <a:cubicBezTo>
                    <a:pt x="992520" y="1904079"/>
                    <a:pt x="813627" y="1776028"/>
                    <a:pt x="727433" y="1587879"/>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98" name="Freeform: Shape 97">
              <a:extLst>
                <a:ext uri="{FF2B5EF4-FFF2-40B4-BE49-F238E27FC236}">
                  <a16:creationId xmlns:a16="http://schemas.microsoft.com/office/drawing/2014/main" id="{12DABEE2-E56F-D484-133D-553AF5D2FAD8}"/>
                </a:ext>
              </a:extLst>
            </p:cNvPr>
            <p:cNvSpPr/>
            <p:nvPr/>
          </p:nvSpPr>
          <p:spPr>
            <a:xfrm>
              <a:off x="7576445" y="1770164"/>
              <a:ext cx="1563629" cy="3392724"/>
            </a:xfrm>
            <a:custGeom>
              <a:avLst/>
              <a:gdLst>
                <a:gd name="connsiteX0" fmla="*/ 1563629 w 1563629"/>
                <a:gd name="connsiteY0" fmla="*/ 0 h 3392724"/>
                <a:gd name="connsiteX1" fmla="*/ 1563629 w 1563629"/>
                <a:gd name="connsiteY1" fmla="*/ 3392724 h 3392724"/>
                <a:gd name="connsiteX2" fmla="*/ 1181976 w 1563629"/>
                <a:gd name="connsiteY2" fmla="*/ 3392724 h 3392724"/>
                <a:gd name="connsiteX3" fmla="*/ 244141 w 1563629"/>
                <a:gd name="connsiteY3" fmla="*/ 2726952 h 3392724"/>
                <a:gd name="connsiteX4" fmla="*/ 2554 w 1563629"/>
                <a:gd name="connsiteY4" fmla="*/ 2199602 h 3392724"/>
                <a:gd name="connsiteX5" fmla="*/ 117763 w 1563629"/>
                <a:gd name="connsiteY5" fmla="*/ 981387 h 3392724"/>
                <a:gd name="connsiteX6" fmla="*/ 454093 w 1563629"/>
                <a:gd name="connsiteY6" fmla="*/ 508296 h 3392724"/>
                <a:gd name="connsiteX7" fmla="*/ 1563629 w 1563629"/>
                <a:gd name="connsiteY7" fmla="*/ 0 h 339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3629" h="3392724">
                  <a:moveTo>
                    <a:pt x="1563629" y="0"/>
                  </a:moveTo>
                  <a:lnTo>
                    <a:pt x="1563629" y="3392724"/>
                  </a:lnTo>
                  <a:lnTo>
                    <a:pt x="1181976" y="3392724"/>
                  </a:lnTo>
                  <a:lnTo>
                    <a:pt x="244141" y="2726952"/>
                  </a:lnTo>
                  <a:cubicBezTo>
                    <a:pt x="75404" y="2607076"/>
                    <a:pt x="-16860" y="2405676"/>
                    <a:pt x="2554" y="2199602"/>
                  </a:cubicBezTo>
                  <a:lnTo>
                    <a:pt x="117763" y="981387"/>
                  </a:lnTo>
                  <a:cubicBezTo>
                    <a:pt x="137176" y="775314"/>
                    <a:pt x="265944" y="594490"/>
                    <a:pt x="454093" y="508296"/>
                  </a:cubicBezTo>
                  <a:lnTo>
                    <a:pt x="1563629"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6" name="Freeform: Shape 105">
              <a:extLst>
                <a:ext uri="{FF2B5EF4-FFF2-40B4-BE49-F238E27FC236}">
                  <a16:creationId xmlns:a16="http://schemas.microsoft.com/office/drawing/2014/main" id="{065F195E-6A3F-714F-C90C-7EAD5D1D5872}"/>
                </a:ext>
              </a:extLst>
            </p:cNvPr>
            <p:cNvSpPr/>
            <p:nvPr/>
          </p:nvSpPr>
          <p:spPr>
            <a:xfrm>
              <a:off x="8049470" y="2267630"/>
              <a:ext cx="1094531" cy="2524066"/>
            </a:xfrm>
            <a:custGeom>
              <a:avLst/>
              <a:gdLst>
                <a:gd name="connsiteX0" fmla="*/ 1094531 w 1094531"/>
                <a:gd name="connsiteY0" fmla="*/ 0 h 2524066"/>
                <a:gd name="connsiteX1" fmla="*/ 1094531 w 1094531"/>
                <a:gd name="connsiteY1" fmla="*/ 2524066 h 2524066"/>
                <a:gd name="connsiteX2" fmla="*/ 1024592 w 1094531"/>
                <a:gd name="connsiteY2" fmla="*/ 2512926 h 2524066"/>
                <a:gd name="connsiteX3" fmla="*/ 817193 w 1094531"/>
                <a:gd name="connsiteY3" fmla="*/ 2420351 h 2524066"/>
                <a:gd name="connsiteX4" fmla="*/ 244142 w 1094531"/>
                <a:gd name="connsiteY4" fmla="*/ 2012788 h 2524066"/>
                <a:gd name="connsiteX5" fmla="*/ 2555 w 1094531"/>
                <a:gd name="connsiteY5" fmla="*/ 1485438 h 2524066"/>
                <a:gd name="connsiteX6" fmla="*/ 68152 w 1094531"/>
                <a:gd name="connsiteY6" fmla="*/ 785301 h 2524066"/>
                <a:gd name="connsiteX7" fmla="*/ 404483 w 1094531"/>
                <a:gd name="connsiteY7" fmla="*/ 312209 h 2524066"/>
                <a:gd name="connsiteX8" fmla="*/ 1044457 w 1094531"/>
                <a:gd name="connsiteY8" fmla="*/ 19026 h 2524066"/>
                <a:gd name="connsiteX9" fmla="*/ 1094531 w 1094531"/>
                <a:gd name="connsiteY9" fmla="*/ 0 h 2524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4531" h="2524066">
                  <a:moveTo>
                    <a:pt x="1094531" y="0"/>
                  </a:moveTo>
                  <a:lnTo>
                    <a:pt x="1094531" y="2524066"/>
                  </a:lnTo>
                  <a:lnTo>
                    <a:pt x="1024592" y="2512926"/>
                  </a:lnTo>
                  <a:cubicBezTo>
                    <a:pt x="951100" y="2496295"/>
                    <a:pt x="880469" y="2465305"/>
                    <a:pt x="817193" y="2420351"/>
                  </a:cubicBezTo>
                  <a:lnTo>
                    <a:pt x="244142" y="2012788"/>
                  </a:lnTo>
                  <a:cubicBezTo>
                    <a:pt x="75404" y="1892910"/>
                    <a:pt x="-16860" y="1691510"/>
                    <a:pt x="2555" y="1485438"/>
                  </a:cubicBezTo>
                  <a:lnTo>
                    <a:pt x="68152" y="785301"/>
                  </a:lnTo>
                  <a:cubicBezTo>
                    <a:pt x="87566" y="579227"/>
                    <a:pt x="216333" y="398403"/>
                    <a:pt x="404483" y="312209"/>
                  </a:cubicBezTo>
                  <a:lnTo>
                    <a:pt x="1044457" y="19026"/>
                  </a:lnTo>
                  <a:lnTo>
                    <a:pt x="1094531"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39" name="Freeform: Shape 38">
            <a:extLst>
              <a:ext uri="{FF2B5EF4-FFF2-40B4-BE49-F238E27FC236}">
                <a16:creationId xmlns:a16="http://schemas.microsoft.com/office/drawing/2014/main" id="{388395E5-CC2A-4471-2D29-E84B9D6F0CCA}"/>
              </a:ext>
            </a:extLst>
          </p:cNvPr>
          <p:cNvSpPr/>
          <p:nvPr/>
        </p:nvSpPr>
        <p:spPr>
          <a:xfrm>
            <a:off x="0" y="4590719"/>
            <a:ext cx="3169376" cy="886968"/>
          </a:xfrm>
          <a:custGeom>
            <a:avLst/>
            <a:gdLst>
              <a:gd name="connsiteX0" fmla="*/ 0 w 3169376"/>
              <a:gd name="connsiteY0" fmla="*/ 0 h 886968"/>
              <a:gd name="connsiteX1" fmla="*/ 2666214 w 3169376"/>
              <a:gd name="connsiteY1" fmla="*/ 0 h 886968"/>
              <a:gd name="connsiteX2" fmla="*/ 3169376 w 3169376"/>
              <a:gd name="connsiteY2" fmla="*/ 886968 h 886968"/>
              <a:gd name="connsiteX3" fmla="*/ 0 w 3169376"/>
              <a:gd name="connsiteY3" fmla="*/ 886968 h 886968"/>
              <a:gd name="connsiteX4" fmla="*/ 0 w 316937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376" h="886968">
                <a:moveTo>
                  <a:pt x="0" y="0"/>
                </a:moveTo>
                <a:lnTo>
                  <a:pt x="2666214" y="0"/>
                </a:lnTo>
                <a:lnTo>
                  <a:pt x="3169376" y="886968"/>
                </a:lnTo>
                <a:lnTo>
                  <a:pt x="0"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4BFD7724-32B2-3776-581E-1C804E6CD624}"/>
              </a:ext>
            </a:extLst>
          </p:cNvPr>
          <p:cNvSpPr txBox="1"/>
          <p:nvPr/>
        </p:nvSpPr>
        <p:spPr>
          <a:xfrm>
            <a:off x="167803" y="761099"/>
            <a:ext cx="5726764" cy="1118255"/>
          </a:xfrm>
          <a:prstGeom prst="rect">
            <a:avLst/>
          </a:prstGeom>
          <a:noFill/>
        </p:spPr>
        <p:txBody>
          <a:bodyPr wrap="square">
            <a:spAutoFit/>
          </a:bodyPr>
          <a:lstStyle/>
          <a:p>
            <a:pPr rtl="0">
              <a:spcAft>
                <a:spcPts val="800"/>
              </a:spcAft>
              <a:buNone/>
            </a:pP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Mục</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tiêu</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Khám</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phá</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các</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nhóm</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chủ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đề</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nổi</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bật</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trong</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nội</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dung YouTube Việt Nam.</a:t>
            </a:r>
            <a:endParaRPr lang="en-US" sz="15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5" name="Hộp Văn bản 4">
            <a:extLst>
              <a:ext uri="{FF2B5EF4-FFF2-40B4-BE49-F238E27FC236}">
                <a16:creationId xmlns:a16="http://schemas.microsoft.com/office/drawing/2014/main" id="{55A5EE8F-557B-8F58-281C-3AE834FE3525}"/>
              </a:ext>
            </a:extLst>
          </p:cNvPr>
          <p:cNvSpPr txBox="1"/>
          <p:nvPr/>
        </p:nvSpPr>
        <p:spPr>
          <a:xfrm>
            <a:off x="167803" y="1510281"/>
            <a:ext cx="4572000" cy="887422"/>
          </a:xfrm>
          <a:prstGeom prst="rect">
            <a:avLst/>
          </a:prstGeom>
          <a:noFill/>
        </p:spPr>
        <p:txBody>
          <a:bodyPr wrap="square">
            <a:spAutoFit/>
          </a:bodyPr>
          <a:lstStyle/>
          <a:p>
            <a:pPr rtl="0">
              <a:spcAft>
                <a:spcPts val="800"/>
              </a:spcAft>
              <a:buNone/>
            </a:pP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Dữ</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liệu</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sử</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dụng</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Cột</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title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và</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hashtags.</a:t>
            </a:r>
            <a:endParaRPr lang="en-US" sz="15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0" name="Hộp Văn bản 9">
            <a:extLst>
              <a:ext uri="{FF2B5EF4-FFF2-40B4-BE49-F238E27FC236}">
                <a16:creationId xmlns:a16="http://schemas.microsoft.com/office/drawing/2014/main" id="{2FAF166D-40E9-309C-B7DC-FDD0D5A79171}"/>
              </a:ext>
            </a:extLst>
          </p:cNvPr>
          <p:cNvSpPr txBox="1"/>
          <p:nvPr/>
        </p:nvSpPr>
        <p:spPr>
          <a:xfrm>
            <a:off x="171729" y="2174386"/>
            <a:ext cx="6563233" cy="2426305"/>
          </a:xfrm>
          <a:prstGeom prst="rect">
            <a:avLst/>
          </a:prstGeom>
          <a:noFill/>
        </p:spPr>
        <p:txBody>
          <a:bodyPr wrap="square">
            <a:spAutoFit/>
          </a:bodyPr>
          <a:lstStyle/>
          <a:p>
            <a:pPr rtl="0">
              <a:spcAft>
                <a:spcPts val="800"/>
              </a:spcAft>
              <a:buNone/>
            </a:pP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Phương pháp:</a:t>
            </a:r>
            <a:endParaRPr lang="vi-VN" sz="1500" b="1" dirty="0">
              <a:effectLst/>
              <a:latin typeface="Calibri" panose="020F0502020204030204" pitchFamily="34" charset="0"/>
              <a:ea typeface="Calibri" panose="020F0502020204030204" pitchFamily="34" charset="0"/>
              <a:cs typeface="Calibri" panose="020F0502020204030204" pitchFamily="34" charset="0"/>
            </a:endParaRPr>
          </a:p>
          <a:p>
            <a:pPr marL="285750" indent="-285750" rtl="0">
              <a:spcBef>
                <a:spcPts val="1200"/>
              </a:spcBef>
              <a:spcAft>
                <a:spcPts val="1200"/>
              </a:spcAft>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Sử dụng mô hình </a:t>
            </a:r>
            <a:r>
              <a:rPr lang="vi-VN" sz="1500" b="1" i="1"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BERTopic</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(kết hợp biểu diễn ngữ nghĩa từ </a:t>
            </a:r>
            <a:r>
              <a:rPr lang="vi-VN" sz="1500" b="1"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BERT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với kỹ thuật gom cụm </a:t>
            </a:r>
            <a:r>
              <a:rPr lang="vi-VN" sz="1500" b="1"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HDBSCAN</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để trích xuất các cụm chủ đề có ý nghĩa.</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rtl="0">
              <a:spcBef>
                <a:spcPts val="1200"/>
              </a:spcBef>
              <a:spcAft>
                <a:spcPts val="1200"/>
              </a:spcAft>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Mô hình kết hợp</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biểu diễn ngữ nghĩa từ </a:t>
            </a:r>
            <a:r>
              <a:rPr lang="vi-VN" sz="1500" b="1"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BERT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với </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kỹ thuật gom cụm </a:t>
            </a:r>
            <a:r>
              <a:rPr lang="vi-VN" sz="1500" b="1"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HDBSCAN</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giúp nhóm các bình luận có nội dung tương đồng về ngữ nghĩa.</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3891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Group 78">
            <a:extLst>
              <a:ext uri="{FF2B5EF4-FFF2-40B4-BE49-F238E27FC236}">
                <a16:creationId xmlns:a16="http://schemas.microsoft.com/office/drawing/2014/main" id="{412BB7E7-E3AD-4426-BBD4-854E895310B7}"/>
              </a:ext>
            </a:extLst>
          </p:cNvPr>
          <p:cNvGrpSpPr/>
          <p:nvPr/>
        </p:nvGrpSpPr>
        <p:grpSpPr>
          <a:xfrm>
            <a:off x="8021085" y="-71705"/>
            <a:ext cx="1221639" cy="2277457"/>
            <a:chOff x="8001207" y="-71705"/>
            <a:chExt cx="1221639" cy="2277457"/>
          </a:xfrm>
        </p:grpSpPr>
        <p:sp>
          <p:nvSpPr>
            <p:cNvPr id="70" name="Freeform: Shape 69">
              <a:extLst>
                <a:ext uri="{FF2B5EF4-FFF2-40B4-BE49-F238E27FC236}">
                  <a16:creationId xmlns:a16="http://schemas.microsoft.com/office/drawing/2014/main" id="{696FA3D6-B18B-40EA-9F23-3E82388DDD45}"/>
                </a:ext>
              </a:extLst>
            </p:cNvPr>
            <p:cNvSpPr/>
            <p:nvPr/>
          </p:nvSpPr>
          <p:spPr>
            <a:xfrm rot="21282252">
              <a:off x="8001207" y="-71705"/>
              <a:ext cx="1221639" cy="2277457"/>
            </a:xfrm>
            <a:custGeom>
              <a:avLst/>
              <a:gdLst>
                <a:gd name="connsiteX0" fmla="*/ 205319 w 1221639"/>
                <a:gd name="connsiteY0" fmla="*/ 0 h 2277457"/>
                <a:gd name="connsiteX1" fmla="*/ 1221639 w 1221639"/>
                <a:gd name="connsiteY1" fmla="*/ 94206 h 2277457"/>
                <a:gd name="connsiteX2" fmla="*/ 1019266 w 1221639"/>
                <a:gd name="connsiteY2" fmla="*/ 2277457 h 2277457"/>
                <a:gd name="connsiteX3" fmla="*/ 977467 w 1221639"/>
                <a:gd name="connsiteY3" fmla="*/ 2245520 h 2277457"/>
                <a:gd name="connsiteX4" fmla="*/ 909889 w 1221639"/>
                <a:gd name="connsiteY4" fmla="*/ 2157748 h 2277457"/>
                <a:gd name="connsiteX5" fmla="*/ 56323 w 1221639"/>
                <a:gd name="connsiteY5" fmla="*/ 679079 h 2277457"/>
                <a:gd name="connsiteX6" fmla="*/ 56323 w 1221639"/>
                <a:gd name="connsiteY6" fmla="*/ 258113 h 22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639" h="2277457">
                  <a:moveTo>
                    <a:pt x="205319" y="0"/>
                  </a:moveTo>
                  <a:lnTo>
                    <a:pt x="1221639" y="94206"/>
                  </a:lnTo>
                  <a:lnTo>
                    <a:pt x="1019266" y="2277457"/>
                  </a:lnTo>
                  <a:lnTo>
                    <a:pt x="977467" y="2245520"/>
                  </a:lnTo>
                  <a:cubicBezTo>
                    <a:pt x="951470" y="2219689"/>
                    <a:pt x="928663" y="2190272"/>
                    <a:pt x="909889" y="2157748"/>
                  </a:cubicBezTo>
                  <a:lnTo>
                    <a:pt x="56323" y="679079"/>
                  </a:lnTo>
                  <a:cubicBezTo>
                    <a:pt x="-18774" y="548981"/>
                    <a:pt x="-18775" y="388210"/>
                    <a:pt x="56323" y="258113"/>
                  </a:cubicBezTo>
                  <a:close/>
                </a:path>
              </a:pathLst>
            </a:custGeom>
            <a:solidFill>
              <a:schemeClr val="accent4"/>
            </a:solidFill>
            <a:ln w="9525" cap="flat">
              <a:noFill/>
              <a:prstDash val="solid"/>
              <a:miter/>
            </a:ln>
          </p:spPr>
          <p:txBody>
            <a:bodyPr wrap="square" rtlCol="0" anchor="ctr">
              <a:noAutofit/>
            </a:bodyPr>
            <a:lstStyle/>
            <a:p>
              <a:endParaRPr lang="en-US"/>
            </a:p>
          </p:txBody>
        </p:sp>
        <p:sp>
          <p:nvSpPr>
            <p:cNvPr id="74" name="Freeform: Shape 73">
              <a:extLst>
                <a:ext uri="{FF2B5EF4-FFF2-40B4-BE49-F238E27FC236}">
                  <a16:creationId xmlns:a16="http://schemas.microsoft.com/office/drawing/2014/main" id="{1E5C8868-7790-40F8-BA9B-B9EA0DF02FB6}"/>
                </a:ext>
              </a:extLst>
            </p:cNvPr>
            <p:cNvSpPr/>
            <p:nvPr/>
          </p:nvSpPr>
          <p:spPr>
            <a:xfrm rot="21282252">
              <a:off x="8375035" y="-53999"/>
              <a:ext cx="823942" cy="1708677"/>
            </a:xfrm>
            <a:custGeom>
              <a:avLst/>
              <a:gdLst>
                <a:gd name="connsiteX0" fmla="*/ 185156 w 823942"/>
                <a:gd name="connsiteY0" fmla="*/ 0 h 1708677"/>
                <a:gd name="connsiteX1" fmla="*/ 823942 w 823942"/>
                <a:gd name="connsiteY1" fmla="*/ 59211 h 1708677"/>
                <a:gd name="connsiteX2" fmla="*/ 671047 w 823942"/>
                <a:gd name="connsiteY2" fmla="*/ 1708677 h 1708677"/>
                <a:gd name="connsiteX3" fmla="*/ 56323 w 823942"/>
                <a:gd name="connsiteY3" fmla="*/ 644082 h 1708677"/>
                <a:gd name="connsiteX4" fmla="*/ 56323 w 823942"/>
                <a:gd name="connsiteY4" fmla="*/ 223116 h 170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942" h="1708677">
                  <a:moveTo>
                    <a:pt x="185156" y="0"/>
                  </a:moveTo>
                  <a:lnTo>
                    <a:pt x="823942" y="59211"/>
                  </a:lnTo>
                  <a:lnTo>
                    <a:pt x="671047" y="1708677"/>
                  </a:lnTo>
                  <a:lnTo>
                    <a:pt x="56323" y="644082"/>
                  </a:lnTo>
                  <a:cubicBezTo>
                    <a:pt x="-18774" y="513984"/>
                    <a:pt x="-18774" y="353213"/>
                    <a:pt x="56323" y="223116"/>
                  </a:cubicBezTo>
                  <a:close/>
                </a:path>
              </a:pathLst>
            </a:custGeom>
            <a:solidFill>
              <a:schemeClr val="accent3"/>
            </a:solidFill>
            <a:ln w="9525"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3D6E642D-A2A0-40A3-A4C5-AA633AB6B345}"/>
                </a:ext>
              </a:extLst>
            </p:cNvPr>
            <p:cNvSpPr/>
            <p:nvPr/>
          </p:nvSpPr>
          <p:spPr>
            <a:xfrm rot="21282252">
              <a:off x="8768802" y="-35074"/>
              <a:ext cx="401917" cy="1041576"/>
            </a:xfrm>
            <a:custGeom>
              <a:avLst/>
              <a:gdLst>
                <a:gd name="connsiteX0" fmla="*/ 163767 w 401917"/>
                <a:gd name="connsiteY0" fmla="*/ 0 h 1041576"/>
                <a:gd name="connsiteX1" fmla="*/ 401917 w 401917"/>
                <a:gd name="connsiteY1" fmla="*/ 22075 h 1041576"/>
                <a:gd name="connsiteX2" fmla="*/ 307417 w 401917"/>
                <a:gd name="connsiteY2" fmla="*/ 1041576 h 1041576"/>
                <a:gd name="connsiteX3" fmla="*/ 56323 w 401917"/>
                <a:gd name="connsiteY3" fmla="*/ 606946 h 1041576"/>
                <a:gd name="connsiteX4" fmla="*/ 56323 w 401917"/>
                <a:gd name="connsiteY4" fmla="*/ 185980 h 10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17" h="1041576">
                  <a:moveTo>
                    <a:pt x="163767" y="0"/>
                  </a:moveTo>
                  <a:lnTo>
                    <a:pt x="401917" y="22075"/>
                  </a:lnTo>
                  <a:lnTo>
                    <a:pt x="307417" y="1041576"/>
                  </a:lnTo>
                  <a:lnTo>
                    <a:pt x="56323" y="606946"/>
                  </a:lnTo>
                  <a:cubicBezTo>
                    <a:pt x="-18775" y="476849"/>
                    <a:pt x="-18774" y="316078"/>
                    <a:pt x="56323" y="185980"/>
                  </a:cubicBezTo>
                  <a:close/>
                </a:path>
              </a:pathLst>
            </a:custGeom>
            <a:solidFill>
              <a:schemeClr val="accent2"/>
            </a:solidFill>
            <a:ln w="9525" cap="flat">
              <a:noFill/>
              <a:prstDash val="solid"/>
              <a:miter/>
            </a:ln>
          </p:spPr>
          <p:txBody>
            <a:bodyPr wrap="square" rtlCol="0" anchor="ctr">
              <a:noAutofit/>
            </a:bodyPr>
            <a:lstStyle/>
            <a:p>
              <a:endParaRPr lang="en-US"/>
            </a:p>
          </p:txBody>
        </p:sp>
      </p:grpSp>
      <p:sp>
        <p:nvSpPr>
          <p:cNvPr id="58" name="Freeform: Shape 57">
            <a:extLst>
              <a:ext uri="{FF2B5EF4-FFF2-40B4-BE49-F238E27FC236}">
                <a16:creationId xmlns:a16="http://schemas.microsoft.com/office/drawing/2014/main" id="{4B5192E3-8FA5-497D-9100-53AC52306317}"/>
              </a:ext>
            </a:extLst>
          </p:cNvPr>
          <p:cNvSpPr/>
          <p:nvPr/>
        </p:nvSpPr>
        <p:spPr>
          <a:xfrm>
            <a:off x="0" y="-390933"/>
            <a:ext cx="5130095" cy="886969"/>
          </a:xfrm>
          <a:custGeom>
            <a:avLst/>
            <a:gdLst>
              <a:gd name="connsiteX0" fmla="*/ 0 w 5130095"/>
              <a:gd name="connsiteY0" fmla="*/ 0 h 886969"/>
              <a:gd name="connsiteX1" fmla="*/ 5130095 w 5130095"/>
              <a:gd name="connsiteY1" fmla="*/ 0 h 886969"/>
              <a:gd name="connsiteX2" fmla="*/ 4626933 w 5130095"/>
              <a:gd name="connsiteY2" fmla="*/ 886968 h 886969"/>
              <a:gd name="connsiteX3" fmla="*/ 0 w 5130095"/>
              <a:gd name="connsiteY3" fmla="*/ 886969 h 886969"/>
              <a:gd name="connsiteX4" fmla="*/ 0 w 5130095"/>
              <a:gd name="connsiteY4" fmla="*/ 0 h 886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095" h="886969">
                <a:moveTo>
                  <a:pt x="0" y="0"/>
                </a:moveTo>
                <a:lnTo>
                  <a:pt x="5130095" y="0"/>
                </a:lnTo>
                <a:lnTo>
                  <a:pt x="4626933" y="886968"/>
                </a:lnTo>
                <a:lnTo>
                  <a:pt x="0" y="88696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56D6BE87-B28E-4B75-A658-2F725EA5A29A}"/>
              </a:ext>
            </a:extLst>
          </p:cNvPr>
          <p:cNvSpPr/>
          <p:nvPr/>
        </p:nvSpPr>
        <p:spPr>
          <a:xfrm>
            <a:off x="5471044" y="4590769"/>
            <a:ext cx="3672956" cy="886968"/>
          </a:xfrm>
          <a:custGeom>
            <a:avLst/>
            <a:gdLst>
              <a:gd name="connsiteX0" fmla="*/ 503163 w 3672956"/>
              <a:gd name="connsiteY0" fmla="*/ 0 h 886968"/>
              <a:gd name="connsiteX1" fmla="*/ 3672956 w 3672956"/>
              <a:gd name="connsiteY1" fmla="*/ 0 h 886968"/>
              <a:gd name="connsiteX2" fmla="*/ 3672956 w 3672956"/>
              <a:gd name="connsiteY2" fmla="*/ 886968 h 886968"/>
              <a:gd name="connsiteX3" fmla="*/ 0 w 3672956"/>
              <a:gd name="connsiteY3" fmla="*/ 886968 h 886968"/>
              <a:gd name="connsiteX4" fmla="*/ 503163 w 367295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2956" h="886968">
                <a:moveTo>
                  <a:pt x="503163" y="0"/>
                </a:moveTo>
                <a:lnTo>
                  <a:pt x="3672956" y="0"/>
                </a:lnTo>
                <a:lnTo>
                  <a:pt x="3672956" y="886968"/>
                </a:lnTo>
                <a:lnTo>
                  <a:pt x="0" y="886968"/>
                </a:lnTo>
                <a:lnTo>
                  <a:pt x="503163"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Hộp Văn bản 53">
            <a:extLst>
              <a:ext uri="{FF2B5EF4-FFF2-40B4-BE49-F238E27FC236}">
                <a16:creationId xmlns:a16="http://schemas.microsoft.com/office/drawing/2014/main" id="{867B5FDC-9A01-FBBB-EF78-93E51E6CBB31}"/>
              </a:ext>
            </a:extLst>
          </p:cNvPr>
          <p:cNvSpPr txBox="1"/>
          <p:nvPr/>
        </p:nvSpPr>
        <p:spPr>
          <a:xfrm>
            <a:off x="153930" y="604891"/>
            <a:ext cx="8364176" cy="4093428"/>
          </a:xfrm>
          <a:prstGeom prst="rect">
            <a:avLst/>
          </a:prstGeom>
          <a:noFill/>
        </p:spPr>
        <p:txBody>
          <a:bodyPr wrap="square">
            <a:spAutoFit/>
          </a:bodyPr>
          <a:lstStyle/>
          <a:p>
            <a:pPr rtl="0">
              <a:spcBef>
                <a:spcPts val="1200"/>
              </a:spcBef>
              <a:spcAft>
                <a:spcPts val="1200"/>
              </a:spcAft>
              <a:buNone/>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Kết quả cho thấy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BERTopic</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phát hiện </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119</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cụm chủ đề rõ ràng, trong đó:</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rtl="0" fontAlgn="base">
              <a:spcBef>
                <a:spcPts val="1200"/>
              </a:spcBef>
              <a:buFont typeface="Arial" panose="020B0604020202020204" pitchFamily="34" charset="0"/>
              <a:buChar char="•"/>
            </a:pP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Chủ đề khác (Nhiễu -1):</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Chiếm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35.49%</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(2,558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Nhóm này chứa các bình luận rời rạc, ký hiệu, biểu tượng cảm xúc hoặc không mang ý nghĩa cụ thể. Việc tách riêng cụm nhiễu giúp nâng cao độ chính xác của các chủ đề còn lại. </a:t>
            </a:r>
            <a:endParaRPr lang="en-US"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rtl="0" fontAlgn="base">
              <a:spcBef>
                <a:spcPts val="1200"/>
              </a:spcBef>
              <a:buFont typeface="Arial" panose="020B0604020202020204" pitchFamily="34" charset="0"/>
              <a:buChar char="•"/>
            </a:pP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Chủ đề 0 (Tiềm năng là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Spam</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Bot</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“phải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phải</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tiếng việt, giọng tiếng, đôi dép, ông áo”:</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Chiếm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~6.9% </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(257,124 bình luận).  Cụm "dị" nhất trong dữ liệu, tập trung các từ khóa lặp vô nghĩa như “phải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phải</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“ông áo vàng”, điển hình của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bot</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spam</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hoặc bình luận của trẻ em. Cần được loại bỏ hoặc phân tích riêng để làm sạch dữ liệu.</a:t>
            </a:r>
            <a:endPar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rtl="0" fontAlgn="base">
              <a:spcBef>
                <a:spcPts val="1200"/>
              </a:spcBef>
              <a:buFont typeface="Arial" panose="020B0604020202020204" pitchFamily="34" charset="0"/>
              <a:buChar char="•"/>
            </a:pP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Chủ đề 1 (Nhảy múa/Giải trí)  – “làm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ra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nhiều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hay,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của”:</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Chiếm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~4.79% </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(200,246 bình luận).  Đại diện cho các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mang tính giải trí, nhảy múa, hoặc thử thách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challenge</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Là nhóm nội dung phổ biến và có khả năng thu hút tương tác tốt. </a:t>
            </a:r>
            <a:endParaRPr lang="en-US"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rtl="0" fontAlgn="base">
              <a:spcBef>
                <a:spcPts val="1200"/>
              </a:spcBef>
              <a:buFont typeface="Arial" panose="020B0604020202020204" pitchFamily="34" charset="0"/>
              <a:buChar char="•"/>
            </a:pP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Chủ đề 2 (Tôn giáo/Tâm linh)  – “hi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hi</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mô đà, đà phật, nam mô đà, mô đà phật”:</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Chiếm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~3.55%</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(172,407 bình luận).  Tập trung vào nội dung về Phật giáo/tâm linh (nam mô đà phật). Sự tương tác cao cho thấy người dùng quan tâm đến các nội dung thiền định, giảng đạo.</a:t>
            </a:r>
            <a:endParaRPr lang="en-US"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7792667"/>
      </p:ext>
    </p:extLst>
  </p:cSld>
  <p:clrMapOvr>
    <a:masterClrMapping/>
  </p:clrMapOvr>
  <p:transition spd="slow">
    <p:push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7895E-BF60-241A-4E10-FE096F151D7E}"/>
            </a:ext>
          </a:extLst>
        </p:cNvPr>
        <p:cNvGrpSpPr/>
        <p:nvPr/>
      </p:nvGrpSpPr>
      <p:grpSpPr>
        <a:xfrm>
          <a:off x="0" y="0"/>
          <a:ext cx="0" cy="0"/>
          <a:chOff x="0" y="0"/>
          <a:chExt cx="0" cy="0"/>
        </a:xfrm>
      </p:grpSpPr>
      <p:grpSp>
        <p:nvGrpSpPr>
          <p:cNvPr id="79" name="Group 78">
            <a:extLst>
              <a:ext uri="{FF2B5EF4-FFF2-40B4-BE49-F238E27FC236}">
                <a16:creationId xmlns:a16="http://schemas.microsoft.com/office/drawing/2014/main" id="{70D95C45-40FF-8F40-5CBF-2136C9FD9BB9}"/>
              </a:ext>
            </a:extLst>
          </p:cNvPr>
          <p:cNvGrpSpPr/>
          <p:nvPr/>
        </p:nvGrpSpPr>
        <p:grpSpPr>
          <a:xfrm>
            <a:off x="8021085" y="-71705"/>
            <a:ext cx="1221639" cy="2277457"/>
            <a:chOff x="8001207" y="-71705"/>
            <a:chExt cx="1221639" cy="2277457"/>
          </a:xfrm>
        </p:grpSpPr>
        <p:sp>
          <p:nvSpPr>
            <p:cNvPr id="70" name="Freeform: Shape 69">
              <a:extLst>
                <a:ext uri="{FF2B5EF4-FFF2-40B4-BE49-F238E27FC236}">
                  <a16:creationId xmlns:a16="http://schemas.microsoft.com/office/drawing/2014/main" id="{6E64333C-CE88-631B-94AE-B91D4B185326}"/>
                </a:ext>
              </a:extLst>
            </p:cNvPr>
            <p:cNvSpPr/>
            <p:nvPr/>
          </p:nvSpPr>
          <p:spPr>
            <a:xfrm rot="21282252">
              <a:off x="8001207" y="-71705"/>
              <a:ext cx="1221639" cy="2277457"/>
            </a:xfrm>
            <a:custGeom>
              <a:avLst/>
              <a:gdLst>
                <a:gd name="connsiteX0" fmla="*/ 205319 w 1221639"/>
                <a:gd name="connsiteY0" fmla="*/ 0 h 2277457"/>
                <a:gd name="connsiteX1" fmla="*/ 1221639 w 1221639"/>
                <a:gd name="connsiteY1" fmla="*/ 94206 h 2277457"/>
                <a:gd name="connsiteX2" fmla="*/ 1019266 w 1221639"/>
                <a:gd name="connsiteY2" fmla="*/ 2277457 h 2277457"/>
                <a:gd name="connsiteX3" fmla="*/ 977467 w 1221639"/>
                <a:gd name="connsiteY3" fmla="*/ 2245520 h 2277457"/>
                <a:gd name="connsiteX4" fmla="*/ 909889 w 1221639"/>
                <a:gd name="connsiteY4" fmla="*/ 2157748 h 2277457"/>
                <a:gd name="connsiteX5" fmla="*/ 56323 w 1221639"/>
                <a:gd name="connsiteY5" fmla="*/ 679079 h 2277457"/>
                <a:gd name="connsiteX6" fmla="*/ 56323 w 1221639"/>
                <a:gd name="connsiteY6" fmla="*/ 258113 h 2277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639" h="2277457">
                  <a:moveTo>
                    <a:pt x="205319" y="0"/>
                  </a:moveTo>
                  <a:lnTo>
                    <a:pt x="1221639" y="94206"/>
                  </a:lnTo>
                  <a:lnTo>
                    <a:pt x="1019266" y="2277457"/>
                  </a:lnTo>
                  <a:lnTo>
                    <a:pt x="977467" y="2245520"/>
                  </a:lnTo>
                  <a:cubicBezTo>
                    <a:pt x="951470" y="2219689"/>
                    <a:pt x="928663" y="2190272"/>
                    <a:pt x="909889" y="2157748"/>
                  </a:cubicBezTo>
                  <a:lnTo>
                    <a:pt x="56323" y="679079"/>
                  </a:lnTo>
                  <a:cubicBezTo>
                    <a:pt x="-18774" y="548981"/>
                    <a:pt x="-18775" y="388210"/>
                    <a:pt x="56323" y="258113"/>
                  </a:cubicBezTo>
                  <a:close/>
                </a:path>
              </a:pathLst>
            </a:custGeom>
            <a:solidFill>
              <a:schemeClr val="accent4"/>
            </a:solidFill>
            <a:ln w="9525" cap="flat">
              <a:noFill/>
              <a:prstDash val="solid"/>
              <a:miter/>
            </a:ln>
          </p:spPr>
          <p:txBody>
            <a:bodyPr wrap="square" rtlCol="0" anchor="ctr">
              <a:noAutofit/>
            </a:bodyPr>
            <a:lstStyle/>
            <a:p>
              <a:endParaRPr lang="en-US"/>
            </a:p>
          </p:txBody>
        </p:sp>
        <p:sp>
          <p:nvSpPr>
            <p:cNvPr id="74" name="Freeform: Shape 73">
              <a:extLst>
                <a:ext uri="{FF2B5EF4-FFF2-40B4-BE49-F238E27FC236}">
                  <a16:creationId xmlns:a16="http://schemas.microsoft.com/office/drawing/2014/main" id="{CF536136-D01D-59DF-B569-0DA31BAC1176}"/>
                </a:ext>
              </a:extLst>
            </p:cNvPr>
            <p:cNvSpPr/>
            <p:nvPr/>
          </p:nvSpPr>
          <p:spPr>
            <a:xfrm rot="21282252">
              <a:off x="8375035" y="-53999"/>
              <a:ext cx="823942" cy="1708677"/>
            </a:xfrm>
            <a:custGeom>
              <a:avLst/>
              <a:gdLst>
                <a:gd name="connsiteX0" fmla="*/ 185156 w 823942"/>
                <a:gd name="connsiteY0" fmla="*/ 0 h 1708677"/>
                <a:gd name="connsiteX1" fmla="*/ 823942 w 823942"/>
                <a:gd name="connsiteY1" fmla="*/ 59211 h 1708677"/>
                <a:gd name="connsiteX2" fmla="*/ 671047 w 823942"/>
                <a:gd name="connsiteY2" fmla="*/ 1708677 h 1708677"/>
                <a:gd name="connsiteX3" fmla="*/ 56323 w 823942"/>
                <a:gd name="connsiteY3" fmla="*/ 644082 h 1708677"/>
                <a:gd name="connsiteX4" fmla="*/ 56323 w 823942"/>
                <a:gd name="connsiteY4" fmla="*/ 223116 h 170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942" h="1708677">
                  <a:moveTo>
                    <a:pt x="185156" y="0"/>
                  </a:moveTo>
                  <a:lnTo>
                    <a:pt x="823942" y="59211"/>
                  </a:lnTo>
                  <a:lnTo>
                    <a:pt x="671047" y="1708677"/>
                  </a:lnTo>
                  <a:lnTo>
                    <a:pt x="56323" y="644082"/>
                  </a:lnTo>
                  <a:cubicBezTo>
                    <a:pt x="-18774" y="513984"/>
                    <a:pt x="-18774" y="353213"/>
                    <a:pt x="56323" y="223116"/>
                  </a:cubicBezTo>
                  <a:close/>
                </a:path>
              </a:pathLst>
            </a:custGeom>
            <a:solidFill>
              <a:schemeClr val="accent3"/>
            </a:solidFill>
            <a:ln w="9525"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3596D06D-FC93-AB9B-25C6-DCFEF4FDBABC}"/>
                </a:ext>
              </a:extLst>
            </p:cNvPr>
            <p:cNvSpPr/>
            <p:nvPr/>
          </p:nvSpPr>
          <p:spPr>
            <a:xfrm rot="21282252">
              <a:off x="8768802" y="-35074"/>
              <a:ext cx="401917" cy="1041576"/>
            </a:xfrm>
            <a:custGeom>
              <a:avLst/>
              <a:gdLst>
                <a:gd name="connsiteX0" fmla="*/ 163767 w 401917"/>
                <a:gd name="connsiteY0" fmla="*/ 0 h 1041576"/>
                <a:gd name="connsiteX1" fmla="*/ 401917 w 401917"/>
                <a:gd name="connsiteY1" fmla="*/ 22075 h 1041576"/>
                <a:gd name="connsiteX2" fmla="*/ 307417 w 401917"/>
                <a:gd name="connsiteY2" fmla="*/ 1041576 h 1041576"/>
                <a:gd name="connsiteX3" fmla="*/ 56323 w 401917"/>
                <a:gd name="connsiteY3" fmla="*/ 606946 h 1041576"/>
                <a:gd name="connsiteX4" fmla="*/ 56323 w 401917"/>
                <a:gd name="connsiteY4" fmla="*/ 185980 h 104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17" h="1041576">
                  <a:moveTo>
                    <a:pt x="163767" y="0"/>
                  </a:moveTo>
                  <a:lnTo>
                    <a:pt x="401917" y="22075"/>
                  </a:lnTo>
                  <a:lnTo>
                    <a:pt x="307417" y="1041576"/>
                  </a:lnTo>
                  <a:lnTo>
                    <a:pt x="56323" y="606946"/>
                  </a:lnTo>
                  <a:cubicBezTo>
                    <a:pt x="-18775" y="476849"/>
                    <a:pt x="-18774" y="316078"/>
                    <a:pt x="56323" y="185980"/>
                  </a:cubicBezTo>
                  <a:close/>
                </a:path>
              </a:pathLst>
            </a:custGeom>
            <a:solidFill>
              <a:schemeClr val="accent2"/>
            </a:solidFill>
            <a:ln w="9525" cap="flat">
              <a:noFill/>
              <a:prstDash val="solid"/>
              <a:miter/>
            </a:ln>
          </p:spPr>
          <p:txBody>
            <a:bodyPr wrap="square" rtlCol="0" anchor="ctr">
              <a:noAutofit/>
            </a:bodyPr>
            <a:lstStyle/>
            <a:p>
              <a:endParaRPr lang="en-US"/>
            </a:p>
          </p:txBody>
        </p:sp>
      </p:grpSp>
      <p:sp>
        <p:nvSpPr>
          <p:cNvPr id="58" name="Freeform: Shape 57">
            <a:extLst>
              <a:ext uri="{FF2B5EF4-FFF2-40B4-BE49-F238E27FC236}">
                <a16:creationId xmlns:a16="http://schemas.microsoft.com/office/drawing/2014/main" id="{1A93A92F-1FF9-99B8-6C74-5AF021371ED1}"/>
              </a:ext>
            </a:extLst>
          </p:cNvPr>
          <p:cNvSpPr/>
          <p:nvPr/>
        </p:nvSpPr>
        <p:spPr>
          <a:xfrm>
            <a:off x="0" y="-390933"/>
            <a:ext cx="5130095" cy="886969"/>
          </a:xfrm>
          <a:custGeom>
            <a:avLst/>
            <a:gdLst>
              <a:gd name="connsiteX0" fmla="*/ 0 w 5130095"/>
              <a:gd name="connsiteY0" fmla="*/ 0 h 886969"/>
              <a:gd name="connsiteX1" fmla="*/ 5130095 w 5130095"/>
              <a:gd name="connsiteY1" fmla="*/ 0 h 886969"/>
              <a:gd name="connsiteX2" fmla="*/ 4626933 w 5130095"/>
              <a:gd name="connsiteY2" fmla="*/ 886968 h 886969"/>
              <a:gd name="connsiteX3" fmla="*/ 0 w 5130095"/>
              <a:gd name="connsiteY3" fmla="*/ 886969 h 886969"/>
              <a:gd name="connsiteX4" fmla="*/ 0 w 5130095"/>
              <a:gd name="connsiteY4" fmla="*/ 0 h 886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0095" h="886969">
                <a:moveTo>
                  <a:pt x="0" y="0"/>
                </a:moveTo>
                <a:lnTo>
                  <a:pt x="5130095" y="0"/>
                </a:lnTo>
                <a:lnTo>
                  <a:pt x="4626933" y="886968"/>
                </a:lnTo>
                <a:lnTo>
                  <a:pt x="0" y="88696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CA1B67A1-6AC7-193F-2F2A-2199CEDE7F6D}"/>
              </a:ext>
            </a:extLst>
          </p:cNvPr>
          <p:cNvSpPr/>
          <p:nvPr/>
        </p:nvSpPr>
        <p:spPr>
          <a:xfrm>
            <a:off x="5471044" y="4590769"/>
            <a:ext cx="3672956" cy="886968"/>
          </a:xfrm>
          <a:custGeom>
            <a:avLst/>
            <a:gdLst>
              <a:gd name="connsiteX0" fmla="*/ 503163 w 3672956"/>
              <a:gd name="connsiteY0" fmla="*/ 0 h 886968"/>
              <a:gd name="connsiteX1" fmla="*/ 3672956 w 3672956"/>
              <a:gd name="connsiteY1" fmla="*/ 0 h 886968"/>
              <a:gd name="connsiteX2" fmla="*/ 3672956 w 3672956"/>
              <a:gd name="connsiteY2" fmla="*/ 886968 h 886968"/>
              <a:gd name="connsiteX3" fmla="*/ 0 w 3672956"/>
              <a:gd name="connsiteY3" fmla="*/ 886968 h 886968"/>
              <a:gd name="connsiteX4" fmla="*/ 503163 w 367295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72956" h="886968">
                <a:moveTo>
                  <a:pt x="503163" y="0"/>
                </a:moveTo>
                <a:lnTo>
                  <a:pt x="3672956" y="0"/>
                </a:lnTo>
                <a:lnTo>
                  <a:pt x="3672956" y="886968"/>
                </a:lnTo>
                <a:lnTo>
                  <a:pt x="0" y="886968"/>
                </a:lnTo>
                <a:lnTo>
                  <a:pt x="503163"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Hộp Văn bản 53">
            <a:extLst>
              <a:ext uri="{FF2B5EF4-FFF2-40B4-BE49-F238E27FC236}">
                <a16:creationId xmlns:a16="http://schemas.microsoft.com/office/drawing/2014/main" id="{9F2819AA-F167-F5E8-2F40-65DD94982D13}"/>
              </a:ext>
            </a:extLst>
          </p:cNvPr>
          <p:cNvSpPr txBox="1"/>
          <p:nvPr/>
        </p:nvSpPr>
        <p:spPr>
          <a:xfrm>
            <a:off x="187288" y="1256005"/>
            <a:ext cx="8364176" cy="2631490"/>
          </a:xfrm>
          <a:prstGeom prst="rect">
            <a:avLst/>
          </a:prstGeom>
          <a:noFill/>
        </p:spPr>
        <p:txBody>
          <a:bodyPr wrap="square">
            <a:spAutoFit/>
          </a:bodyPr>
          <a:lstStyle/>
          <a:p>
            <a:pPr marL="285750" indent="-285750" rtl="0">
              <a:spcBef>
                <a:spcPts val="1200"/>
              </a:spcBef>
              <a:spcAft>
                <a:spcPts val="1200"/>
              </a:spcAft>
              <a:buFont typeface="Arial" panose="020B0604020202020204" pitchFamily="34" charset="0"/>
              <a:buChar char="•"/>
            </a:pP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Chủ đề 3 (Xây dựng kênh/Nội dung)  – “làm </a:t>
            </a:r>
            <a:r>
              <a:rPr lang="vi-VN"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video</a:t>
            </a: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ra </a:t>
            </a:r>
            <a:r>
              <a:rPr lang="vi-VN"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video</a:t>
            </a: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nhiều </a:t>
            </a:r>
            <a:r>
              <a:rPr lang="vi-VN"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video</a:t>
            </a: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vi-VN"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video</a:t>
            </a: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hay, </a:t>
            </a:r>
            <a:r>
              <a:rPr lang="vi-VN"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video</a:t>
            </a: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của”:</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Chiếm </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vi-VN" sz="1500" b="1" dirty="0">
                <a:solidFill>
                  <a:srgbClr val="1F1F1F"/>
                </a:solidFill>
                <a:latin typeface="Calibri" panose="020F0502020204030204" pitchFamily="34" charset="0"/>
                <a:ea typeface="Calibri" panose="020F0502020204030204" pitchFamily="34" charset="0"/>
                <a:cs typeface="Calibri" panose="020F0502020204030204" pitchFamily="34" charset="0"/>
              </a:rPr>
              <a:t>~1.91% </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(75,262 bình luận).  Liên quan đến các </a:t>
            </a:r>
            <a:r>
              <a:rPr lang="vi-VN"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video</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hướng dẫn hoặc kêu gọi tương tác nhằm phát triển kênh </a:t>
            </a:r>
            <a:r>
              <a:rPr lang="vi-VN"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YouTube</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(làm </a:t>
            </a:r>
            <a:r>
              <a:rPr lang="vi-VN"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video</a:t>
            </a:r>
            <a:r>
              <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rPr>
              <a:t>, đăng ký kênh).</a:t>
            </a:r>
            <a:endPar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285750" indent="-285750" rtl="0" fontAlgn="base">
              <a:spcBef>
                <a:spcPts val="1200"/>
              </a:spcBef>
              <a:buFont typeface="Arial" panose="020B0604020202020204" pitchFamily="34" charset="0"/>
              <a:buChar char="•"/>
            </a:pP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Chủ đề 4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Gaming</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“anh chơi, chơi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game</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em chơi,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game</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này, trò chơi”:</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Chiếm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~1.55% </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(53,083 bình luận).  Cụm về trò chơi điện tử (chơi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game</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trò chơi). Xác định rõ ngách nội dung này, mặc dù mức độ tương tác (bình luận) trên mỗi </a:t>
            </a:r>
            <a:r>
              <a:rPr lang="vi-VN" sz="150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không cao bằng các cụm khác.</a:t>
            </a:r>
            <a:endParaRPr lang="en-US"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rtl="0" fontAlgn="base">
              <a:spcBef>
                <a:spcPts val="1200"/>
              </a:spcBef>
              <a:buFont typeface="Arial" panose="020B0604020202020204" pitchFamily="34" charset="0"/>
              <a:buChar char="•"/>
            </a:pP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Các chủ </a:t>
            </a:r>
            <a:r>
              <a:rPr lang="en-US"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đề</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còn</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lại</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(chủ </a:t>
            </a:r>
            <a:r>
              <a:rPr lang="en-US" sz="1500" b="1" dirty="0" err="1">
                <a:solidFill>
                  <a:srgbClr val="1F1F1F"/>
                </a:solidFill>
                <a:latin typeface="Calibri" panose="020F0502020204030204" pitchFamily="34" charset="0"/>
                <a:ea typeface="Calibri" panose="020F0502020204030204" pitchFamily="34" charset="0"/>
                <a:cs typeface="Calibri" panose="020F0502020204030204" pitchFamily="34" charset="0"/>
              </a:rPr>
              <a:t>đề</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 5-121)</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Chiếm</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b="1" dirty="0">
                <a:solidFill>
                  <a:srgbClr val="1F1F1F"/>
                </a:solidFill>
                <a:latin typeface="Calibri" panose="020F0502020204030204" pitchFamily="34" charset="0"/>
                <a:ea typeface="Calibri" panose="020F0502020204030204" pitchFamily="34" charset="0"/>
                <a:cs typeface="Calibri" panose="020F0502020204030204" pitchFamily="34" charset="0"/>
              </a:rPr>
              <a:t>~45.81%</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bình</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luận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Thể</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hiện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sự</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phân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tán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cao</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và</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tính</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chuyên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biệt</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của</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dữ</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liệu</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Các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cụm</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này</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chủ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yếu</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phản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ánh</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phong</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cách</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ngôn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ngữ</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mạng</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xã</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hội</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(Gen Z)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năng</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động</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phi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chuẩn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tập</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trung</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vào</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các</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chủ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đề</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cảm</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xúc</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phản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ứng</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và</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giao</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tiếp</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cá</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nhân</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 chi </a:t>
            </a:r>
            <a:r>
              <a:rPr lang="en-US" sz="1500" dirty="0" err="1">
                <a:solidFill>
                  <a:srgbClr val="1F1F1F"/>
                </a:solidFill>
                <a:latin typeface="Calibri" panose="020F0502020204030204" pitchFamily="34" charset="0"/>
                <a:ea typeface="Calibri" panose="020F0502020204030204" pitchFamily="34" charset="0"/>
                <a:cs typeface="Calibri" panose="020F0502020204030204" pitchFamily="34" charset="0"/>
              </a:rPr>
              <a:t>tiết</a:t>
            </a:r>
            <a:r>
              <a:rPr lang="en-US" sz="1500" dirty="0">
                <a:solidFill>
                  <a:srgbClr val="1F1F1F"/>
                </a:solidFill>
                <a:latin typeface="Calibri" panose="020F0502020204030204" pitchFamily="34" charset="0"/>
                <a:ea typeface="Calibri" panose="020F0502020204030204" pitchFamily="34" charset="0"/>
                <a:cs typeface="Calibri" panose="020F0502020204030204" pitchFamily="34" charset="0"/>
              </a:rPr>
              <a:t>.</a:t>
            </a:r>
            <a:endParaRPr lang="en-US" sz="150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3787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DEBB3-5E1B-7F61-15DA-EF3B1ADB8F07}"/>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7C36D962-E7FF-F332-DF22-3E8D5D6100AD}"/>
              </a:ext>
            </a:extLst>
          </p:cNvPr>
          <p:cNvGrpSpPr/>
          <p:nvPr/>
        </p:nvGrpSpPr>
        <p:grpSpPr>
          <a:xfrm>
            <a:off x="6632197" y="-124976"/>
            <a:ext cx="2612837" cy="1767860"/>
            <a:chOff x="6632197" y="-124976"/>
            <a:chExt cx="2612837" cy="1767860"/>
          </a:xfrm>
        </p:grpSpPr>
        <p:sp>
          <p:nvSpPr>
            <p:cNvPr id="50" name="Freeform: Shape 49">
              <a:extLst>
                <a:ext uri="{FF2B5EF4-FFF2-40B4-BE49-F238E27FC236}">
                  <a16:creationId xmlns:a16="http://schemas.microsoft.com/office/drawing/2014/main" id="{DA988430-6E1E-593E-1ED6-9AC57F6A1D4B}"/>
                </a:ext>
              </a:extLst>
            </p:cNvPr>
            <p:cNvSpPr/>
            <p:nvPr/>
          </p:nvSpPr>
          <p:spPr>
            <a:xfrm rot="334554">
              <a:off x="6632197" y="-124976"/>
              <a:ext cx="2612837" cy="1767860"/>
            </a:xfrm>
            <a:custGeom>
              <a:avLst/>
              <a:gdLst>
                <a:gd name="connsiteX0" fmla="*/ 0 w 2612837"/>
                <a:gd name="connsiteY0" fmla="*/ 238233 h 1767860"/>
                <a:gd name="connsiteX1" fmla="*/ 2440247 w 2612837"/>
                <a:gd name="connsiteY1" fmla="*/ 0 h 1767860"/>
                <a:gd name="connsiteX2" fmla="*/ 2612837 w 2612837"/>
                <a:gd name="connsiteY2" fmla="*/ 1767860 h 1767860"/>
                <a:gd name="connsiteX3" fmla="*/ 1158627 w 2612837"/>
                <a:gd name="connsiteY3" fmla="*/ 1767860 h 1767860"/>
                <a:gd name="connsiteX4" fmla="*/ 745388 w 2612837"/>
                <a:gd name="connsiteY4" fmla="*/ 1529499 h 176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837" h="1767860">
                  <a:moveTo>
                    <a:pt x="0" y="238233"/>
                  </a:moveTo>
                  <a:lnTo>
                    <a:pt x="2440247" y="0"/>
                  </a:lnTo>
                  <a:lnTo>
                    <a:pt x="2612837" y="1767860"/>
                  </a:lnTo>
                  <a:lnTo>
                    <a:pt x="1158627" y="1767860"/>
                  </a:lnTo>
                  <a:cubicBezTo>
                    <a:pt x="988540" y="1767860"/>
                    <a:pt x="830431" y="1676827"/>
                    <a:pt x="745388" y="1529499"/>
                  </a:cubicBez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2" name="Freeform: Shape 51">
              <a:extLst>
                <a:ext uri="{FF2B5EF4-FFF2-40B4-BE49-F238E27FC236}">
                  <a16:creationId xmlns:a16="http://schemas.microsoft.com/office/drawing/2014/main" id="{91E741F3-76AF-CFF2-C5B8-011529BFF274}"/>
                </a:ext>
              </a:extLst>
            </p:cNvPr>
            <p:cNvSpPr/>
            <p:nvPr/>
          </p:nvSpPr>
          <p:spPr>
            <a:xfrm rot="334554">
              <a:off x="7076649" y="-105188"/>
              <a:ext cx="2148315" cy="1377378"/>
            </a:xfrm>
            <a:custGeom>
              <a:avLst/>
              <a:gdLst>
                <a:gd name="connsiteX0" fmla="*/ 0 w 2148315"/>
                <a:gd name="connsiteY0" fmla="*/ 196605 h 1377378"/>
                <a:gd name="connsiteX1" fmla="*/ 2013847 w 2148315"/>
                <a:gd name="connsiteY1" fmla="*/ 0 h 1377378"/>
                <a:gd name="connsiteX2" fmla="*/ 2148315 w 2148315"/>
                <a:gd name="connsiteY2" fmla="*/ 1377378 h 1377378"/>
                <a:gd name="connsiteX3" fmla="*/ 957413 w 2148315"/>
                <a:gd name="connsiteY3" fmla="*/ 1377378 h 1377378"/>
                <a:gd name="connsiteX4" fmla="*/ 544173 w 2148315"/>
                <a:gd name="connsiteY4" fmla="*/ 1139018 h 1377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8315" h="1377378">
                  <a:moveTo>
                    <a:pt x="0" y="196605"/>
                  </a:moveTo>
                  <a:lnTo>
                    <a:pt x="2013847" y="0"/>
                  </a:lnTo>
                  <a:lnTo>
                    <a:pt x="2148315" y="1377378"/>
                  </a:lnTo>
                  <a:lnTo>
                    <a:pt x="957413" y="1377378"/>
                  </a:lnTo>
                  <a:cubicBezTo>
                    <a:pt x="787326" y="1377378"/>
                    <a:pt x="629217" y="1286346"/>
                    <a:pt x="544173" y="1139018"/>
                  </a:cubicBezTo>
                  <a:close/>
                </a:path>
              </a:pathLst>
            </a:custGeom>
            <a:solidFill>
              <a:schemeClr val="accent3"/>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4" name="Freeform: Shape 53">
              <a:extLst>
                <a:ext uri="{FF2B5EF4-FFF2-40B4-BE49-F238E27FC236}">
                  <a16:creationId xmlns:a16="http://schemas.microsoft.com/office/drawing/2014/main" id="{F8ACE249-DD80-02FC-091A-ACBA663E8239}"/>
                </a:ext>
              </a:extLst>
            </p:cNvPr>
            <p:cNvSpPr/>
            <p:nvPr/>
          </p:nvSpPr>
          <p:spPr>
            <a:xfrm rot="334554">
              <a:off x="7548248" y="-84186"/>
              <a:ext cx="1655474" cy="964138"/>
            </a:xfrm>
            <a:custGeom>
              <a:avLst/>
              <a:gdLst>
                <a:gd name="connsiteX0" fmla="*/ 0 w 1655474"/>
                <a:gd name="connsiteY0" fmla="*/ 152428 h 964138"/>
                <a:gd name="connsiteX1" fmla="*/ 1561348 w 1655474"/>
                <a:gd name="connsiteY1" fmla="*/ 0 h 964138"/>
                <a:gd name="connsiteX2" fmla="*/ 1655474 w 1655474"/>
                <a:gd name="connsiteY2" fmla="*/ 964138 h 964138"/>
                <a:gd name="connsiteX3" fmla="*/ 744472 w 1655474"/>
                <a:gd name="connsiteY3" fmla="*/ 964138 h 964138"/>
                <a:gd name="connsiteX4" fmla="*/ 331234 w 1655474"/>
                <a:gd name="connsiteY4" fmla="*/ 725778 h 96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474" h="964138">
                  <a:moveTo>
                    <a:pt x="0" y="152428"/>
                  </a:moveTo>
                  <a:lnTo>
                    <a:pt x="1561348" y="0"/>
                  </a:lnTo>
                  <a:lnTo>
                    <a:pt x="1655474" y="964138"/>
                  </a:lnTo>
                  <a:lnTo>
                    <a:pt x="744472" y="964138"/>
                  </a:lnTo>
                  <a:cubicBezTo>
                    <a:pt x="574385" y="964138"/>
                    <a:pt x="416277" y="873106"/>
                    <a:pt x="331234" y="725778"/>
                  </a:cubicBezTo>
                  <a:close/>
                </a:path>
              </a:pathLst>
            </a:custGeom>
            <a:solidFill>
              <a:schemeClr val="accent2"/>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6" name="Freeform: Shape 55">
              <a:extLst>
                <a:ext uri="{FF2B5EF4-FFF2-40B4-BE49-F238E27FC236}">
                  <a16:creationId xmlns:a16="http://schemas.microsoft.com/office/drawing/2014/main" id="{F9C1AC7C-F56B-F7B1-FFB5-CCB173108BFF}"/>
                </a:ext>
              </a:extLst>
            </p:cNvPr>
            <p:cNvSpPr/>
            <p:nvPr/>
          </p:nvSpPr>
          <p:spPr>
            <a:xfrm rot="334554">
              <a:off x="7969858" y="-65452"/>
              <a:ext cx="1214055" cy="594021"/>
            </a:xfrm>
            <a:custGeom>
              <a:avLst/>
              <a:gdLst>
                <a:gd name="connsiteX0" fmla="*/ 0 w 1214055"/>
                <a:gd name="connsiteY0" fmla="*/ 112939 h 594021"/>
                <a:gd name="connsiteX1" fmla="*/ 1156850 w 1214055"/>
                <a:gd name="connsiteY1" fmla="*/ 0 h 594021"/>
                <a:gd name="connsiteX2" fmla="*/ 1214055 w 1214055"/>
                <a:gd name="connsiteY2" fmla="*/ 585951 h 594021"/>
                <a:gd name="connsiteX3" fmla="*/ 1194818 w 1214055"/>
                <a:gd name="connsiteY3" fmla="*/ 589822 h 594021"/>
                <a:gd name="connsiteX4" fmla="*/ 1131716 w 1214055"/>
                <a:gd name="connsiteY4" fmla="*/ 594021 h 594021"/>
                <a:gd name="connsiteX5" fmla="*/ 553182 w 1214055"/>
                <a:gd name="connsiteY5" fmla="*/ 594021 h 594021"/>
                <a:gd name="connsiteX6" fmla="*/ 139942 w 1214055"/>
                <a:gd name="connsiteY6" fmla="*/ 355661 h 59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4055" h="594021">
                  <a:moveTo>
                    <a:pt x="0" y="112939"/>
                  </a:moveTo>
                  <a:lnTo>
                    <a:pt x="1156850" y="0"/>
                  </a:lnTo>
                  <a:lnTo>
                    <a:pt x="1214055" y="585951"/>
                  </a:lnTo>
                  <a:lnTo>
                    <a:pt x="1194818" y="589822"/>
                  </a:lnTo>
                  <a:cubicBezTo>
                    <a:pt x="1174051" y="592599"/>
                    <a:pt x="1152977" y="594021"/>
                    <a:pt x="1131716" y="594021"/>
                  </a:cubicBezTo>
                  <a:lnTo>
                    <a:pt x="553182" y="594021"/>
                  </a:lnTo>
                  <a:cubicBezTo>
                    <a:pt x="383095" y="594021"/>
                    <a:pt x="224986" y="502989"/>
                    <a:pt x="139942" y="355661"/>
                  </a:cubicBezTo>
                  <a:close/>
                </a:path>
              </a:pathLst>
            </a:custGeom>
            <a:solidFill>
              <a:schemeClr val="accent1"/>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45" name="Freeform: Shape 44">
            <a:extLst>
              <a:ext uri="{FF2B5EF4-FFF2-40B4-BE49-F238E27FC236}">
                <a16:creationId xmlns:a16="http://schemas.microsoft.com/office/drawing/2014/main" id="{A3BB5372-4AF8-7D62-D70F-12AEA97B56C5}"/>
              </a:ext>
            </a:extLst>
          </p:cNvPr>
          <p:cNvSpPr/>
          <p:nvPr/>
        </p:nvSpPr>
        <p:spPr>
          <a:xfrm>
            <a:off x="1" y="4586702"/>
            <a:ext cx="3480023" cy="886968"/>
          </a:xfrm>
          <a:custGeom>
            <a:avLst/>
            <a:gdLst>
              <a:gd name="connsiteX0" fmla="*/ 0 w 3480023"/>
              <a:gd name="connsiteY0" fmla="*/ 0 h 886968"/>
              <a:gd name="connsiteX1" fmla="*/ 2976861 w 3480023"/>
              <a:gd name="connsiteY1" fmla="*/ 0 h 886968"/>
              <a:gd name="connsiteX2" fmla="*/ 3480023 w 3480023"/>
              <a:gd name="connsiteY2" fmla="*/ 886968 h 886968"/>
              <a:gd name="connsiteX3" fmla="*/ 0 w 3480023"/>
              <a:gd name="connsiteY3" fmla="*/ 886968 h 886968"/>
              <a:gd name="connsiteX4" fmla="*/ 0 w 3480023"/>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0023" h="886968">
                <a:moveTo>
                  <a:pt x="0" y="0"/>
                </a:moveTo>
                <a:lnTo>
                  <a:pt x="2976861" y="0"/>
                </a:lnTo>
                <a:lnTo>
                  <a:pt x="3480023" y="886968"/>
                </a:lnTo>
                <a:lnTo>
                  <a:pt x="0"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7" name="Hộp Văn bản 6">
            <a:extLst>
              <a:ext uri="{FF2B5EF4-FFF2-40B4-BE49-F238E27FC236}">
                <a16:creationId xmlns:a16="http://schemas.microsoft.com/office/drawing/2014/main" id="{2F53B8D3-1B46-2698-B9B1-A8AE2199955A}"/>
              </a:ext>
            </a:extLst>
          </p:cNvPr>
          <p:cNvSpPr txBox="1"/>
          <p:nvPr/>
        </p:nvSpPr>
        <p:spPr>
          <a:xfrm>
            <a:off x="174725" y="606895"/>
            <a:ext cx="6610598" cy="784830"/>
          </a:xfrm>
          <a:prstGeom prst="rect">
            <a:avLst/>
          </a:prstGeom>
          <a:noFill/>
        </p:spPr>
        <p:txBody>
          <a:bodyPr wrap="square">
            <a:spAutoFit/>
          </a:bodyPr>
          <a:lstStyle/>
          <a:p>
            <a:r>
              <a:rPr lang="vi-VN" sz="1500" dirty="0">
                <a:latin typeface="Calibri" panose="020F0502020204030204" pitchFamily="34" charset="0"/>
                <a:ea typeface="Calibri" panose="020F0502020204030204" pitchFamily="34" charset="0"/>
                <a:cs typeface="Calibri" panose="020F0502020204030204" pitchFamily="34" charset="0"/>
              </a:rPr>
              <a:t>Phân bố kích thước cụm của </a:t>
            </a:r>
            <a:r>
              <a:rPr lang="vi-VN" sz="1500" dirty="0" err="1">
                <a:latin typeface="Calibri" panose="020F0502020204030204" pitchFamily="34" charset="0"/>
                <a:ea typeface="Calibri" panose="020F0502020204030204" pitchFamily="34" charset="0"/>
                <a:cs typeface="Calibri" panose="020F0502020204030204" pitchFamily="34" charset="0"/>
              </a:rPr>
              <a:t>BERTopic</a:t>
            </a:r>
            <a:r>
              <a:rPr lang="vi-VN" sz="1500" dirty="0">
                <a:latin typeface="Calibri" panose="020F0502020204030204" pitchFamily="34" charset="0"/>
                <a:ea typeface="Calibri" panose="020F0502020204030204" pitchFamily="34" charset="0"/>
                <a:cs typeface="Calibri" panose="020F0502020204030204" pitchFamily="34" charset="0"/>
              </a:rPr>
              <a:t> được đánh giá </a:t>
            </a:r>
            <a:r>
              <a:rPr lang="vi-VN" sz="1500" b="1" dirty="0">
                <a:latin typeface="Calibri" panose="020F0502020204030204" pitchFamily="34" charset="0"/>
                <a:ea typeface="Calibri" panose="020F0502020204030204" pitchFamily="34" charset="0"/>
                <a:cs typeface="Calibri" panose="020F0502020204030204" pitchFamily="34" charset="0"/>
              </a:rPr>
              <a:t>hợp lý và tự nhiên</a:t>
            </a:r>
            <a:r>
              <a:rPr lang="vi-VN" sz="1500" dirty="0">
                <a:latin typeface="Calibri" panose="020F0502020204030204" pitchFamily="34" charset="0"/>
                <a:ea typeface="Calibri" panose="020F0502020204030204" pitchFamily="34" charset="0"/>
                <a:cs typeface="Calibri" panose="020F0502020204030204" pitchFamily="34" charset="0"/>
              </a:rPr>
              <a:t>:</a:t>
            </a:r>
            <a:endParaRPr lang="en-US" sz="1500" dirty="0">
              <a:latin typeface="Calibri" panose="020F0502020204030204" pitchFamily="34" charset="0"/>
              <a:ea typeface="Calibri" panose="020F0502020204030204" pitchFamily="34" charset="0"/>
              <a:cs typeface="Calibri" panose="020F0502020204030204" pitchFamily="34" charset="0"/>
            </a:endParaRPr>
          </a:p>
          <a:p>
            <a:r>
              <a:rPr lang="vi-VN" sz="1500" dirty="0">
                <a:latin typeface="Calibri" panose="020F0502020204030204" pitchFamily="34" charset="0"/>
                <a:ea typeface="Calibri" panose="020F0502020204030204" pitchFamily="34" charset="0"/>
                <a:cs typeface="Calibri" panose="020F0502020204030204" pitchFamily="34" charset="0"/>
              </a:rPr>
              <a:t>cụm lớn nhất (ngoài nhiễu) chỉ chiếm </a:t>
            </a:r>
            <a:r>
              <a:rPr lang="vi-VN" sz="1500" b="1" dirty="0">
                <a:latin typeface="Calibri" panose="020F0502020204030204" pitchFamily="34" charset="0"/>
                <a:ea typeface="Calibri" panose="020F0502020204030204" pitchFamily="34" charset="0"/>
                <a:cs typeface="Calibri" panose="020F0502020204030204" pitchFamily="34" charset="0"/>
              </a:rPr>
              <a:t>6.9%</a:t>
            </a:r>
            <a:r>
              <a:rPr lang="vi-VN" sz="1500" dirty="0">
                <a:latin typeface="Calibri" panose="020F0502020204030204" pitchFamily="34" charset="0"/>
                <a:ea typeface="Calibri" panose="020F0502020204030204" pitchFamily="34" charset="0"/>
                <a:cs typeface="Calibri" panose="020F0502020204030204" pitchFamily="34" charset="0"/>
              </a:rPr>
              <a:t>, không có hiện tượng “dàn đều giả tạo” như ở các phương pháp truyền thống.</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9" name="Hộp Văn bản 8">
            <a:extLst>
              <a:ext uri="{FF2B5EF4-FFF2-40B4-BE49-F238E27FC236}">
                <a16:creationId xmlns:a16="http://schemas.microsoft.com/office/drawing/2014/main" id="{5349F6E7-157C-587D-5F9D-0858B50E4779}"/>
              </a:ext>
            </a:extLst>
          </p:cNvPr>
          <p:cNvSpPr txBox="1"/>
          <p:nvPr/>
        </p:nvSpPr>
        <p:spPr>
          <a:xfrm>
            <a:off x="174725" y="1653642"/>
            <a:ext cx="7013733"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Các </a:t>
            </a:r>
            <a:r>
              <a:rPr lang="en-US" sz="1500" b="1" dirty="0" err="1">
                <a:latin typeface="Calibri" panose="020F0502020204030204" pitchFamily="34" charset="0"/>
                <a:ea typeface="Calibri" panose="020F0502020204030204" pitchFamily="34" charset="0"/>
                <a:cs typeface="Calibri" panose="020F0502020204030204" pitchFamily="34" charset="0"/>
              </a:rPr>
              <a:t>tên</a:t>
            </a:r>
            <a:r>
              <a:rPr lang="en-US" sz="1500" b="1" dirty="0">
                <a:latin typeface="Calibri" panose="020F0502020204030204" pitchFamily="34" charset="0"/>
                <a:ea typeface="Calibri" panose="020F0502020204030204" pitchFamily="34" charset="0"/>
                <a:cs typeface="Calibri" panose="020F0502020204030204" pitchFamily="34" charset="0"/>
              </a:rPr>
              <a:t> chủ </a:t>
            </a:r>
            <a:r>
              <a:rPr lang="en-US" sz="1500" b="1" dirty="0" err="1">
                <a:latin typeface="Calibri" panose="020F0502020204030204" pitchFamily="34" charset="0"/>
                <a:ea typeface="Calibri" panose="020F0502020204030204" pitchFamily="34" charset="0"/>
                <a:cs typeface="Calibri" panose="020F0502020204030204" pitchFamily="34" charset="0"/>
              </a:rPr>
              <a:t>đề</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tự</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động</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sinh</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phản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ánh</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chính</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xác</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từ</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khóa</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trọng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tâm</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hỗ</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trợ</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tốt</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cho</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việc</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đặt</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tên</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và</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diễn</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giải</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nội</a:t>
            </a:r>
            <a:r>
              <a:rPr lang="en-US" sz="1500" b="1" dirty="0">
                <a:latin typeface="Calibri" panose="020F0502020204030204" pitchFamily="34" charset="0"/>
                <a:ea typeface="Calibri" panose="020F0502020204030204" pitchFamily="34" charset="0"/>
                <a:cs typeface="Calibri" panose="020F0502020204030204" pitchFamily="34" charset="0"/>
              </a:rPr>
              <a:t> dung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trong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giai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đoạn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phân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tích</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thủ</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công</a:t>
            </a:r>
            <a:r>
              <a:rPr lang="en-US" sz="1500" dirty="0">
                <a:latin typeface="Calibri" panose="020F0502020204030204" pitchFamily="34" charset="0"/>
                <a:ea typeface="Calibri" panose="020F0502020204030204" pitchFamily="34" charset="0"/>
                <a:cs typeface="Calibri" panose="020F0502020204030204" pitchFamily="34" charset="0"/>
              </a:rPr>
              <a:t>.</a:t>
            </a:r>
          </a:p>
        </p:txBody>
      </p:sp>
      <p:pic>
        <p:nvPicPr>
          <p:cNvPr id="1026" name="Picture 2">
            <a:extLst>
              <a:ext uri="{FF2B5EF4-FFF2-40B4-BE49-F238E27FC236}">
                <a16:creationId xmlns:a16="http://schemas.microsoft.com/office/drawing/2014/main" id="{59ED78CF-F221-CFD3-7BFE-47A1BF0C22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991" y="2494957"/>
            <a:ext cx="5791200" cy="1743075"/>
          </a:xfrm>
          <a:prstGeom prst="roundRect">
            <a:avLst>
              <a:gd name="adj" fmla="val 9854"/>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439492"/>
      </p:ext>
    </p:extLst>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CEFC0-FD7A-8503-3B68-9D16C51DA60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768A87C5-F9D0-A5FF-F284-AA572464FE1D}"/>
              </a:ext>
            </a:extLst>
          </p:cNvPr>
          <p:cNvGrpSpPr/>
          <p:nvPr/>
        </p:nvGrpSpPr>
        <p:grpSpPr>
          <a:xfrm flipH="1">
            <a:off x="-95178" y="-124976"/>
            <a:ext cx="2612837" cy="1767860"/>
            <a:chOff x="6632197" y="-124976"/>
            <a:chExt cx="2612837" cy="1767860"/>
          </a:xfrm>
        </p:grpSpPr>
        <p:sp>
          <p:nvSpPr>
            <p:cNvPr id="50" name="Freeform: Shape 49">
              <a:extLst>
                <a:ext uri="{FF2B5EF4-FFF2-40B4-BE49-F238E27FC236}">
                  <a16:creationId xmlns:a16="http://schemas.microsoft.com/office/drawing/2014/main" id="{BE45404B-704D-D8C7-94FA-AAB3F9283355}"/>
                </a:ext>
              </a:extLst>
            </p:cNvPr>
            <p:cNvSpPr/>
            <p:nvPr/>
          </p:nvSpPr>
          <p:spPr>
            <a:xfrm rot="334554">
              <a:off x="6632197" y="-124976"/>
              <a:ext cx="2612837" cy="1767860"/>
            </a:xfrm>
            <a:custGeom>
              <a:avLst/>
              <a:gdLst>
                <a:gd name="connsiteX0" fmla="*/ 0 w 2612837"/>
                <a:gd name="connsiteY0" fmla="*/ 238233 h 1767860"/>
                <a:gd name="connsiteX1" fmla="*/ 2440247 w 2612837"/>
                <a:gd name="connsiteY1" fmla="*/ 0 h 1767860"/>
                <a:gd name="connsiteX2" fmla="*/ 2612837 w 2612837"/>
                <a:gd name="connsiteY2" fmla="*/ 1767860 h 1767860"/>
                <a:gd name="connsiteX3" fmla="*/ 1158627 w 2612837"/>
                <a:gd name="connsiteY3" fmla="*/ 1767860 h 1767860"/>
                <a:gd name="connsiteX4" fmla="*/ 745388 w 2612837"/>
                <a:gd name="connsiteY4" fmla="*/ 1529499 h 176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837" h="1767860">
                  <a:moveTo>
                    <a:pt x="0" y="238233"/>
                  </a:moveTo>
                  <a:lnTo>
                    <a:pt x="2440247" y="0"/>
                  </a:lnTo>
                  <a:lnTo>
                    <a:pt x="2612837" y="1767860"/>
                  </a:lnTo>
                  <a:lnTo>
                    <a:pt x="1158627" y="1767860"/>
                  </a:lnTo>
                  <a:cubicBezTo>
                    <a:pt x="988540" y="1767860"/>
                    <a:pt x="830431" y="1676827"/>
                    <a:pt x="745388" y="1529499"/>
                  </a:cubicBez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2" name="Freeform: Shape 51">
              <a:extLst>
                <a:ext uri="{FF2B5EF4-FFF2-40B4-BE49-F238E27FC236}">
                  <a16:creationId xmlns:a16="http://schemas.microsoft.com/office/drawing/2014/main" id="{6BA9DE5B-27A9-175F-8457-92E73ACEE3DD}"/>
                </a:ext>
              </a:extLst>
            </p:cNvPr>
            <p:cNvSpPr/>
            <p:nvPr/>
          </p:nvSpPr>
          <p:spPr>
            <a:xfrm rot="334554">
              <a:off x="7076649" y="-105188"/>
              <a:ext cx="2148315" cy="1377378"/>
            </a:xfrm>
            <a:custGeom>
              <a:avLst/>
              <a:gdLst>
                <a:gd name="connsiteX0" fmla="*/ 0 w 2148315"/>
                <a:gd name="connsiteY0" fmla="*/ 196605 h 1377378"/>
                <a:gd name="connsiteX1" fmla="*/ 2013847 w 2148315"/>
                <a:gd name="connsiteY1" fmla="*/ 0 h 1377378"/>
                <a:gd name="connsiteX2" fmla="*/ 2148315 w 2148315"/>
                <a:gd name="connsiteY2" fmla="*/ 1377378 h 1377378"/>
                <a:gd name="connsiteX3" fmla="*/ 957413 w 2148315"/>
                <a:gd name="connsiteY3" fmla="*/ 1377378 h 1377378"/>
                <a:gd name="connsiteX4" fmla="*/ 544173 w 2148315"/>
                <a:gd name="connsiteY4" fmla="*/ 1139018 h 1377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8315" h="1377378">
                  <a:moveTo>
                    <a:pt x="0" y="196605"/>
                  </a:moveTo>
                  <a:lnTo>
                    <a:pt x="2013847" y="0"/>
                  </a:lnTo>
                  <a:lnTo>
                    <a:pt x="2148315" y="1377378"/>
                  </a:lnTo>
                  <a:lnTo>
                    <a:pt x="957413" y="1377378"/>
                  </a:lnTo>
                  <a:cubicBezTo>
                    <a:pt x="787326" y="1377378"/>
                    <a:pt x="629217" y="1286346"/>
                    <a:pt x="544173" y="1139018"/>
                  </a:cubicBezTo>
                  <a:close/>
                </a:path>
              </a:pathLst>
            </a:custGeom>
            <a:solidFill>
              <a:schemeClr val="accent3"/>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4" name="Freeform: Shape 53">
              <a:extLst>
                <a:ext uri="{FF2B5EF4-FFF2-40B4-BE49-F238E27FC236}">
                  <a16:creationId xmlns:a16="http://schemas.microsoft.com/office/drawing/2014/main" id="{544E3626-2EE7-7F30-E984-E4E8A487BD56}"/>
                </a:ext>
              </a:extLst>
            </p:cNvPr>
            <p:cNvSpPr/>
            <p:nvPr/>
          </p:nvSpPr>
          <p:spPr>
            <a:xfrm rot="334554">
              <a:off x="7548248" y="-84186"/>
              <a:ext cx="1655474" cy="964138"/>
            </a:xfrm>
            <a:custGeom>
              <a:avLst/>
              <a:gdLst>
                <a:gd name="connsiteX0" fmla="*/ 0 w 1655474"/>
                <a:gd name="connsiteY0" fmla="*/ 152428 h 964138"/>
                <a:gd name="connsiteX1" fmla="*/ 1561348 w 1655474"/>
                <a:gd name="connsiteY1" fmla="*/ 0 h 964138"/>
                <a:gd name="connsiteX2" fmla="*/ 1655474 w 1655474"/>
                <a:gd name="connsiteY2" fmla="*/ 964138 h 964138"/>
                <a:gd name="connsiteX3" fmla="*/ 744472 w 1655474"/>
                <a:gd name="connsiteY3" fmla="*/ 964138 h 964138"/>
                <a:gd name="connsiteX4" fmla="*/ 331234 w 1655474"/>
                <a:gd name="connsiteY4" fmla="*/ 725778 h 96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474" h="964138">
                  <a:moveTo>
                    <a:pt x="0" y="152428"/>
                  </a:moveTo>
                  <a:lnTo>
                    <a:pt x="1561348" y="0"/>
                  </a:lnTo>
                  <a:lnTo>
                    <a:pt x="1655474" y="964138"/>
                  </a:lnTo>
                  <a:lnTo>
                    <a:pt x="744472" y="964138"/>
                  </a:lnTo>
                  <a:cubicBezTo>
                    <a:pt x="574385" y="964138"/>
                    <a:pt x="416277" y="873106"/>
                    <a:pt x="331234" y="725778"/>
                  </a:cubicBezTo>
                  <a:close/>
                </a:path>
              </a:pathLst>
            </a:custGeom>
            <a:solidFill>
              <a:schemeClr val="accent2"/>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6" name="Freeform: Shape 55">
              <a:extLst>
                <a:ext uri="{FF2B5EF4-FFF2-40B4-BE49-F238E27FC236}">
                  <a16:creationId xmlns:a16="http://schemas.microsoft.com/office/drawing/2014/main" id="{D2A1BC88-6AC6-DF78-E422-1EB090880D9C}"/>
                </a:ext>
              </a:extLst>
            </p:cNvPr>
            <p:cNvSpPr/>
            <p:nvPr/>
          </p:nvSpPr>
          <p:spPr>
            <a:xfrm rot="334554">
              <a:off x="7969858" y="-65452"/>
              <a:ext cx="1214055" cy="594021"/>
            </a:xfrm>
            <a:custGeom>
              <a:avLst/>
              <a:gdLst>
                <a:gd name="connsiteX0" fmla="*/ 0 w 1214055"/>
                <a:gd name="connsiteY0" fmla="*/ 112939 h 594021"/>
                <a:gd name="connsiteX1" fmla="*/ 1156850 w 1214055"/>
                <a:gd name="connsiteY1" fmla="*/ 0 h 594021"/>
                <a:gd name="connsiteX2" fmla="*/ 1214055 w 1214055"/>
                <a:gd name="connsiteY2" fmla="*/ 585951 h 594021"/>
                <a:gd name="connsiteX3" fmla="*/ 1194818 w 1214055"/>
                <a:gd name="connsiteY3" fmla="*/ 589822 h 594021"/>
                <a:gd name="connsiteX4" fmla="*/ 1131716 w 1214055"/>
                <a:gd name="connsiteY4" fmla="*/ 594021 h 594021"/>
                <a:gd name="connsiteX5" fmla="*/ 553182 w 1214055"/>
                <a:gd name="connsiteY5" fmla="*/ 594021 h 594021"/>
                <a:gd name="connsiteX6" fmla="*/ 139942 w 1214055"/>
                <a:gd name="connsiteY6" fmla="*/ 355661 h 59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4055" h="594021">
                  <a:moveTo>
                    <a:pt x="0" y="112939"/>
                  </a:moveTo>
                  <a:lnTo>
                    <a:pt x="1156850" y="0"/>
                  </a:lnTo>
                  <a:lnTo>
                    <a:pt x="1214055" y="585951"/>
                  </a:lnTo>
                  <a:lnTo>
                    <a:pt x="1194818" y="589822"/>
                  </a:lnTo>
                  <a:cubicBezTo>
                    <a:pt x="1174051" y="592599"/>
                    <a:pt x="1152977" y="594021"/>
                    <a:pt x="1131716" y="594021"/>
                  </a:cubicBezTo>
                  <a:lnTo>
                    <a:pt x="553182" y="594021"/>
                  </a:lnTo>
                  <a:cubicBezTo>
                    <a:pt x="383095" y="594021"/>
                    <a:pt x="224986" y="502989"/>
                    <a:pt x="139942" y="355661"/>
                  </a:cubicBezTo>
                  <a:close/>
                </a:path>
              </a:pathLst>
            </a:custGeom>
            <a:solidFill>
              <a:schemeClr val="accent1"/>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45" name="Freeform: Shape 44">
            <a:extLst>
              <a:ext uri="{FF2B5EF4-FFF2-40B4-BE49-F238E27FC236}">
                <a16:creationId xmlns:a16="http://schemas.microsoft.com/office/drawing/2014/main" id="{08D2DFB3-3454-2227-E152-8028A191E41D}"/>
              </a:ext>
            </a:extLst>
          </p:cNvPr>
          <p:cNvSpPr/>
          <p:nvPr/>
        </p:nvSpPr>
        <p:spPr>
          <a:xfrm flipH="1">
            <a:off x="5666013" y="4586697"/>
            <a:ext cx="3480023" cy="886968"/>
          </a:xfrm>
          <a:custGeom>
            <a:avLst/>
            <a:gdLst>
              <a:gd name="connsiteX0" fmla="*/ 0 w 3480023"/>
              <a:gd name="connsiteY0" fmla="*/ 0 h 886968"/>
              <a:gd name="connsiteX1" fmla="*/ 2976861 w 3480023"/>
              <a:gd name="connsiteY1" fmla="*/ 0 h 886968"/>
              <a:gd name="connsiteX2" fmla="*/ 3480023 w 3480023"/>
              <a:gd name="connsiteY2" fmla="*/ 886968 h 886968"/>
              <a:gd name="connsiteX3" fmla="*/ 0 w 3480023"/>
              <a:gd name="connsiteY3" fmla="*/ 886968 h 886968"/>
              <a:gd name="connsiteX4" fmla="*/ 0 w 3480023"/>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0023" h="886968">
                <a:moveTo>
                  <a:pt x="0" y="0"/>
                </a:moveTo>
                <a:lnTo>
                  <a:pt x="2976861" y="0"/>
                </a:lnTo>
                <a:lnTo>
                  <a:pt x="3480023" y="886968"/>
                </a:lnTo>
                <a:lnTo>
                  <a:pt x="0"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20" name="Hộp Văn bản 19">
            <a:extLst>
              <a:ext uri="{FF2B5EF4-FFF2-40B4-BE49-F238E27FC236}">
                <a16:creationId xmlns:a16="http://schemas.microsoft.com/office/drawing/2014/main" id="{3ED1AE1A-6D1C-1586-536B-D554C3F6B7A4}"/>
              </a:ext>
            </a:extLst>
          </p:cNvPr>
          <p:cNvSpPr txBox="1"/>
          <p:nvPr/>
        </p:nvSpPr>
        <p:spPr>
          <a:xfrm>
            <a:off x="2428465" y="427958"/>
            <a:ext cx="6475096" cy="1400383"/>
          </a:xfrm>
          <a:prstGeom prst="rect">
            <a:avLst/>
          </a:prstGeom>
          <a:noFill/>
        </p:spPr>
        <p:txBody>
          <a:bodyPr wrap="square">
            <a:spAutoFit/>
          </a:bodyPr>
          <a:lstStyle/>
          <a:p>
            <a:pPr algn="just" rtl="0">
              <a:spcBef>
                <a:spcPts val="1200"/>
              </a:spcBef>
              <a:spcAft>
                <a:spcPts val="1200"/>
              </a:spcAft>
              <a:buNone/>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Bên cạnh đó, mô hình truyền thống </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LDA (</a:t>
            </a:r>
            <a:r>
              <a:rPr lang="vi-VN" sz="1500" b="0" i="1"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Latent</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1"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Dirichlet</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1"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Allocation</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cũng được áp dụng nhằm mục đích so sánh khả năng phát hiện chủ đề và ngữ cảnh giữa hai phương pháp.</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lgn="just">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7FE1859B-B61D-2649-0505-A6E6DD401F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27" y="2930972"/>
            <a:ext cx="4635823" cy="2038350"/>
          </a:xfrm>
          <a:prstGeom prst="roundRect">
            <a:avLst>
              <a:gd name="adj" fmla="val 6763"/>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Hộp Văn bản 2">
            <a:extLst>
              <a:ext uri="{FF2B5EF4-FFF2-40B4-BE49-F238E27FC236}">
                <a16:creationId xmlns:a16="http://schemas.microsoft.com/office/drawing/2014/main" id="{CF682146-9BEC-A076-01EC-728075E4E9FB}"/>
              </a:ext>
            </a:extLst>
          </p:cNvPr>
          <p:cNvSpPr txBox="1"/>
          <p:nvPr/>
        </p:nvSpPr>
        <p:spPr>
          <a:xfrm>
            <a:off x="2135041" y="1358017"/>
            <a:ext cx="6774857" cy="553998"/>
          </a:xfrm>
          <a:prstGeom prst="rect">
            <a:avLst/>
          </a:prstGeom>
          <a:noFill/>
        </p:spPr>
        <p:txBody>
          <a:bodyPr wrap="square">
            <a:spAutoFit/>
          </a:bodyPr>
          <a:lstStyle/>
          <a:p>
            <a:r>
              <a:rPr lang="en-US" sz="1500" dirty="0" err="1">
                <a:latin typeface="Calibri" panose="020F0502020204030204" pitchFamily="34" charset="0"/>
                <a:ea typeface="Calibri" panose="020F0502020204030204" pitchFamily="34" charset="0"/>
                <a:cs typeface="Calibri" panose="020F0502020204030204" pitchFamily="34" charset="0"/>
              </a:rPr>
              <a:t>Mô</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hình</a:t>
            </a:r>
            <a:r>
              <a:rPr lang="en-US" sz="1500" dirty="0">
                <a:latin typeface="Calibri" panose="020F0502020204030204" pitchFamily="34" charset="0"/>
                <a:ea typeface="Calibri" panose="020F0502020204030204" pitchFamily="34" charset="0"/>
                <a:cs typeface="Calibri" panose="020F0502020204030204" pitchFamily="34" charset="0"/>
              </a:rPr>
              <a:t> LDA (10 </a:t>
            </a:r>
            <a:r>
              <a:rPr lang="en-US" sz="1500" dirty="0" err="1">
                <a:latin typeface="Calibri" panose="020F0502020204030204" pitchFamily="34" charset="0"/>
                <a:ea typeface="Calibri" panose="020F0502020204030204" pitchFamily="34" charset="0"/>
                <a:cs typeface="Calibri" panose="020F0502020204030204" pitchFamily="34" charset="0"/>
              </a:rPr>
              <a:t>cụm</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tạo</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ra</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các</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cụm</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có</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phạm</a:t>
            </a:r>
            <a:r>
              <a:rPr lang="en-US" sz="1500" dirty="0">
                <a:latin typeface="Calibri" panose="020F0502020204030204" pitchFamily="34" charset="0"/>
                <a:ea typeface="Calibri" panose="020F0502020204030204" pitchFamily="34" charset="0"/>
                <a:cs typeface="Calibri" panose="020F0502020204030204" pitchFamily="34" charset="0"/>
              </a:rPr>
              <a:t> vi </a:t>
            </a:r>
            <a:r>
              <a:rPr lang="en-US" sz="1500" dirty="0" err="1">
                <a:latin typeface="Calibri" panose="020F0502020204030204" pitchFamily="34" charset="0"/>
                <a:ea typeface="Calibri" panose="020F0502020204030204" pitchFamily="34" charset="0"/>
                <a:cs typeface="Calibri" panose="020F0502020204030204" pitchFamily="34" charset="0"/>
              </a:rPr>
              <a:t>rộng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và</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pha</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trộn</a:t>
            </a:r>
            <a:r>
              <a:rPr lang="en-US" sz="1500" dirty="0">
                <a:latin typeface="Calibri" panose="020F0502020204030204" pitchFamily="34" charset="0"/>
                <a:ea typeface="Calibri" panose="020F0502020204030204" pitchFamily="34" charset="0"/>
                <a:cs typeface="Calibri" panose="020F0502020204030204" pitchFamily="34" charset="0"/>
              </a:rPr>
              <a:t>, chủ </a:t>
            </a:r>
            <a:r>
              <a:rPr lang="en-US" sz="1500" dirty="0" err="1">
                <a:latin typeface="Calibri" panose="020F0502020204030204" pitchFamily="34" charset="0"/>
                <a:ea typeface="Calibri" panose="020F0502020204030204" pitchFamily="34" charset="0"/>
                <a:cs typeface="Calibri" panose="020F0502020204030204" pitchFamily="34" charset="0"/>
              </a:rPr>
              <a:t>yếu</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phản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ánh</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ngôn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ngữ</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hội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thoại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và</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các</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phản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ứng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cảm</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xúc</a:t>
            </a:r>
            <a:r>
              <a:rPr lang="en-US" sz="1500" dirty="0">
                <a:latin typeface="Calibri" panose="020F0502020204030204" pitchFamily="34" charset="0"/>
                <a:ea typeface="Calibri" panose="020F0502020204030204" pitchFamily="34" charset="0"/>
                <a:cs typeface="Calibri" panose="020F0502020204030204" pitchFamily="34" charset="0"/>
              </a:rPr>
              <a:t>.</a:t>
            </a:r>
          </a:p>
        </p:txBody>
      </p:sp>
      <p:sp>
        <p:nvSpPr>
          <p:cNvPr id="6" name="Hộp Văn bản 5">
            <a:extLst>
              <a:ext uri="{FF2B5EF4-FFF2-40B4-BE49-F238E27FC236}">
                <a16:creationId xmlns:a16="http://schemas.microsoft.com/office/drawing/2014/main" id="{FCC881D7-0631-B021-093D-E9F0E1F3110E}"/>
              </a:ext>
            </a:extLst>
          </p:cNvPr>
          <p:cNvSpPr txBox="1"/>
          <p:nvPr/>
        </p:nvSpPr>
        <p:spPr>
          <a:xfrm>
            <a:off x="4945929" y="2971861"/>
            <a:ext cx="4026944" cy="1477328"/>
          </a:xfrm>
          <a:prstGeom prst="rect">
            <a:avLst/>
          </a:prstGeom>
          <a:noFill/>
        </p:spPr>
        <p:txBody>
          <a:bodyPr wrap="square">
            <a:spAutoFit/>
          </a:bodyPr>
          <a:lstStyle/>
          <a:p>
            <a:pPr algn="just"/>
            <a:r>
              <a:rPr lang="vi-VN" sz="1500" b="1" dirty="0">
                <a:latin typeface="Calibri" panose="020F0502020204030204" pitchFamily="34" charset="0"/>
                <a:ea typeface="Calibri" panose="020F0502020204030204" pitchFamily="34" charset="0"/>
                <a:cs typeface="Calibri" panose="020F0502020204030204" pitchFamily="34" charset="0"/>
              </a:rPr>
              <a:t>Chủ đề 5 &amp; 6 – Ngôn ngữ Hài hước &amp; Sự kiện </a:t>
            </a:r>
            <a:r>
              <a:rPr lang="vi-VN" sz="1500" dirty="0">
                <a:latin typeface="Calibri" panose="020F0502020204030204" pitchFamily="34" charset="0"/>
                <a:ea typeface="Calibri" panose="020F0502020204030204" pitchFamily="34" charset="0"/>
                <a:cs typeface="Calibri" panose="020F0502020204030204" pitchFamily="34" charset="0"/>
              </a:rPr>
              <a:t>(Gộp chung chiếm </a:t>
            </a:r>
            <a:r>
              <a:rPr lang="vi-VN" sz="1500" b="1" dirty="0">
                <a:latin typeface="Calibri" panose="020F0502020204030204" pitchFamily="34" charset="0"/>
                <a:ea typeface="Calibri" panose="020F0502020204030204" pitchFamily="34" charset="0"/>
                <a:cs typeface="Calibri" panose="020F0502020204030204" pitchFamily="34" charset="0"/>
              </a:rPr>
              <a:t>18.6%</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Hai cụm này phản ánh văn hóa bình luận mang tính giải trí, cảm xúc mạnh (mắc cười, cười quá) và thảo luận về các sự kiện có tính đối đầu/kịch tính (vô địch, nhét chữ).</a:t>
            </a:r>
          </a:p>
        </p:txBody>
      </p:sp>
      <p:sp>
        <p:nvSpPr>
          <p:cNvPr id="8" name="Hộp Văn bản 7">
            <a:extLst>
              <a:ext uri="{FF2B5EF4-FFF2-40B4-BE49-F238E27FC236}">
                <a16:creationId xmlns:a16="http://schemas.microsoft.com/office/drawing/2014/main" id="{7FE32FAF-C32B-86CE-4D00-5193C2DF66E9}"/>
              </a:ext>
            </a:extLst>
          </p:cNvPr>
          <p:cNvSpPr txBox="1"/>
          <p:nvPr/>
        </p:nvSpPr>
        <p:spPr>
          <a:xfrm>
            <a:off x="165100" y="2049523"/>
            <a:ext cx="8978900" cy="784830"/>
          </a:xfrm>
          <a:prstGeom prst="rect">
            <a:avLst/>
          </a:prstGeom>
          <a:noFill/>
        </p:spPr>
        <p:txBody>
          <a:bodyPr wrap="square">
            <a:spAutoFit/>
          </a:bodyPr>
          <a:lstStyle/>
          <a:p>
            <a:r>
              <a:rPr lang="vi-VN" sz="1500" b="1" dirty="0">
                <a:latin typeface="Calibri" panose="020F0502020204030204" pitchFamily="34" charset="0"/>
                <a:ea typeface="Calibri" panose="020F0502020204030204" pitchFamily="34" charset="0"/>
                <a:cs typeface="Calibri" panose="020F0502020204030204" pitchFamily="34" charset="0"/>
              </a:rPr>
              <a:t>Chủ đề 0 – Cụm Tổng hợp Phổ biến </a:t>
            </a:r>
            <a:r>
              <a:rPr lang="vi-VN" sz="1500" dirty="0">
                <a:latin typeface="Calibri" panose="020F0502020204030204" pitchFamily="34" charset="0"/>
                <a:ea typeface="Calibri" panose="020F0502020204030204" pitchFamily="34" charset="0"/>
                <a:cs typeface="Calibri" panose="020F0502020204030204" pitchFamily="34" charset="0"/>
              </a:rPr>
              <a:t>(Chiếm </a:t>
            </a:r>
            <a:r>
              <a:rPr lang="vi-VN" sz="1500" b="1" dirty="0">
                <a:latin typeface="Calibri" panose="020F0502020204030204" pitchFamily="34" charset="0"/>
                <a:ea typeface="Calibri" panose="020F0502020204030204" pitchFamily="34" charset="0"/>
                <a:cs typeface="Calibri" panose="020F0502020204030204" pitchFamily="34" charset="0"/>
              </a:rPr>
              <a:t>23.1%</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Đây là cụm lớn nhất, chứa các từ khóa tích cực và phổ biến nhất như bài này, việt nam, mãi đỉnh, hay quá. Cụm này đại diện cho các nội dung lan truyền rộng, thể hiện sự yêu thích đối với Âm nhạc/Văn hóa Việt Nam.</a:t>
            </a:r>
          </a:p>
        </p:txBody>
      </p:sp>
    </p:spTree>
    <p:extLst>
      <p:ext uri="{BB962C8B-B14F-4D97-AF65-F5344CB8AC3E}">
        <p14:creationId xmlns:p14="http://schemas.microsoft.com/office/powerpoint/2010/main" val="3301952500"/>
      </p:ext>
    </p:extLst>
  </p:cSld>
  <p:clrMapOvr>
    <a:masterClrMapping/>
  </p:clrMapOvr>
  <p:transition spd="slow">
    <p:push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31A1-9782-C8F3-D26A-375D9A87EDF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D245169-1781-4B0B-BC89-CC2735DE9DC3}"/>
              </a:ext>
            </a:extLst>
          </p:cNvPr>
          <p:cNvGrpSpPr/>
          <p:nvPr/>
        </p:nvGrpSpPr>
        <p:grpSpPr>
          <a:xfrm flipH="1">
            <a:off x="-95178" y="-124976"/>
            <a:ext cx="2612837" cy="1767860"/>
            <a:chOff x="6632197" y="-124976"/>
            <a:chExt cx="2612837" cy="1767860"/>
          </a:xfrm>
        </p:grpSpPr>
        <p:sp>
          <p:nvSpPr>
            <p:cNvPr id="50" name="Freeform: Shape 49">
              <a:extLst>
                <a:ext uri="{FF2B5EF4-FFF2-40B4-BE49-F238E27FC236}">
                  <a16:creationId xmlns:a16="http://schemas.microsoft.com/office/drawing/2014/main" id="{2368EDF8-0B62-E0BC-1F8B-1CEE55A68670}"/>
                </a:ext>
              </a:extLst>
            </p:cNvPr>
            <p:cNvSpPr/>
            <p:nvPr/>
          </p:nvSpPr>
          <p:spPr>
            <a:xfrm rot="334554">
              <a:off x="6632197" y="-124976"/>
              <a:ext cx="2612837" cy="1767860"/>
            </a:xfrm>
            <a:custGeom>
              <a:avLst/>
              <a:gdLst>
                <a:gd name="connsiteX0" fmla="*/ 0 w 2612837"/>
                <a:gd name="connsiteY0" fmla="*/ 238233 h 1767860"/>
                <a:gd name="connsiteX1" fmla="*/ 2440247 w 2612837"/>
                <a:gd name="connsiteY1" fmla="*/ 0 h 1767860"/>
                <a:gd name="connsiteX2" fmla="*/ 2612837 w 2612837"/>
                <a:gd name="connsiteY2" fmla="*/ 1767860 h 1767860"/>
                <a:gd name="connsiteX3" fmla="*/ 1158627 w 2612837"/>
                <a:gd name="connsiteY3" fmla="*/ 1767860 h 1767860"/>
                <a:gd name="connsiteX4" fmla="*/ 745388 w 2612837"/>
                <a:gd name="connsiteY4" fmla="*/ 1529499 h 1767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837" h="1767860">
                  <a:moveTo>
                    <a:pt x="0" y="238233"/>
                  </a:moveTo>
                  <a:lnTo>
                    <a:pt x="2440247" y="0"/>
                  </a:lnTo>
                  <a:lnTo>
                    <a:pt x="2612837" y="1767860"/>
                  </a:lnTo>
                  <a:lnTo>
                    <a:pt x="1158627" y="1767860"/>
                  </a:lnTo>
                  <a:cubicBezTo>
                    <a:pt x="988540" y="1767860"/>
                    <a:pt x="830431" y="1676827"/>
                    <a:pt x="745388" y="1529499"/>
                  </a:cubicBezTo>
                  <a:close/>
                </a:path>
              </a:pathLst>
            </a:custGeom>
            <a:solidFill>
              <a:schemeClr val="accent4"/>
            </a:solidFill>
            <a:ln w="9525" cap="flat">
              <a:noFill/>
              <a:prstDash val="solid"/>
              <a:miter/>
            </a:ln>
          </p:spPr>
          <p:txBody>
            <a:bodyPr wrap="square" rtlCol="0" anchor="ctr">
              <a:noAutofit/>
            </a:bodyPr>
            <a:lstStyle/>
            <a:p>
              <a:pPr algn="just"/>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2" name="Freeform: Shape 51">
              <a:extLst>
                <a:ext uri="{FF2B5EF4-FFF2-40B4-BE49-F238E27FC236}">
                  <a16:creationId xmlns:a16="http://schemas.microsoft.com/office/drawing/2014/main" id="{1EE8BAB7-5475-E24A-76DB-0CEAAF96C5EC}"/>
                </a:ext>
              </a:extLst>
            </p:cNvPr>
            <p:cNvSpPr/>
            <p:nvPr/>
          </p:nvSpPr>
          <p:spPr>
            <a:xfrm rot="334554">
              <a:off x="7076649" y="-105188"/>
              <a:ext cx="2148315" cy="1377378"/>
            </a:xfrm>
            <a:custGeom>
              <a:avLst/>
              <a:gdLst>
                <a:gd name="connsiteX0" fmla="*/ 0 w 2148315"/>
                <a:gd name="connsiteY0" fmla="*/ 196605 h 1377378"/>
                <a:gd name="connsiteX1" fmla="*/ 2013847 w 2148315"/>
                <a:gd name="connsiteY1" fmla="*/ 0 h 1377378"/>
                <a:gd name="connsiteX2" fmla="*/ 2148315 w 2148315"/>
                <a:gd name="connsiteY2" fmla="*/ 1377378 h 1377378"/>
                <a:gd name="connsiteX3" fmla="*/ 957413 w 2148315"/>
                <a:gd name="connsiteY3" fmla="*/ 1377378 h 1377378"/>
                <a:gd name="connsiteX4" fmla="*/ 544173 w 2148315"/>
                <a:gd name="connsiteY4" fmla="*/ 1139018 h 1377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8315" h="1377378">
                  <a:moveTo>
                    <a:pt x="0" y="196605"/>
                  </a:moveTo>
                  <a:lnTo>
                    <a:pt x="2013847" y="0"/>
                  </a:lnTo>
                  <a:lnTo>
                    <a:pt x="2148315" y="1377378"/>
                  </a:lnTo>
                  <a:lnTo>
                    <a:pt x="957413" y="1377378"/>
                  </a:lnTo>
                  <a:cubicBezTo>
                    <a:pt x="787326" y="1377378"/>
                    <a:pt x="629217" y="1286346"/>
                    <a:pt x="544173" y="1139018"/>
                  </a:cubicBezTo>
                  <a:close/>
                </a:path>
              </a:pathLst>
            </a:custGeom>
            <a:solidFill>
              <a:schemeClr val="accent3"/>
            </a:solidFill>
            <a:ln w="9525" cap="flat">
              <a:noFill/>
              <a:prstDash val="solid"/>
              <a:miter/>
            </a:ln>
          </p:spPr>
          <p:txBody>
            <a:bodyPr wrap="square" rtlCol="0" anchor="ctr">
              <a:noAutofit/>
            </a:bodyPr>
            <a:lstStyle/>
            <a:p>
              <a:pPr algn="just"/>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4" name="Freeform: Shape 53">
              <a:extLst>
                <a:ext uri="{FF2B5EF4-FFF2-40B4-BE49-F238E27FC236}">
                  <a16:creationId xmlns:a16="http://schemas.microsoft.com/office/drawing/2014/main" id="{BD54F36A-1895-BE3B-26A1-5D7A259A2C02}"/>
                </a:ext>
              </a:extLst>
            </p:cNvPr>
            <p:cNvSpPr/>
            <p:nvPr/>
          </p:nvSpPr>
          <p:spPr>
            <a:xfrm rot="334554">
              <a:off x="7548248" y="-84186"/>
              <a:ext cx="1655474" cy="964138"/>
            </a:xfrm>
            <a:custGeom>
              <a:avLst/>
              <a:gdLst>
                <a:gd name="connsiteX0" fmla="*/ 0 w 1655474"/>
                <a:gd name="connsiteY0" fmla="*/ 152428 h 964138"/>
                <a:gd name="connsiteX1" fmla="*/ 1561348 w 1655474"/>
                <a:gd name="connsiteY1" fmla="*/ 0 h 964138"/>
                <a:gd name="connsiteX2" fmla="*/ 1655474 w 1655474"/>
                <a:gd name="connsiteY2" fmla="*/ 964138 h 964138"/>
                <a:gd name="connsiteX3" fmla="*/ 744472 w 1655474"/>
                <a:gd name="connsiteY3" fmla="*/ 964138 h 964138"/>
                <a:gd name="connsiteX4" fmla="*/ 331234 w 1655474"/>
                <a:gd name="connsiteY4" fmla="*/ 725778 h 964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474" h="964138">
                  <a:moveTo>
                    <a:pt x="0" y="152428"/>
                  </a:moveTo>
                  <a:lnTo>
                    <a:pt x="1561348" y="0"/>
                  </a:lnTo>
                  <a:lnTo>
                    <a:pt x="1655474" y="964138"/>
                  </a:lnTo>
                  <a:lnTo>
                    <a:pt x="744472" y="964138"/>
                  </a:lnTo>
                  <a:cubicBezTo>
                    <a:pt x="574385" y="964138"/>
                    <a:pt x="416277" y="873106"/>
                    <a:pt x="331234" y="725778"/>
                  </a:cubicBezTo>
                  <a:close/>
                </a:path>
              </a:pathLst>
            </a:custGeom>
            <a:solidFill>
              <a:schemeClr val="accent2"/>
            </a:solidFill>
            <a:ln w="9525" cap="flat">
              <a:noFill/>
              <a:prstDash val="solid"/>
              <a:miter/>
            </a:ln>
          </p:spPr>
          <p:txBody>
            <a:bodyPr wrap="square" rtlCol="0" anchor="ctr">
              <a:noAutofit/>
            </a:bodyPr>
            <a:lstStyle/>
            <a:p>
              <a:pPr algn="just"/>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6" name="Freeform: Shape 55">
              <a:extLst>
                <a:ext uri="{FF2B5EF4-FFF2-40B4-BE49-F238E27FC236}">
                  <a16:creationId xmlns:a16="http://schemas.microsoft.com/office/drawing/2014/main" id="{F83ADB93-B2F5-00AD-3C01-48ACC2D9A43C}"/>
                </a:ext>
              </a:extLst>
            </p:cNvPr>
            <p:cNvSpPr/>
            <p:nvPr/>
          </p:nvSpPr>
          <p:spPr>
            <a:xfrm rot="334554">
              <a:off x="7969858" y="-65452"/>
              <a:ext cx="1214055" cy="594021"/>
            </a:xfrm>
            <a:custGeom>
              <a:avLst/>
              <a:gdLst>
                <a:gd name="connsiteX0" fmla="*/ 0 w 1214055"/>
                <a:gd name="connsiteY0" fmla="*/ 112939 h 594021"/>
                <a:gd name="connsiteX1" fmla="*/ 1156850 w 1214055"/>
                <a:gd name="connsiteY1" fmla="*/ 0 h 594021"/>
                <a:gd name="connsiteX2" fmla="*/ 1214055 w 1214055"/>
                <a:gd name="connsiteY2" fmla="*/ 585951 h 594021"/>
                <a:gd name="connsiteX3" fmla="*/ 1194818 w 1214055"/>
                <a:gd name="connsiteY3" fmla="*/ 589822 h 594021"/>
                <a:gd name="connsiteX4" fmla="*/ 1131716 w 1214055"/>
                <a:gd name="connsiteY4" fmla="*/ 594021 h 594021"/>
                <a:gd name="connsiteX5" fmla="*/ 553182 w 1214055"/>
                <a:gd name="connsiteY5" fmla="*/ 594021 h 594021"/>
                <a:gd name="connsiteX6" fmla="*/ 139942 w 1214055"/>
                <a:gd name="connsiteY6" fmla="*/ 355661 h 59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4055" h="594021">
                  <a:moveTo>
                    <a:pt x="0" y="112939"/>
                  </a:moveTo>
                  <a:lnTo>
                    <a:pt x="1156850" y="0"/>
                  </a:lnTo>
                  <a:lnTo>
                    <a:pt x="1214055" y="585951"/>
                  </a:lnTo>
                  <a:lnTo>
                    <a:pt x="1194818" y="589822"/>
                  </a:lnTo>
                  <a:cubicBezTo>
                    <a:pt x="1174051" y="592599"/>
                    <a:pt x="1152977" y="594021"/>
                    <a:pt x="1131716" y="594021"/>
                  </a:cubicBezTo>
                  <a:lnTo>
                    <a:pt x="553182" y="594021"/>
                  </a:lnTo>
                  <a:cubicBezTo>
                    <a:pt x="383095" y="594021"/>
                    <a:pt x="224986" y="502989"/>
                    <a:pt x="139942" y="355661"/>
                  </a:cubicBezTo>
                  <a:close/>
                </a:path>
              </a:pathLst>
            </a:custGeom>
            <a:solidFill>
              <a:schemeClr val="accent1"/>
            </a:solidFill>
            <a:ln w="9525" cap="flat">
              <a:noFill/>
              <a:prstDash val="solid"/>
              <a:miter/>
            </a:ln>
          </p:spPr>
          <p:txBody>
            <a:bodyPr wrap="square" rtlCol="0" anchor="ctr">
              <a:noAutofit/>
            </a:bodyPr>
            <a:lstStyle/>
            <a:p>
              <a:pPr algn="just"/>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45" name="Freeform: Shape 44">
            <a:extLst>
              <a:ext uri="{FF2B5EF4-FFF2-40B4-BE49-F238E27FC236}">
                <a16:creationId xmlns:a16="http://schemas.microsoft.com/office/drawing/2014/main" id="{232F6688-9A4A-7F3F-CBB9-D1B0759CB208}"/>
              </a:ext>
            </a:extLst>
          </p:cNvPr>
          <p:cNvSpPr/>
          <p:nvPr/>
        </p:nvSpPr>
        <p:spPr>
          <a:xfrm flipH="1">
            <a:off x="5666013" y="4586697"/>
            <a:ext cx="3480023" cy="886968"/>
          </a:xfrm>
          <a:custGeom>
            <a:avLst/>
            <a:gdLst>
              <a:gd name="connsiteX0" fmla="*/ 0 w 3480023"/>
              <a:gd name="connsiteY0" fmla="*/ 0 h 886968"/>
              <a:gd name="connsiteX1" fmla="*/ 2976861 w 3480023"/>
              <a:gd name="connsiteY1" fmla="*/ 0 h 886968"/>
              <a:gd name="connsiteX2" fmla="*/ 3480023 w 3480023"/>
              <a:gd name="connsiteY2" fmla="*/ 886968 h 886968"/>
              <a:gd name="connsiteX3" fmla="*/ 0 w 3480023"/>
              <a:gd name="connsiteY3" fmla="*/ 886968 h 886968"/>
              <a:gd name="connsiteX4" fmla="*/ 0 w 3480023"/>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0023" h="886968">
                <a:moveTo>
                  <a:pt x="0" y="0"/>
                </a:moveTo>
                <a:lnTo>
                  <a:pt x="2976861" y="0"/>
                </a:lnTo>
                <a:lnTo>
                  <a:pt x="3480023" y="886968"/>
                </a:lnTo>
                <a:lnTo>
                  <a:pt x="0"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just"/>
            <a:endParaRPr lang="en-US" sz="150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a:extLst>
              <a:ext uri="{FF2B5EF4-FFF2-40B4-BE49-F238E27FC236}">
                <a16:creationId xmlns:a16="http://schemas.microsoft.com/office/drawing/2014/main" id="{DC451ECC-7139-3836-2D4D-2127C5C44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27" y="2930972"/>
            <a:ext cx="4635823" cy="2038350"/>
          </a:xfrm>
          <a:prstGeom prst="roundRect">
            <a:avLst>
              <a:gd name="adj" fmla="val 6763"/>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Hộp Văn bản 4">
            <a:extLst>
              <a:ext uri="{FF2B5EF4-FFF2-40B4-BE49-F238E27FC236}">
                <a16:creationId xmlns:a16="http://schemas.microsoft.com/office/drawing/2014/main" id="{07D797A5-E2E8-61EF-DDBF-C8443ED00332}"/>
              </a:ext>
            </a:extLst>
          </p:cNvPr>
          <p:cNvSpPr txBox="1"/>
          <p:nvPr/>
        </p:nvSpPr>
        <p:spPr>
          <a:xfrm>
            <a:off x="2331693" y="565683"/>
            <a:ext cx="6547195" cy="784830"/>
          </a:xfrm>
          <a:prstGeom prst="rect">
            <a:avLst/>
          </a:prstGeom>
          <a:noFill/>
        </p:spPr>
        <p:txBody>
          <a:bodyPr wrap="square">
            <a:spAutoFit/>
          </a:bodyPr>
          <a:lstStyle/>
          <a:p>
            <a:pPr algn="just"/>
            <a:r>
              <a:rPr lang="vi-VN" sz="1500" b="1" dirty="0">
                <a:latin typeface="Calibri" panose="020F0502020204030204" pitchFamily="34" charset="0"/>
                <a:ea typeface="Calibri" panose="020F0502020204030204" pitchFamily="34" charset="0"/>
                <a:cs typeface="Calibri" panose="020F0502020204030204" pitchFamily="34" charset="0"/>
              </a:rPr>
              <a:t>Chủ đề 2 &amp; 8 – Thảo luận &amp; Kêu gọi Tương tác </a:t>
            </a:r>
            <a:r>
              <a:rPr lang="vi-VN" sz="1500" dirty="0">
                <a:latin typeface="Calibri" panose="020F0502020204030204" pitchFamily="34" charset="0"/>
                <a:ea typeface="Calibri" panose="020F0502020204030204" pitchFamily="34" charset="0"/>
                <a:cs typeface="Calibri" panose="020F0502020204030204" pitchFamily="34" charset="0"/>
              </a:rPr>
              <a:t>(Gộp chung chiếm </a:t>
            </a:r>
            <a:r>
              <a:rPr lang="vi-VN" sz="1500" b="1" dirty="0">
                <a:latin typeface="Calibri" panose="020F0502020204030204" pitchFamily="34" charset="0"/>
                <a:ea typeface="Calibri" panose="020F0502020204030204" pitchFamily="34" charset="0"/>
                <a:cs typeface="Calibri" panose="020F0502020204030204" pitchFamily="34" charset="0"/>
              </a:rPr>
              <a:t>17.7%</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Các cụm này tập trung vào các hành vi bình luận (từ khóa: bình luận, cảnh sát, bình luận viên) và các yêu cầu/đề nghị hành động của người xem (đi anh, cho em).</a:t>
            </a:r>
          </a:p>
        </p:txBody>
      </p:sp>
      <p:sp>
        <p:nvSpPr>
          <p:cNvPr id="9" name="Hộp Văn bản 8">
            <a:extLst>
              <a:ext uri="{FF2B5EF4-FFF2-40B4-BE49-F238E27FC236}">
                <a16:creationId xmlns:a16="http://schemas.microsoft.com/office/drawing/2014/main" id="{43BCB642-1A09-1723-ED27-C02CF43E682B}"/>
              </a:ext>
            </a:extLst>
          </p:cNvPr>
          <p:cNvSpPr txBox="1"/>
          <p:nvPr/>
        </p:nvSpPr>
        <p:spPr>
          <a:xfrm>
            <a:off x="1040606" y="1793592"/>
            <a:ext cx="7837488" cy="784830"/>
          </a:xfrm>
          <a:prstGeom prst="rect">
            <a:avLst/>
          </a:prstGeom>
          <a:noFill/>
        </p:spPr>
        <p:txBody>
          <a:bodyPr wrap="square">
            <a:spAutoFit/>
          </a:bodyPr>
          <a:lstStyle/>
          <a:p>
            <a:pPr algn="just"/>
            <a:r>
              <a:rPr lang="vi-VN" sz="1500" b="1" dirty="0">
                <a:latin typeface="Calibri" panose="020F0502020204030204" pitchFamily="34" charset="0"/>
                <a:ea typeface="Calibri" panose="020F0502020204030204" pitchFamily="34" charset="0"/>
                <a:cs typeface="Calibri" panose="020F0502020204030204" pitchFamily="34" charset="0"/>
              </a:rPr>
              <a:t>Chủ đề 3 – Tâm linh/Tôn giáo </a:t>
            </a:r>
            <a:r>
              <a:rPr lang="vi-VN" sz="1500" dirty="0">
                <a:latin typeface="Calibri" panose="020F0502020204030204" pitchFamily="34" charset="0"/>
                <a:ea typeface="Calibri" panose="020F0502020204030204" pitchFamily="34" charset="0"/>
                <a:cs typeface="Calibri" panose="020F0502020204030204" pitchFamily="34" charset="0"/>
              </a:rPr>
              <a:t>(Chiếm </a:t>
            </a:r>
            <a:r>
              <a:rPr lang="vi-VN" sz="1500" b="1" dirty="0">
                <a:latin typeface="Calibri" panose="020F0502020204030204" pitchFamily="34" charset="0"/>
                <a:ea typeface="Calibri" panose="020F0502020204030204" pitchFamily="34" charset="0"/>
                <a:cs typeface="Calibri" panose="020F0502020204030204" pitchFamily="34" charset="0"/>
              </a:rPr>
              <a:t>8.3%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Cụm này được xác định rõ ràng với các từ khóa đà phật, nam mô đà, mô đà phật, cho thấy sự quan tâm ổn định đến nội dung Phật giáo, tương đồng với một cụm riêng biệt trong </a:t>
            </a:r>
            <a:r>
              <a:rPr lang="vi-VN" sz="1500" dirty="0" err="1">
                <a:latin typeface="Calibri" panose="020F0502020204030204" pitchFamily="34" charset="0"/>
                <a:ea typeface="Calibri" panose="020F0502020204030204" pitchFamily="34" charset="0"/>
                <a:cs typeface="Calibri" panose="020F0502020204030204" pitchFamily="34" charset="0"/>
              </a:rPr>
              <a:t>BERTopic</a:t>
            </a:r>
            <a:r>
              <a:rPr lang="vi-VN" sz="1500" dirty="0">
                <a:latin typeface="Calibri" panose="020F0502020204030204" pitchFamily="34" charset="0"/>
                <a:ea typeface="Calibri" panose="020F0502020204030204" pitchFamily="34" charset="0"/>
                <a:cs typeface="Calibri" panose="020F0502020204030204" pitchFamily="34" charset="0"/>
              </a:rPr>
              <a:t>.</a:t>
            </a:r>
          </a:p>
        </p:txBody>
      </p:sp>
      <p:sp>
        <p:nvSpPr>
          <p:cNvPr id="11" name="Hộp Văn bản 10">
            <a:extLst>
              <a:ext uri="{FF2B5EF4-FFF2-40B4-BE49-F238E27FC236}">
                <a16:creationId xmlns:a16="http://schemas.microsoft.com/office/drawing/2014/main" id="{13CD756F-1727-BFD9-FE7B-991D58E5A3C9}"/>
              </a:ext>
            </a:extLst>
          </p:cNvPr>
          <p:cNvSpPr txBox="1"/>
          <p:nvPr/>
        </p:nvSpPr>
        <p:spPr>
          <a:xfrm>
            <a:off x="4878387" y="2957493"/>
            <a:ext cx="4124325" cy="1477328"/>
          </a:xfrm>
          <a:prstGeom prst="rect">
            <a:avLst/>
          </a:prstGeom>
          <a:noFill/>
        </p:spPr>
        <p:txBody>
          <a:bodyPr wrap="square">
            <a:spAutoFit/>
          </a:bodyPr>
          <a:lstStyle/>
          <a:p>
            <a:pPr algn="just"/>
            <a:r>
              <a:rPr lang="en-US" sz="1500" b="1" dirty="0">
                <a:latin typeface="Calibri" panose="020F0502020204030204" pitchFamily="34" charset="0"/>
                <a:ea typeface="Calibri" panose="020F0502020204030204" pitchFamily="34" charset="0"/>
                <a:cs typeface="Calibri" panose="020F0502020204030204" pitchFamily="34" charset="0"/>
              </a:rPr>
              <a:t>Các Chủ </a:t>
            </a:r>
            <a:r>
              <a:rPr lang="en-US" sz="1500" b="1" dirty="0" err="1">
                <a:latin typeface="Calibri" panose="020F0502020204030204" pitchFamily="34" charset="0"/>
                <a:ea typeface="Calibri" panose="020F0502020204030204" pitchFamily="34" charset="0"/>
                <a:cs typeface="Calibri" panose="020F0502020204030204" pitchFamily="34" charset="0"/>
              </a:rPr>
              <a:t>đề</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còn</a:t>
            </a:r>
            <a:r>
              <a:rPr lang="en-US" sz="1500" b="1" dirty="0">
                <a:latin typeface="Calibri" panose="020F0502020204030204" pitchFamily="34" charset="0"/>
                <a:ea typeface="Calibri" panose="020F0502020204030204" pitchFamily="34" charset="0"/>
                <a:cs typeface="Calibri" panose="020F0502020204030204" pitchFamily="34" charset="0"/>
              </a:rPr>
              <a:t> </a:t>
            </a:r>
            <a:r>
              <a:rPr lang="en-US" sz="1500" b="1" dirty="0" err="1">
                <a:latin typeface="Calibri" panose="020F0502020204030204" pitchFamily="34" charset="0"/>
                <a:ea typeface="Calibri" panose="020F0502020204030204" pitchFamily="34" charset="0"/>
                <a:cs typeface="Calibri" panose="020F0502020204030204" pitchFamily="34" charset="0"/>
              </a:rPr>
              <a:t>lại</a:t>
            </a:r>
            <a:r>
              <a:rPr lang="en-US" sz="1500" b="1" dirty="0">
                <a:latin typeface="Calibri" panose="020F0502020204030204" pitchFamily="34" charset="0"/>
                <a:ea typeface="Calibri" panose="020F0502020204030204" pitchFamily="34" charset="0"/>
                <a:cs typeface="Calibri" panose="020F0502020204030204" pitchFamily="34" charset="0"/>
              </a:rPr>
              <a:t> (T1, T4, T7, T9): </a:t>
            </a:r>
            <a:r>
              <a:rPr lang="en-US" sz="1500" dirty="0">
                <a:latin typeface="Calibri" panose="020F0502020204030204" pitchFamily="34" charset="0"/>
                <a:ea typeface="Calibri" panose="020F0502020204030204" pitchFamily="34" charset="0"/>
                <a:cs typeface="Calibri" panose="020F0502020204030204" pitchFamily="34" charset="0"/>
              </a:rPr>
              <a:t>Các </a:t>
            </a:r>
            <a:r>
              <a:rPr lang="en-US" sz="1500" dirty="0" err="1">
                <a:latin typeface="Calibri" panose="020F0502020204030204" pitchFamily="34" charset="0"/>
                <a:ea typeface="Calibri" panose="020F0502020204030204" pitchFamily="34" charset="0"/>
                <a:cs typeface="Calibri" panose="020F0502020204030204" pitchFamily="34" charset="0"/>
              </a:rPr>
              <a:t>cụm</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này</a:t>
            </a:r>
            <a:r>
              <a:rPr lang="en-US" sz="1500" dirty="0">
                <a:latin typeface="Calibri" panose="020F0502020204030204" pitchFamily="34" charset="0"/>
                <a:ea typeface="Calibri" panose="020F0502020204030204" pitchFamily="34" charset="0"/>
                <a:cs typeface="Calibri" panose="020F0502020204030204" pitchFamily="34" charset="0"/>
              </a:rPr>
              <a:t> chủ </a:t>
            </a:r>
            <a:r>
              <a:rPr lang="en-US" sz="1500" dirty="0" err="1">
                <a:latin typeface="Calibri" panose="020F0502020204030204" pitchFamily="34" charset="0"/>
                <a:ea typeface="Calibri" panose="020F0502020204030204" pitchFamily="34" charset="0"/>
                <a:cs typeface="Calibri" panose="020F0502020204030204" pitchFamily="34" charset="0"/>
              </a:rPr>
              <a:t>yếu</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đại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diện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cho</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ngôn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ngữ</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hội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thoại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tự</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nhiên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nhiều</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từ</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nối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là</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có</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không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mà</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và</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các</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phản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ứng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mang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tính</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cảm</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xúc</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mạnh</a:t>
            </a:r>
            <a:r>
              <a:rPr lang="en-US" sz="1500" dirty="0">
                <a:latin typeface="Calibri" panose="020F0502020204030204" pitchFamily="34" charset="0"/>
                <a:ea typeface="Calibri" panose="020F0502020204030204" pitchFamily="34" charset="0"/>
                <a:cs typeface="Calibri" panose="020F0502020204030204" pitchFamily="34" charset="0"/>
              </a:rPr>
              <a:t>/</a:t>
            </a:r>
            <a:r>
              <a:rPr lang="en-US" sz="1500" dirty="0" err="1">
                <a:latin typeface="Calibri" panose="020F0502020204030204" pitchFamily="34" charset="0"/>
                <a:ea typeface="Calibri" panose="020F0502020204030204" pitchFamily="34" charset="0"/>
                <a:cs typeface="Calibri" panose="020F0502020204030204" pitchFamily="34" charset="0"/>
              </a:rPr>
              <a:t>hành</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động</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nhảy</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nhảy</a:t>
            </a:r>
            <a:r>
              <a:rPr lang="en-US" sz="1500" dirty="0">
                <a:latin typeface="Calibri" panose="020F0502020204030204" pitchFamily="34" charset="0"/>
                <a:ea typeface="Calibri" panose="020F0502020204030204" pitchFamily="34" charset="0"/>
                <a:cs typeface="Calibri" panose="020F0502020204030204" pitchFamily="34" charset="0"/>
              </a:rPr>
              <a:t>, ha </a:t>
            </a:r>
            <a:r>
              <a:rPr lang="en-US" sz="1500" dirty="0" err="1">
                <a:latin typeface="Calibri" panose="020F0502020204030204" pitchFamily="34" charset="0"/>
                <a:ea typeface="Calibri" panose="020F0502020204030204" pitchFamily="34" charset="0"/>
                <a:cs typeface="Calibri" panose="020F0502020204030204" pitchFamily="34" charset="0"/>
              </a:rPr>
              <a:t>ha</a:t>
            </a:r>
            <a:r>
              <a:rPr lang="en-US" sz="1500" dirty="0">
                <a:latin typeface="Calibri" panose="020F0502020204030204" pitchFamily="34" charset="0"/>
                <a:ea typeface="Calibri" panose="020F0502020204030204" pitchFamily="34" charset="0"/>
                <a:cs typeface="Calibri" panose="020F0502020204030204" pitchFamily="34" charset="0"/>
              </a:rPr>
              <a:t> ha). </a:t>
            </a:r>
            <a:r>
              <a:rPr lang="en-US" sz="1500" dirty="0" err="1">
                <a:latin typeface="Calibri" panose="020F0502020204030204" pitchFamily="34" charset="0"/>
                <a:ea typeface="Calibri" panose="020F0502020204030204" pitchFamily="34" charset="0"/>
                <a:cs typeface="Calibri" panose="020F0502020204030204" pitchFamily="34" charset="0"/>
              </a:rPr>
              <a:t>Đây</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là</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sự</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pha</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trộn</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giữa</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nội</a:t>
            </a:r>
            <a:r>
              <a:rPr lang="en-US" sz="1500" dirty="0">
                <a:latin typeface="Calibri" panose="020F0502020204030204" pitchFamily="34" charset="0"/>
                <a:ea typeface="Calibri" panose="020F0502020204030204" pitchFamily="34" charset="0"/>
                <a:cs typeface="Calibri" panose="020F0502020204030204" pitchFamily="34" charset="0"/>
              </a:rPr>
              <a:t> dung </a:t>
            </a:r>
            <a:r>
              <a:rPr lang="en-US" sz="1500" dirty="0" err="1">
                <a:latin typeface="Calibri" panose="020F0502020204030204" pitchFamily="34" charset="0"/>
                <a:ea typeface="Calibri" panose="020F0502020204030204" pitchFamily="34" charset="0"/>
                <a:cs typeface="Calibri" panose="020F0502020204030204" pitchFamily="34" charset="0"/>
              </a:rPr>
              <a:t>Thể</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thao</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Giải</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trí</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và</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các</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mẫu</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câu</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giao</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tiếp</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phổ</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dirty="0" err="1">
                <a:latin typeface="Calibri" panose="020F0502020204030204" pitchFamily="34" charset="0"/>
                <a:ea typeface="Calibri" panose="020F0502020204030204" pitchFamily="34" charset="0"/>
                <a:cs typeface="Calibri" panose="020F0502020204030204" pitchFamily="34" charset="0"/>
              </a:rPr>
              <a:t>quát</a:t>
            </a:r>
            <a:r>
              <a:rPr lang="en-US" sz="15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592248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A136C5AF-41A9-44BB-83FB-C6B02B9FCC1B}"/>
              </a:ext>
            </a:extLst>
          </p:cNvPr>
          <p:cNvSpPr/>
          <p:nvPr/>
        </p:nvSpPr>
        <p:spPr>
          <a:xfrm>
            <a:off x="7165664" y="-16815"/>
            <a:ext cx="1978336" cy="886968"/>
          </a:xfrm>
          <a:custGeom>
            <a:avLst/>
            <a:gdLst>
              <a:gd name="connsiteX0" fmla="*/ 0 w 1978336"/>
              <a:gd name="connsiteY0" fmla="*/ 0 h 886968"/>
              <a:gd name="connsiteX1" fmla="*/ 1978336 w 1978336"/>
              <a:gd name="connsiteY1" fmla="*/ 0 h 886968"/>
              <a:gd name="connsiteX2" fmla="*/ 1978336 w 1978336"/>
              <a:gd name="connsiteY2" fmla="*/ 886968 h 886968"/>
              <a:gd name="connsiteX3" fmla="*/ 503163 w 1978336"/>
              <a:gd name="connsiteY3" fmla="*/ 886968 h 886968"/>
              <a:gd name="connsiteX4" fmla="*/ 0 w 197833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8336" h="886968">
                <a:moveTo>
                  <a:pt x="0" y="0"/>
                </a:moveTo>
                <a:lnTo>
                  <a:pt x="1978336" y="0"/>
                </a:lnTo>
                <a:lnTo>
                  <a:pt x="1978336" y="886968"/>
                </a:lnTo>
                <a:lnTo>
                  <a:pt x="503163"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8" name="Freeform: Shape 57">
            <a:extLst>
              <a:ext uri="{FF2B5EF4-FFF2-40B4-BE49-F238E27FC236}">
                <a16:creationId xmlns:a16="http://schemas.microsoft.com/office/drawing/2014/main" id="{114B26FE-D6F2-4594-B0B2-B71213805634}"/>
              </a:ext>
            </a:extLst>
          </p:cNvPr>
          <p:cNvSpPr/>
          <p:nvPr/>
        </p:nvSpPr>
        <p:spPr>
          <a:xfrm>
            <a:off x="-32816" y="-16814"/>
            <a:ext cx="2005577" cy="886968"/>
          </a:xfrm>
          <a:custGeom>
            <a:avLst/>
            <a:gdLst>
              <a:gd name="connsiteX0" fmla="*/ 0 w 2005577"/>
              <a:gd name="connsiteY0" fmla="*/ 0 h 886968"/>
              <a:gd name="connsiteX1" fmla="*/ 2005577 w 2005577"/>
              <a:gd name="connsiteY1" fmla="*/ 0 h 886968"/>
              <a:gd name="connsiteX2" fmla="*/ 1502415 w 2005577"/>
              <a:gd name="connsiteY2" fmla="*/ 886968 h 886968"/>
              <a:gd name="connsiteX3" fmla="*/ 0 w 2005577"/>
              <a:gd name="connsiteY3" fmla="*/ 886968 h 886968"/>
              <a:gd name="connsiteX4" fmla="*/ 0 w 2005577"/>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577" h="886968">
                <a:moveTo>
                  <a:pt x="0" y="0"/>
                </a:moveTo>
                <a:lnTo>
                  <a:pt x="2005577" y="0"/>
                </a:lnTo>
                <a:lnTo>
                  <a:pt x="1502415" y="886968"/>
                </a:lnTo>
                <a:lnTo>
                  <a:pt x="0" y="886968"/>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63" name="Hộp Văn bản 62">
            <a:extLst>
              <a:ext uri="{FF2B5EF4-FFF2-40B4-BE49-F238E27FC236}">
                <a16:creationId xmlns:a16="http://schemas.microsoft.com/office/drawing/2014/main" id="{553F02E3-62CC-62AA-91D5-0C599C5786C1}"/>
              </a:ext>
            </a:extLst>
          </p:cNvPr>
          <p:cNvSpPr txBox="1"/>
          <p:nvPr/>
        </p:nvSpPr>
        <p:spPr>
          <a:xfrm>
            <a:off x="3186113" y="285377"/>
            <a:ext cx="4572000" cy="1169551"/>
          </a:xfrm>
          <a:prstGeom prst="rect">
            <a:avLst/>
          </a:prstGeom>
          <a:noFill/>
        </p:spPr>
        <p:txBody>
          <a:bodyPr wrap="square">
            <a:spAutoFit/>
          </a:bodyPr>
          <a:lstStyle/>
          <a:p>
            <a:pPr rtl="0">
              <a:spcBef>
                <a:spcPts val="1200"/>
              </a:spcBef>
              <a:spcAft>
                <a:spcPts val="1200"/>
              </a:spcAft>
              <a:buNone/>
            </a:pPr>
            <a:r>
              <a:rPr lang="en-US" sz="20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So </a:t>
            </a:r>
            <a:r>
              <a:rPr lang="en-US" sz="20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sánh</a:t>
            </a:r>
            <a:r>
              <a:rPr lang="en-US" sz="20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20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BERTopic</a:t>
            </a:r>
            <a:r>
              <a:rPr lang="en-US" sz="20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20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và</a:t>
            </a:r>
            <a:r>
              <a:rPr lang="en-US" sz="20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LDA</a:t>
            </a: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en-US" sz="2000" b="1" dirty="0">
                <a:latin typeface="Calibri" panose="020F0502020204030204" pitchFamily="34" charset="0"/>
                <a:ea typeface="Calibri" panose="020F0502020204030204" pitchFamily="34" charset="0"/>
                <a:cs typeface="Calibri" panose="020F0502020204030204" pitchFamily="34" charset="0"/>
              </a:rPr>
            </a:b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
        <p:nvSpPr>
          <p:cNvPr id="65" name="Rectangle 2">
            <a:extLst>
              <a:ext uri="{FF2B5EF4-FFF2-40B4-BE49-F238E27FC236}">
                <a16:creationId xmlns:a16="http://schemas.microsoft.com/office/drawing/2014/main" id="{FDFCA17C-C412-B9B5-B54C-D02A6AD8ED1A}"/>
              </a:ext>
            </a:extLst>
          </p:cNvPr>
          <p:cNvSpPr>
            <a:spLocks noChangeArrowheads="1"/>
          </p:cNvSpPr>
          <p:nvPr/>
        </p:nvSpPr>
        <p:spPr bwMode="auto">
          <a:xfrm>
            <a:off x="1676018" y="810441"/>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66" name="Hộp Văn bản 65">
            <a:extLst>
              <a:ext uri="{FF2B5EF4-FFF2-40B4-BE49-F238E27FC236}">
                <a16:creationId xmlns:a16="http://schemas.microsoft.com/office/drawing/2014/main" id="{1FE2C910-ED2A-011B-C141-E295659A4102}"/>
              </a:ext>
            </a:extLst>
          </p:cNvPr>
          <p:cNvSpPr txBox="1"/>
          <p:nvPr/>
        </p:nvSpPr>
        <p:spPr>
          <a:xfrm>
            <a:off x="168308" y="4095315"/>
            <a:ext cx="8810592" cy="1436291"/>
          </a:xfrm>
          <a:prstGeom prst="rect">
            <a:avLst/>
          </a:prstGeom>
          <a:noFill/>
        </p:spPr>
        <p:txBody>
          <a:bodyPr wrap="square">
            <a:spAutoFit/>
          </a:bodyPr>
          <a:lstStyle/>
          <a:p>
            <a:pPr algn="just" rtl="0">
              <a:spcBef>
                <a:spcPts val="1400"/>
              </a:spcBef>
              <a:spcAft>
                <a:spcPts val="400"/>
              </a:spcAft>
              <a:buNone/>
            </a:pPr>
            <a:r>
              <a:rPr lang="vi-VN" sz="14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Nhận định: </a:t>
            </a:r>
            <a:r>
              <a:rPr lang="vi-VN" sz="14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Cả hai mô hình đều nhận diện được cụm Âm nhạc/Giải trí và Thể thao là chủ đề chính. Tuy nhiên, </a:t>
            </a:r>
            <a:r>
              <a:rPr lang="vi-VN" sz="14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BERTopic</a:t>
            </a:r>
            <a:r>
              <a:rPr lang="vi-VN" sz="14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cho kết quả mạch lạc hơn, đặc biệt trong việc loại nhiễu và diễn giải ngữ nghĩa tự nhiên, bằng cách tách ra 122 cụm chuyên biệt. Ngược lại, LDA chỉ tạo ra 10 cụm có xu hướng dàn đều và trùng lặp từ khóa (ví dụ: Chủ đề 0 chiếm 23.1% và bị trộn lẫn), khiến nó kém hiệu quả hơn trong việc phân tích sâu cấu trúc nội dung.</a:t>
            </a:r>
            <a:endParaRPr lang="vi-VN" sz="1400" b="0" dirty="0">
              <a:effectLst/>
              <a:latin typeface="Calibri" panose="020F0502020204030204" pitchFamily="34" charset="0"/>
              <a:ea typeface="Calibri" panose="020F0502020204030204" pitchFamily="34" charset="0"/>
              <a:cs typeface="Calibri" panose="020F0502020204030204" pitchFamily="34" charset="0"/>
            </a:endParaRPr>
          </a:p>
          <a:p>
            <a:pPr algn="just">
              <a:buNone/>
            </a:pPr>
            <a:br>
              <a:rPr lang="vi-VN" sz="1400" dirty="0">
                <a:latin typeface="Calibri" panose="020F0502020204030204" pitchFamily="34" charset="0"/>
                <a:ea typeface="Calibri" panose="020F0502020204030204" pitchFamily="34" charset="0"/>
                <a:cs typeface="Calibri" panose="020F0502020204030204" pitchFamily="34" charset="0"/>
              </a:rPr>
            </a:br>
            <a:endParaRPr lang="en-US" sz="14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 name="Bảng 1">
            <a:extLst>
              <a:ext uri="{FF2B5EF4-FFF2-40B4-BE49-F238E27FC236}">
                <a16:creationId xmlns:a16="http://schemas.microsoft.com/office/drawing/2014/main" id="{D75D6210-A582-5D8B-6059-EE1EEF25F5C2}"/>
              </a:ext>
            </a:extLst>
          </p:cNvPr>
          <p:cNvGraphicFramePr>
            <a:graphicFrameLocks noGrp="1"/>
          </p:cNvGraphicFramePr>
          <p:nvPr>
            <p:extLst>
              <p:ext uri="{D42A27DB-BD31-4B8C-83A1-F6EECF244321}">
                <p14:modId xmlns:p14="http://schemas.microsoft.com/office/powerpoint/2010/main" val="4161206469"/>
              </p:ext>
            </p:extLst>
          </p:nvPr>
        </p:nvGraphicFramePr>
        <p:xfrm>
          <a:off x="168308" y="1022785"/>
          <a:ext cx="8810592" cy="2946580"/>
        </p:xfrm>
        <a:graphic>
          <a:graphicData uri="http://schemas.openxmlformats.org/drawingml/2006/table">
            <a:tbl>
              <a:tblPr/>
              <a:tblGrid>
                <a:gridCol w="1948759">
                  <a:extLst>
                    <a:ext uri="{9D8B030D-6E8A-4147-A177-3AD203B41FA5}">
                      <a16:colId xmlns:a16="http://schemas.microsoft.com/office/drawing/2014/main" val="1111164005"/>
                    </a:ext>
                  </a:extLst>
                </a:gridCol>
                <a:gridCol w="3870074">
                  <a:extLst>
                    <a:ext uri="{9D8B030D-6E8A-4147-A177-3AD203B41FA5}">
                      <a16:colId xmlns:a16="http://schemas.microsoft.com/office/drawing/2014/main" val="1298058960"/>
                    </a:ext>
                  </a:extLst>
                </a:gridCol>
                <a:gridCol w="2991759">
                  <a:extLst>
                    <a:ext uri="{9D8B030D-6E8A-4147-A177-3AD203B41FA5}">
                      <a16:colId xmlns:a16="http://schemas.microsoft.com/office/drawing/2014/main" val="3900988983"/>
                    </a:ext>
                  </a:extLst>
                </a:gridCol>
              </a:tblGrid>
              <a:tr h="125028">
                <a:tc>
                  <a:txBody>
                    <a:bodyPr/>
                    <a:lstStyle/>
                    <a:p>
                      <a:pPr algn="ctr" rtl="0" fontAlgn="t">
                        <a:buNone/>
                      </a:pP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Tiêu</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chí</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500" b="1" i="0" u="none" strike="noStrike">
                          <a:solidFill>
                            <a:srgbClr val="1F1F1F"/>
                          </a:solidFill>
                          <a:effectLst/>
                          <a:latin typeface="Calibri" panose="020F0502020204030204" pitchFamily="34" charset="0"/>
                          <a:ea typeface="Calibri" panose="020F0502020204030204" pitchFamily="34" charset="0"/>
                          <a:cs typeface="Calibri" panose="020F0502020204030204" pitchFamily="34" charset="0"/>
                        </a:rPr>
                        <a:t>BerTopic</a:t>
                      </a:r>
                      <a:endParaRPr lang="en-US" sz="150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500" b="1" i="0" u="none" strike="noStrike">
                          <a:solidFill>
                            <a:srgbClr val="1F1F1F"/>
                          </a:solidFill>
                          <a:effectLst/>
                          <a:latin typeface="Calibri" panose="020F0502020204030204" pitchFamily="34" charset="0"/>
                          <a:ea typeface="Calibri" panose="020F0502020204030204" pitchFamily="34" charset="0"/>
                          <a:cs typeface="Calibri" panose="020F0502020204030204" pitchFamily="34" charset="0"/>
                        </a:rPr>
                        <a:t>LDA</a:t>
                      </a:r>
                      <a:endParaRPr lang="en-US" sz="150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4880981"/>
                  </a:ext>
                </a:extLst>
              </a:tr>
              <a:tr h="125028">
                <a:tc>
                  <a:txBody>
                    <a:bodyPr/>
                    <a:lstStyle/>
                    <a:p>
                      <a:pPr algn="ctr" rtl="0" fontAlgn="t">
                        <a:buNone/>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Số lượng cụm</a:t>
                      </a:r>
                      <a:endParaRPr lang="vi-VN"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122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cụm</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phân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mảnh</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cao</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500" b="0" i="0" u="none" strike="noStrike">
                          <a:solidFill>
                            <a:srgbClr val="1F1F1F"/>
                          </a:solidFill>
                          <a:effectLst/>
                          <a:latin typeface="Calibri" panose="020F0502020204030204" pitchFamily="34" charset="0"/>
                          <a:ea typeface="Calibri" panose="020F0502020204030204" pitchFamily="34" charset="0"/>
                          <a:cs typeface="Calibri" panose="020F0502020204030204" pitchFamily="34" charset="0"/>
                        </a:rPr>
                        <a:t>10 cụm (tổng hợp cao)</a:t>
                      </a:r>
                      <a:endParaRPr lang="en-US" sz="150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97870"/>
                  </a:ext>
                </a:extLst>
              </a:tr>
              <a:tr h="306499">
                <a:tc>
                  <a:txBody>
                    <a:bodyPr/>
                    <a:lstStyle/>
                    <a:p>
                      <a:pPr algn="ctr" rtl="0" fontAlgn="t">
                        <a:buNone/>
                      </a:pPr>
                      <a:r>
                        <a:rPr lang="en-US" sz="1500" b="0" i="0" u="none" strike="noStrike">
                          <a:solidFill>
                            <a:srgbClr val="1F1F1F"/>
                          </a:solidFill>
                          <a:effectLst/>
                          <a:latin typeface="Calibri" panose="020F0502020204030204" pitchFamily="34" charset="0"/>
                          <a:ea typeface="Calibri" panose="020F0502020204030204" pitchFamily="34" charset="0"/>
                          <a:cs typeface="Calibri" panose="020F0502020204030204" pitchFamily="34" charset="0"/>
                        </a:rPr>
                        <a:t>Tính Chuyên biệt</a:t>
                      </a:r>
                      <a:endParaRPr lang="en-US" sz="150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Cao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Fine-Grained</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Tách được các cụm ngách rất chi tiết như </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Tôn giáo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1"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Gaming</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Nhảy múa</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thành các nhóm riêng biệt.</a:t>
                      </a:r>
                      <a:endParaRPr lang="vi-VN"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Thấp</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(Broad): Các chủ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đề</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chi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tiết</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bị</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hòa</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lẫn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vào</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các</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cụm</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lớn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và</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không</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chuyên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biệt</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ví</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dụ</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Chủ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đề</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0).</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3099836"/>
                  </a:ext>
                </a:extLst>
              </a:tr>
              <a:tr h="306499">
                <a:tc>
                  <a:txBody>
                    <a:bodyPr/>
                    <a:lstStyle/>
                    <a:p>
                      <a:pPr algn="ctr" rtl="0" fontAlgn="t">
                        <a:buNone/>
                      </a:pPr>
                      <a:r>
                        <a:rPr lang="en-US" sz="1500" b="0" i="0" u="none" strike="noStrike">
                          <a:solidFill>
                            <a:srgbClr val="1F1F1F"/>
                          </a:solidFill>
                          <a:effectLst/>
                          <a:latin typeface="Calibri" panose="020F0502020204030204" pitchFamily="34" charset="0"/>
                          <a:ea typeface="Calibri" panose="020F0502020204030204" pitchFamily="34" charset="0"/>
                          <a:cs typeface="Calibri" panose="020F0502020204030204" pitchFamily="34" charset="0"/>
                        </a:rPr>
                        <a:t>Xử lý Nhiễu</a:t>
                      </a:r>
                      <a:endParaRPr lang="en-US" sz="150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Tách</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cụm</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nhiễu</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Topic -1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Topic 0 (Spam/Bot)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rõ</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ràng</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Dữ liệu nhiễu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outlier</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bị pha trộn vào các cụm lớn hơn, làm giảm độ sạch của từ khóa.</a:t>
                      </a:r>
                      <a:endParaRPr lang="vi-VN"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8053183"/>
                  </a:ext>
                </a:extLst>
              </a:tr>
              <a:tr h="306499">
                <a:tc>
                  <a:txBody>
                    <a:bodyPr/>
                    <a:lstStyle/>
                    <a:p>
                      <a:pPr algn="ctr" rtl="0" fontAlgn="t">
                        <a:buNone/>
                      </a:pPr>
                      <a:r>
                        <a:rPr lang="en-US" sz="1500" b="0" i="0" u="none" strike="noStrike">
                          <a:solidFill>
                            <a:srgbClr val="1F1F1F"/>
                          </a:solidFill>
                          <a:effectLst/>
                          <a:latin typeface="Calibri" panose="020F0502020204030204" pitchFamily="34" charset="0"/>
                          <a:ea typeface="Calibri" panose="020F0502020204030204" pitchFamily="34" charset="0"/>
                          <a:cs typeface="Calibri" panose="020F0502020204030204" pitchFamily="34" charset="0"/>
                        </a:rPr>
                        <a:t>Đánh giá</a:t>
                      </a:r>
                      <a:endParaRPr lang="en-US" sz="150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t">
                        <a:buNone/>
                      </a:pPr>
                      <a:r>
                        <a:rPr lang="vi-VN" sz="15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Phù hợp cho việc khám phá xu hướng vi mô (micro-trends) và hiểu sâu về từng ngách nội dung cụ thể.</a:t>
                      </a:r>
                      <a:endParaRPr lang="vi-VN" sz="150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Phù</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hợp</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để</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nắm</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bắt</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bản</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chất</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chung</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(macro-level)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của</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dữ</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liệu</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các</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mô</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hình</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hành</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vi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giao</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tiếp</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phổ</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quát</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43198" marR="43198" marT="43198" marB="4319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2567019"/>
                  </a:ext>
                </a:extLst>
              </a:tr>
            </a:tbl>
          </a:graphicData>
        </a:graphic>
      </p:graphicFrame>
      <p:sp>
        <p:nvSpPr>
          <p:cNvPr id="3" name="Rectangle 1">
            <a:extLst>
              <a:ext uri="{FF2B5EF4-FFF2-40B4-BE49-F238E27FC236}">
                <a16:creationId xmlns:a16="http://schemas.microsoft.com/office/drawing/2014/main" id="{3427FC19-4BA9-EB99-F191-AA8B42EF6108}"/>
              </a:ext>
            </a:extLst>
          </p:cNvPr>
          <p:cNvSpPr>
            <a:spLocks noChangeArrowheads="1"/>
          </p:cNvSpPr>
          <p:nvPr/>
        </p:nvSpPr>
        <p:spPr bwMode="auto">
          <a:xfrm>
            <a:off x="3186113" y="12763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60245237"/>
      </p:ext>
    </p:extLst>
  </p:cSld>
  <p:clrMapOvr>
    <a:masterClrMapping/>
  </p:clrMapOvr>
  <p:transition spd="slow">
    <p:push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B759C-7781-5D71-6910-38B62B126846}"/>
            </a:ext>
          </a:extLst>
        </p:cNvPr>
        <p:cNvGrpSpPr/>
        <p:nvPr/>
      </p:nvGrpSpPr>
      <p:grpSpPr>
        <a:xfrm>
          <a:off x="0" y="0"/>
          <a:ext cx="0" cy="0"/>
          <a:chOff x="0" y="0"/>
          <a:chExt cx="0" cy="0"/>
        </a:xfrm>
      </p:grpSpPr>
      <p:sp>
        <p:nvSpPr>
          <p:cNvPr id="21" name="Freeform: Shape 20">
            <a:extLst>
              <a:ext uri="{FF2B5EF4-FFF2-40B4-BE49-F238E27FC236}">
                <a16:creationId xmlns:a16="http://schemas.microsoft.com/office/drawing/2014/main" id="{20321C45-8529-193F-B689-B3CAE6C64C46}"/>
              </a:ext>
            </a:extLst>
          </p:cNvPr>
          <p:cNvSpPr/>
          <p:nvPr/>
        </p:nvSpPr>
        <p:spPr>
          <a:xfrm rot="12573931" flipH="1" flipV="1">
            <a:off x="-21260" y="-699532"/>
            <a:ext cx="2258802" cy="2052858"/>
          </a:xfrm>
          <a:custGeom>
            <a:avLst/>
            <a:gdLst>
              <a:gd name="connsiteX0" fmla="*/ 0 w 2258802"/>
              <a:gd name="connsiteY0" fmla="*/ 1281381 h 2052858"/>
              <a:gd name="connsiteX1" fmla="*/ 2258802 w 2258802"/>
              <a:gd name="connsiteY1" fmla="*/ 0 h 2052858"/>
              <a:gd name="connsiteX2" fmla="*/ 2258802 w 2258802"/>
              <a:gd name="connsiteY2" fmla="*/ 1019747 h 2052858"/>
              <a:gd name="connsiteX3" fmla="*/ 437646 w 2258802"/>
              <a:gd name="connsiteY3" fmla="*/ 2052858 h 2052858"/>
            </a:gdLst>
            <a:ahLst/>
            <a:cxnLst>
              <a:cxn ang="0">
                <a:pos x="connsiteX0" y="connsiteY0"/>
              </a:cxn>
              <a:cxn ang="0">
                <a:pos x="connsiteX1" y="connsiteY1"/>
              </a:cxn>
              <a:cxn ang="0">
                <a:pos x="connsiteX2" y="connsiteY2"/>
              </a:cxn>
              <a:cxn ang="0">
                <a:pos x="connsiteX3" y="connsiteY3"/>
              </a:cxn>
            </a:cxnLst>
            <a:rect l="l" t="t" r="r" b="b"/>
            <a:pathLst>
              <a:path w="2258802" h="2052858">
                <a:moveTo>
                  <a:pt x="0" y="1281381"/>
                </a:moveTo>
                <a:lnTo>
                  <a:pt x="2258802" y="0"/>
                </a:lnTo>
                <a:lnTo>
                  <a:pt x="2258802" y="1019747"/>
                </a:lnTo>
                <a:lnTo>
                  <a:pt x="437646" y="2052858"/>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0305E57D-6B2F-5A1A-0BB9-EFE02D0AA04D}"/>
              </a:ext>
            </a:extLst>
          </p:cNvPr>
          <p:cNvGrpSpPr/>
          <p:nvPr/>
        </p:nvGrpSpPr>
        <p:grpSpPr>
          <a:xfrm>
            <a:off x="1311352" y="438910"/>
            <a:ext cx="7832648" cy="4974893"/>
            <a:chOff x="1311352" y="438910"/>
            <a:chExt cx="7832648" cy="4974893"/>
          </a:xfrm>
        </p:grpSpPr>
        <p:sp>
          <p:nvSpPr>
            <p:cNvPr id="15" name="Rectangle 14">
              <a:extLst>
                <a:ext uri="{FF2B5EF4-FFF2-40B4-BE49-F238E27FC236}">
                  <a16:creationId xmlns:a16="http://schemas.microsoft.com/office/drawing/2014/main" id="{5B61EA3C-78CF-650C-88A8-BFD95A5AE9AF}"/>
                </a:ext>
              </a:extLst>
            </p:cNvPr>
            <p:cNvSpPr/>
            <p:nvPr userDrawn="1"/>
          </p:nvSpPr>
          <p:spPr>
            <a:xfrm>
              <a:off x="8458200" y="438910"/>
              <a:ext cx="685800" cy="49743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nvGrpSpPr>
            <p:cNvPr id="16" name="Graphic 18">
              <a:extLst>
                <a:ext uri="{FF2B5EF4-FFF2-40B4-BE49-F238E27FC236}">
                  <a16:creationId xmlns:a16="http://schemas.microsoft.com/office/drawing/2014/main" id="{B4987DE9-C2D6-57CF-715B-D158743FBFA8}"/>
                </a:ext>
              </a:extLst>
            </p:cNvPr>
            <p:cNvGrpSpPr/>
            <p:nvPr userDrawn="1"/>
          </p:nvGrpSpPr>
          <p:grpSpPr>
            <a:xfrm flipH="1" flipV="1">
              <a:off x="1311352" y="438910"/>
              <a:ext cx="7624828" cy="4974893"/>
              <a:chOff x="0" y="-241738"/>
              <a:chExt cx="7624828" cy="4974893"/>
            </a:xfrm>
            <a:solidFill>
              <a:schemeClr val="accent1"/>
            </a:solidFill>
          </p:grpSpPr>
          <p:sp>
            <p:nvSpPr>
              <p:cNvPr id="17" name="Freeform: Shape 16">
                <a:extLst>
                  <a:ext uri="{FF2B5EF4-FFF2-40B4-BE49-F238E27FC236}">
                    <a16:creationId xmlns:a16="http://schemas.microsoft.com/office/drawing/2014/main" id="{F6EAA042-78D0-0A9E-B0E3-BB6781028026}"/>
                  </a:ext>
                </a:extLst>
              </p:cNvPr>
              <p:cNvSpPr/>
              <p:nvPr/>
            </p:nvSpPr>
            <p:spPr>
              <a:xfrm>
                <a:off x="2299141"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4"/>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Freeform: Shape 17">
                <a:extLst>
                  <a:ext uri="{FF2B5EF4-FFF2-40B4-BE49-F238E27FC236}">
                    <a16:creationId xmlns:a16="http://schemas.microsoft.com/office/drawing/2014/main" id="{4C375A19-61B9-B032-9572-8642C6880661}"/>
                  </a:ext>
                </a:extLst>
              </p:cNvPr>
              <p:cNvSpPr/>
              <p:nvPr/>
            </p:nvSpPr>
            <p:spPr>
              <a:xfrm>
                <a:off x="1615777"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3"/>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58D4C7FB-4671-EEEB-F23B-1B34510B7417}"/>
                  </a:ext>
                </a:extLst>
              </p:cNvPr>
              <p:cNvSpPr/>
              <p:nvPr/>
            </p:nvSpPr>
            <p:spPr>
              <a:xfrm>
                <a:off x="826111"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5852" y="4862519"/>
                      <a:pt x="3359116" y="4680288"/>
                    </a:cubicBezTo>
                    <a:close/>
                  </a:path>
                </a:pathLst>
              </a:custGeom>
              <a:solidFill>
                <a:schemeClr val="accent2"/>
              </a:solidFill>
              <a:ln w="30359"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0" name="Freeform: Shape 19">
                <a:extLst>
                  <a:ext uri="{FF2B5EF4-FFF2-40B4-BE49-F238E27FC236}">
                    <a16:creationId xmlns:a16="http://schemas.microsoft.com/office/drawing/2014/main" id="{11DEBE4B-3758-31AA-2DD3-554158D2D936}"/>
                  </a:ext>
                </a:extLst>
              </p:cNvPr>
              <p:cNvSpPr/>
              <p:nvPr/>
            </p:nvSpPr>
            <p:spPr>
              <a:xfrm>
                <a:off x="0" y="-241738"/>
                <a:ext cx="5325686" cy="4974893"/>
              </a:xfrm>
              <a:custGeom>
                <a:avLst/>
                <a:gdLst>
                  <a:gd name="connsiteX0" fmla="*/ 3359116 w 5325686"/>
                  <a:gd name="connsiteY0" fmla="*/ 4680288 h 4974893"/>
                  <a:gd name="connsiteX1" fmla="*/ 5248239 w 5325686"/>
                  <a:gd name="connsiteY1" fmla="*/ 1406212 h 4974893"/>
                  <a:gd name="connsiteX2" fmla="*/ 5248239 w 5325686"/>
                  <a:gd name="connsiteY2" fmla="*/ 823075 h 4974893"/>
                  <a:gd name="connsiteX3" fmla="*/ 4774440 w 5325686"/>
                  <a:gd name="connsiteY3" fmla="*/ 0 h 4974893"/>
                  <a:gd name="connsiteX4" fmla="*/ 0 w 5325686"/>
                  <a:gd name="connsiteY4" fmla="*/ 0 h 4974893"/>
                  <a:gd name="connsiteX5" fmla="*/ 0 w 5325686"/>
                  <a:gd name="connsiteY5" fmla="*/ 4974894 h 4974893"/>
                  <a:gd name="connsiteX6" fmla="*/ 2851908 w 5325686"/>
                  <a:gd name="connsiteY6" fmla="*/ 4974894 h 4974893"/>
                  <a:gd name="connsiteX7" fmla="*/ 3359116 w 5325686"/>
                  <a:gd name="connsiteY7" fmla="*/ 4680288 h 497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5686" h="4974893">
                    <a:moveTo>
                      <a:pt x="3359116" y="4680288"/>
                    </a:moveTo>
                    <a:lnTo>
                      <a:pt x="5248239" y="1406212"/>
                    </a:lnTo>
                    <a:cubicBezTo>
                      <a:pt x="5351503" y="1223982"/>
                      <a:pt x="5351503" y="1002268"/>
                      <a:pt x="5248239" y="823075"/>
                    </a:cubicBezTo>
                    <a:lnTo>
                      <a:pt x="4774440" y="0"/>
                    </a:lnTo>
                    <a:lnTo>
                      <a:pt x="0" y="0"/>
                    </a:lnTo>
                    <a:lnTo>
                      <a:pt x="0" y="4974894"/>
                    </a:lnTo>
                    <a:lnTo>
                      <a:pt x="2851908" y="4974894"/>
                    </a:lnTo>
                    <a:cubicBezTo>
                      <a:pt x="3061473" y="4974894"/>
                      <a:pt x="3252815" y="4862519"/>
                      <a:pt x="3359116" y="4680288"/>
                    </a:cubicBezTo>
                    <a:close/>
                  </a:path>
                </a:pathLst>
              </a:custGeom>
              <a:solidFill>
                <a:schemeClr val="accent1"/>
              </a:solidFill>
              <a:ln w="30359" cap="flat">
                <a:noFill/>
                <a:prstDash val="solid"/>
                <a:miter/>
              </a:ln>
            </p:spPr>
            <p:txBody>
              <a:bodyPr rtlCol="0" anchor="ctr"/>
              <a:lstStyle/>
              <a:p>
                <a:endParaRPr lang="en-US" dirty="0">
                  <a:latin typeface="Calibri" panose="020F0502020204030204" pitchFamily="34" charset="0"/>
                  <a:ea typeface="Calibri" panose="020F0502020204030204" pitchFamily="34" charset="0"/>
                  <a:cs typeface="Calibri" panose="020F0502020204030204" pitchFamily="34" charset="0"/>
                </a:endParaRPr>
              </a:p>
            </p:txBody>
          </p:sp>
        </p:grpSp>
      </p:grpSp>
      <p:sp>
        <p:nvSpPr>
          <p:cNvPr id="7" name="Text Placeholder 6">
            <a:extLst>
              <a:ext uri="{FF2B5EF4-FFF2-40B4-BE49-F238E27FC236}">
                <a16:creationId xmlns:a16="http://schemas.microsoft.com/office/drawing/2014/main" id="{506F22A9-DB25-5F68-F394-B354656230C6}"/>
              </a:ext>
            </a:extLst>
          </p:cNvPr>
          <p:cNvSpPr>
            <a:spLocks noGrp="1"/>
          </p:cNvSpPr>
          <p:nvPr>
            <p:ph type="body" sz="quarter" idx="12"/>
          </p:nvPr>
        </p:nvSpPr>
        <p:spPr>
          <a:xfrm>
            <a:off x="788246" y="2871901"/>
            <a:ext cx="8211378" cy="713646"/>
          </a:xfrm>
        </p:spPr>
        <p:txBody>
          <a:bodyPr/>
          <a:lstStyle/>
          <a:p>
            <a:r>
              <a:rPr lang="vi-VN" sz="5000" dirty="0">
                <a:latin typeface="Calibri" panose="020F0502020204030204" pitchFamily="34" charset="0"/>
                <a:ea typeface="Calibri" panose="020F0502020204030204" pitchFamily="34" charset="0"/>
                <a:cs typeface="Calibri" panose="020F0502020204030204" pitchFamily="34" charset="0"/>
              </a:rPr>
              <a:t>Phân tích</a:t>
            </a:r>
          </a:p>
          <a:p>
            <a:r>
              <a:rPr lang="vi-VN" sz="5000" dirty="0">
                <a:latin typeface="Calibri" panose="020F0502020204030204" pitchFamily="34" charset="0"/>
                <a:ea typeface="Calibri" panose="020F0502020204030204" pitchFamily="34" charset="0"/>
                <a:cs typeface="Calibri" panose="020F0502020204030204" pitchFamily="34" charset="0"/>
              </a:rPr>
              <a:t>Mức độ tương tác</a:t>
            </a:r>
          </a:p>
          <a:p>
            <a:r>
              <a:rPr lang="vi-VN" sz="5000" dirty="0" err="1">
                <a:latin typeface="Calibri" panose="020F0502020204030204" pitchFamily="34" charset="0"/>
                <a:ea typeface="Calibri" panose="020F0502020204030204" pitchFamily="34" charset="0"/>
                <a:cs typeface="Calibri" panose="020F0502020204030204" pitchFamily="34" charset="0"/>
              </a:rPr>
              <a:t>Engagement</a:t>
            </a:r>
            <a:r>
              <a:rPr lang="vi-VN" sz="5000" dirty="0">
                <a:latin typeface="Calibri" panose="020F0502020204030204" pitchFamily="34" charset="0"/>
                <a:ea typeface="Calibri" panose="020F0502020204030204" pitchFamily="34" charset="0"/>
                <a:cs typeface="Calibri" panose="020F0502020204030204" pitchFamily="34" charset="0"/>
              </a:rPr>
              <a:t> </a:t>
            </a:r>
            <a:r>
              <a:rPr lang="vi-VN" sz="5000" dirty="0" err="1">
                <a:latin typeface="Calibri" panose="020F0502020204030204" pitchFamily="34" charset="0"/>
                <a:ea typeface="Calibri" panose="020F0502020204030204" pitchFamily="34" charset="0"/>
                <a:cs typeface="Calibri" panose="020F0502020204030204" pitchFamily="34" charset="0"/>
              </a:rPr>
              <a:t>Analysis</a:t>
            </a:r>
            <a:endParaRPr lang="en-US" sz="50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CA645CCB-CD28-7061-042A-836E31ECB27D}"/>
              </a:ext>
            </a:extLst>
          </p:cNvPr>
          <p:cNvSpPr>
            <a:spLocks noGrp="1"/>
          </p:cNvSpPr>
          <p:nvPr>
            <p:ph type="body" sz="quarter" idx="16"/>
          </p:nvPr>
        </p:nvSpPr>
        <p:spPr/>
        <p:txBody>
          <a:bodyPr/>
          <a:lstStyle/>
          <a:p>
            <a:r>
              <a:rPr lang="vi-VN" dirty="0">
                <a:latin typeface="Calibri" panose="020F0502020204030204" pitchFamily="34" charset="0"/>
                <a:ea typeface="Calibri" panose="020F0502020204030204" pitchFamily="34" charset="0"/>
              </a:rPr>
              <a:t>03</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6148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608E8-E759-98C1-9590-48EF7CF05F07}"/>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953D4058-B52D-88AF-30A3-E3C0083089E0}"/>
              </a:ext>
            </a:extLst>
          </p:cNvPr>
          <p:cNvGrpSpPr/>
          <p:nvPr/>
        </p:nvGrpSpPr>
        <p:grpSpPr>
          <a:xfrm>
            <a:off x="6169675" y="1198679"/>
            <a:ext cx="3994785" cy="4204917"/>
            <a:chOff x="6169675" y="1198679"/>
            <a:chExt cx="3994785" cy="4204917"/>
          </a:xfrm>
        </p:grpSpPr>
        <p:sp>
          <p:nvSpPr>
            <p:cNvPr id="56" name="Freeform: Shape 55">
              <a:extLst>
                <a:ext uri="{FF2B5EF4-FFF2-40B4-BE49-F238E27FC236}">
                  <a16:creationId xmlns:a16="http://schemas.microsoft.com/office/drawing/2014/main" id="{107B7734-C555-B3C8-BBDF-17C2912C73F8}"/>
                </a:ext>
              </a:extLst>
            </p:cNvPr>
            <p:cNvSpPr/>
            <p:nvPr/>
          </p:nvSpPr>
          <p:spPr>
            <a:xfrm rot="20123205" flipH="1">
              <a:off x="6169675" y="1374819"/>
              <a:ext cx="3994785" cy="4028777"/>
            </a:xfrm>
            <a:custGeom>
              <a:avLst/>
              <a:gdLst>
                <a:gd name="connsiteX0" fmla="*/ 0 w 3994785"/>
                <a:gd name="connsiteY0" fmla="*/ 0 h 4028777"/>
                <a:gd name="connsiteX1" fmla="*/ 1845646 w 3994785"/>
                <a:gd name="connsiteY1" fmla="*/ 4028777 h 4028777"/>
                <a:gd name="connsiteX2" fmla="*/ 3782021 w 3994785"/>
                <a:gd name="connsiteY2" fmla="*/ 3141693 h 4028777"/>
                <a:gd name="connsiteX3" fmla="*/ 3917177 w 3994785"/>
                <a:gd name="connsiteY3" fmla="*/ 2907557 h 4028777"/>
                <a:gd name="connsiteX4" fmla="*/ 3917177 w 3994785"/>
                <a:gd name="connsiteY4" fmla="*/ 2327503 h 4028777"/>
                <a:gd name="connsiteX5" fmla="*/ 2739581 w 3994785"/>
                <a:gd name="connsiteY5" fmla="*/ 290028 h 4028777"/>
                <a:gd name="connsiteX6" fmla="*/ 2238228 w 3994785"/>
                <a:gd name="connsiteY6" fmla="*/ 0 h 402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94785" h="4028777">
                  <a:moveTo>
                    <a:pt x="0" y="0"/>
                  </a:moveTo>
                  <a:lnTo>
                    <a:pt x="1845646" y="4028777"/>
                  </a:lnTo>
                  <a:lnTo>
                    <a:pt x="3782021" y="3141693"/>
                  </a:lnTo>
                  <a:lnTo>
                    <a:pt x="3917177" y="2907557"/>
                  </a:lnTo>
                  <a:cubicBezTo>
                    <a:pt x="4020655" y="2728293"/>
                    <a:pt x="4020655" y="2506765"/>
                    <a:pt x="3917177" y="2327503"/>
                  </a:cubicBezTo>
                  <a:lnTo>
                    <a:pt x="2739581" y="290028"/>
                  </a:lnTo>
                  <a:cubicBezTo>
                    <a:pt x="2636105" y="110764"/>
                    <a:pt x="2445182" y="0"/>
                    <a:pt x="2238228" y="0"/>
                  </a:cubicBez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89" name="Freeform: Shape 88">
              <a:extLst>
                <a:ext uri="{FF2B5EF4-FFF2-40B4-BE49-F238E27FC236}">
                  <a16:creationId xmlns:a16="http://schemas.microsoft.com/office/drawing/2014/main" id="{278197D6-5EB8-A8EC-5BF5-098D9873583C}"/>
                </a:ext>
              </a:extLst>
            </p:cNvPr>
            <p:cNvSpPr/>
            <p:nvPr/>
          </p:nvSpPr>
          <p:spPr>
            <a:xfrm rot="5400000">
              <a:off x="6122570" y="2125201"/>
              <a:ext cx="3947952" cy="2094907"/>
            </a:xfrm>
            <a:custGeom>
              <a:avLst/>
              <a:gdLst>
                <a:gd name="connsiteX0" fmla="*/ 0 w 3947952"/>
                <a:gd name="connsiteY0" fmla="*/ 0 h 2094907"/>
                <a:gd name="connsiteX1" fmla="*/ 3947952 w 3947952"/>
                <a:gd name="connsiteY1" fmla="*/ 0 h 2094907"/>
                <a:gd name="connsiteX2" fmla="*/ 3947952 w 3947952"/>
                <a:gd name="connsiteY2" fmla="*/ 1253003 h 2094907"/>
                <a:gd name="connsiteX3" fmla="*/ 3523403 w 3947952"/>
                <a:gd name="connsiteY3" fmla="*/ 1850766 h 2094907"/>
                <a:gd name="connsiteX4" fmla="*/ 2996053 w 3947952"/>
                <a:gd name="connsiteY4" fmla="*/ 2092353 h 2094907"/>
                <a:gd name="connsiteX5" fmla="*/ 1200525 w 3947952"/>
                <a:gd name="connsiteY5" fmla="*/ 1924210 h 2094907"/>
                <a:gd name="connsiteX6" fmla="*/ 727433 w 3947952"/>
                <a:gd name="connsiteY6" fmla="*/ 1587879 h 2094907"/>
                <a:gd name="connsiteX7" fmla="*/ 0 w 3947952"/>
                <a:gd name="connsiteY7" fmla="*/ 0 h 209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47952" h="2094907">
                  <a:moveTo>
                    <a:pt x="0" y="0"/>
                  </a:moveTo>
                  <a:lnTo>
                    <a:pt x="3947952" y="0"/>
                  </a:lnTo>
                  <a:lnTo>
                    <a:pt x="3947952" y="1253003"/>
                  </a:lnTo>
                  <a:lnTo>
                    <a:pt x="3523403" y="1850766"/>
                  </a:lnTo>
                  <a:cubicBezTo>
                    <a:pt x="3403524" y="2019502"/>
                    <a:pt x="3202124" y="2111766"/>
                    <a:pt x="2996053" y="2092353"/>
                  </a:cubicBezTo>
                  <a:lnTo>
                    <a:pt x="1200525" y="1924210"/>
                  </a:lnTo>
                  <a:cubicBezTo>
                    <a:pt x="992520" y="1904079"/>
                    <a:pt x="813627" y="1776028"/>
                    <a:pt x="727433" y="1587879"/>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98" name="Freeform: Shape 97">
              <a:extLst>
                <a:ext uri="{FF2B5EF4-FFF2-40B4-BE49-F238E27FC236}">
                  <a16:creationId xmlns:a16="http://schemas.microsoft.com/office/drawing/2014/main" id="{F035F188-2C21-49E2-20A7-F0ED5C0C3102}"/>
                </a:ext>
              </a:extLst>
            </p:cNvPr>
            <p:cNvSpPr/>
            <p:nvPr/>
          </p:nvSpPr>
          <p:spPr>
            <a:xfrm>
              <a:off x="7576445" y="1770164"/>
              <a:ext cx="1563629" cy="3392724"/>
            </a:xfrm>
            <a:custGeom>
              <a:avLst/>
              <a:gdLst>
                <a:gd name="connsiteX0" fmla="*/ 1563629 w 1563629"/>
                <a:gd name="connsiteY0" fmla="*/ 0 h 3392724"/>
                <a:gd name="connsiteX1" fmla="*/ 1563629 w 1563629"/>
                <a:gd name="connsiteY1" fmla="*/ 3392724 h 3392724"/>
                <a:gd name="connsiteX2" fmla="*/ 1181976 w 1563629"/>
                <a:gd name="connsiteY2" fmla="*/ 3392724 h 3392724"/>
                <a:gd name="connsiteX3" fmla="*/ 244141 w 1563629"/>
                <a:gd name="connsiteY3" fmla="*/ 2726952 h 3392724"/>
                <a:gd name="connsiteX4" fmla="*/ 2554 w 1563629"/>
                <a:gd name="connsiteY4" fmla="*/ 2199602 h 3392724"/>
                <a:gd name="connsiteX5" fmla="*/ 117763 w 1563629"/>
                <a:gd name="connsiteY5" fmla="*/ 981387 h 3392724"/>
                <a:gd name="connsiteX6" fmla="*/ 454093 w 1563629"/>
                <a:gd name="connsiteY6" fmla="*/ 508296 h 3392724"/>
                <a:gd name="connsiteX7" fmla="*/ 1563629 w 1563629"/>
                <a:gd name="connsiteY7" fmla="*/ 0 h 339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3629" h="3392724">
                  <a:moveTo>
                    <a:pt x="1563629" y="0"/>
                  </a:moveTo>
                  <a:lnTo>
                    <a:pt x="1563629" y="3392724"/>
                  </a:lnTo>
                  <a:lnTo>
                    <a:pt x="1181976" y="3392724"/>
                  </a:lnTo>
                  <a:lnTo>
                    <a:pt x="244141" y="2726952"/>
                  </a:lnTo>
                  <a:cubicBezTo>
                    <a:pt x="75404" y="2607076"/>
                    <a:pt x="-16860" y="2405676"/>
                    <a:pt x="2554" y="2199602"/>
                  </a:cubicBezTo>
                  <a:lnTo>
                    <a:pt x="117763" y="981387"/>
                  </a:lnTo>
                  <a:cubicBezTo>
                    <a:pt x="137176" y="775314"/>
                    <a:pt x="265944" y="594490"/>
                    <a:pt x="454093" y="508296"/>
                  </a:cubicBezTo>
                  <a:lnTo>
                    <a:pt x="1563629"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6" name="Freeform: Shape 105">
              <a:extLst>
                <a:ext uri="{FF2B5EF4-FFF2-40B4-BE49-F238E27FC236}">
                  <a16:creationId xmlns:a16="http://schemas.microsoft.com/office/drawing/2014/main" id="{CE673C17-56F2-DC40-EF4D-B9CAC9E07F97}"/>
                </a:ext>
              </a:extLst>
            </p:cNvPr>
            <p:cNvSpPr/>
            <p:nvPr/>
          </p:nvSpPr>
          <p:spPr>
            <a:xfrm>
              <a:off x="8049470" y="2267630"/>
              <a:ext cx="1094531" cy="2524066"/>
            </a:xfrm>
            <a:custGeom>
              <a:avLst/>
              <a:gdLst>
                <a:gd name="connsiteX0" fmla="*/ 1094531 w 1094531"/>
                <a:gd name="connsiteY0" fmla="*/ 0 h 2524066"/>
                <a:gd name="connsiteX1" fmla="*/ 1094531 w 1094531"/>
                <a:gd name="connsiteY1" fmla="*/ 2524066 h 2524066"/>
                <a:gd name="connsiteX2" fmla="*/ 1024592 w 1094531"/>
                <a:gd name="connsiteY2" fmla="*/ 2512926 h 2524066"/>
                <a:gd name="connsiteX3" fmla="*/ 817193 w 1094531"/>
                <a:gd name="connsiteY3" fmla="*/ 2420351 h 2524066"/>
                <a:gd name="connsiteX4" fmla="*/ 244142 w 1094531"/>
                <a:gd name="connsiteY4" fmla="*/ 2012788 h 2524066"/>
                <a:gd name="connsiteX5" fmla="*/ 2555 w 1094531"/>
                <a:gd name="connsiteY5" fmla="*/ 1485438 h 2524066"/>
                <a:gd name="connsiteX6" fmla="*/ 68152 w 1094531"/>
                <a:gd name="connsiteY6" fmla="*/ 785301 h 2524066"/>
                <a:gd name="connsiteX7" fmla="*/ 404483 w 1094531"/>
                <a:gd name="connsiteY7" fmla="*/ 312209 h 2524066"/>
                <a:gd name="connsiteX8" fmla="*/ 1044457 w 1094531"/>
                <a:gd name="connsiteY8" fmla="*/ 19026 h 2524066"/>
                <a:gd name="connsiteX9" fmla="*/ 1094531 w 1094531"/>
                <a:gd name="connsiteY9" fmla="*/ 0 h 2524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4531" h="2524066">
                  <a:moveTo>
                    <a:pt x="1094531" y="0"/>
                  </a:moveTo>
                  <a:lnTo>
                    <a:pt x="1094531" y="2524066"/>
                  </a:lnTo>
                  <a:lnTo>
                    <a:pt x="1024592" y="2512926"/>
                  </a:lnTo>
                  <a:cubicBezTo>
                    <a:pt x="951100" y="2496295"/>
                    <a:pt x="880469" y="2465305"/>
                    <a:pt x="817193" y="2420351"/>
                  </a:cubicBezTo>
                  <a:lnTo>
                    <a:pt x="244142" y="2012788"/>
                  </a:lnTo>
                  <a:cubicBezTo>
                    <a:pt x="75404" y="1892910"/>
                    <a:pt x="-16860" y="1691510"/>
                    <a:pt x="2555" y="1485438"/>
                  </a:cubicBezTo>
                  <a:lnTo>
                    <a:pt x="68152" y="785301"/>
                  </a:lnTo>
                  <a:cubicBezTo>
                    <a:pt x="87566" y="579227"/>
                    <a:pt x="216333" y="398403"/>
                    <a:pt x="404483" y="312209"/>
                  </a:cubicBezTo>
                  <a:lnTo>
                    <a:pt x="1044457" y="19026"/>
                  </a:lnTo>
                  <a:lnTo>
                    <a:pt x="1094531"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39" name="Freeform: Shape 38">
            <a:extLst>
              <a:ext uri="{FF2B5EF4-FFF2-40B4-BE49-F238E27FC236}">
                <a16:creationId xmlns:a16="http://schemas.microsoft.com/office/drawing/2014/main" id="{9BDB2F31-0F3D-C0A9-BFA2-2639381B9942}"/>
              </a:ext>
            </a:extLst>
          </p:cNvPr>
          <p:cNvSpPr/>
          <p:nvPr/>
        </p:nvSpPr>
        <p:spPr>
          <a:xfrm>
            <a:off x="0" y="4590719"/>
            <a:ext cx="3169376" cy="886968"/>
          </a:xfrm>
          <a:custGeom>
            <a:avLst/>
            <a:gdLst>
              <a:gd name="connsiteX0" fmla="*/ 0 w 3169376"/>
              <a:gd name="connsiteY0" fmla="*/ 0 h 886968"/>
              <a:gd name="connsiteX1" fmla="*/ 2666214 w 3169376"/>
              <a:gd name="connsiteY1" fmla="*/ 0 h 886968"/>
              <a:gd name="connsiteX2" fmla="*/ 3169376 w 3169376"/>
              <a:gd name="connsiteY2" fmla="*/ 886968 h 886968"/>
              <a:gd name="connsiteX3" fmla="*/ 0 w 3169376"/>
              <a:gd name="connsiteY3" fmla="*/ 886968 h 886968"/>
              <a:gd name="connsiteX4" fmla="*/ 0 w 316937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9376" h="886968">
                <a:moveTo>
                  <a:pt x="0" y="0"/>
                </a:moveTo>
                <a:lnTo>
                  <a:pt x="2666214" y="0"/>
                </a:lnTo>
                <a:lnTo>
                  <a:pt x="3169376" y="886968"/>
                </a:lnTo>
                <a:lnTo>
                  <a:pt x="0"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2" name="Hộp Văn bản 1">
            <a:extLst>
              <a:ext uri="{FF2B5EF4-FFF2-40B4-BE49-F238E27FC236}">
                <a16:creationId xmlns:a16="http://schemas.microsoft.com/office/drawing/2014/main" id="{97CA7EDD-755B-A9A0-E188-D791562AF572}"/>
              </a:ext>
            </a:extLst>
          </p:cNvPr>
          <p:cNvSpPr txBox="1"/>
          <p:nvPr/>
        </p:nvSpPr>
        <p:spPr>
          <a:xfrm>
            <a:off x="436019" y="418969"/>
            <a:ext cx="6869556" cy="938719"/>
          </a:xfrm>
          <a:prstGeom prst="rect">
            <a:avLst/>
          </a:prstGeom>
          <a:noFill/>
        </p:spPr>
        <p:txBody>
          <a:bodyPr wrap="square">
            <a:spAutoFit/>
          </a:bodyPr>
          <a:lstStyle/>
          <a:p>
            <a:pPr rtl="0">
              <a:spcBef>
                <a:spcPts val="1200"/>
              </a:spcBef>
              <a:spcAft>
                <a:spcPts val="1200"/>
              </a:spcAft>
              <a:buNone/>
            </a:pP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Mục tiêu: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Đánh giá sức hút và mức độ tương tác của khán giả với nội dung.</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4" name="Hộp Văn bản 3">
            <a:extLst>
              <a:ext uri="{FF2B5EF4-FFF2-40B4-BE49-F238E27FC236}">
                <a16:creationId xmlns:a16="http://schemas.microsoft.com/office/drawing/2014/main" id="{461D18C2-96B5-92E8-4EC5-3613F5855189}"/>
              </a:ext>
            </a:extLst>
          </p:cNvPr>
          <p:cNvSpPr txBox="1"/>
          <p:nvPr/>
        </p:nvSpPr>
        <p:spPr>
          <a:xfrm>
            <a:off x="436019" y="871886"/>
            <a:ext cx="6869556" cy="938719"/>
          </a:xfrm>
          <a:prstGeom prst="rect">
            <a:avLst/>
          </a:prstGeom>
          <a:noFill/>
        </p:spPr>
        <p:txBody>
          <a:bodyPr wrap="square">
            <a:spAutoFit/>
          </a:bodyPr>
          <a:lstStyle/>
          <a:p>
            <a:pPr rtl="0">
              <a:spcBef>
                <a:spcPts val="1200"/>
              </a:spcBef>
              <a:spcAft>
                <a:spcPts val="1200"/>
              </a:spcAft>
              <a:buNone/>
            </a:pP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Dữ</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liệu</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sử</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dụng</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Các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cột</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views, likes, comments, subscribers.</a:t>
            </a:r>
            <a:endParaRPr lang="en-US" sz="15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6" name="Hộp Văn bản 5">
            <a:extLst>
              <a:ext uri="{FF2B5EF4-FFF2-40B4-BE49-F238E27FC236}">
                <a16:creationId xmlns:a16="http://schemas.microsoft.com/office/drawing/2014/main" id="{16131D78-523D-876A-2E99-9B3BA59D0987}"/>
              </a:ext>
            </a:extLst>
          </p:cNvPr>
          <p:cNvSpPr txBox="1"/>
          <p:nvPr/>
        </p:nvSpPr>
        <p:spPr>
          <a:xfrm>
            <a:off x="432093" y="1341245"/>
            <a:ext cx="5939426" cy="2246769"/>
          </a:xfrm>
          <a:prstGeom prst="rect">
            <a:avLst/>
          </a:prstGeom>
          <a:noFill/>
        </p:spPr>
        <p:txBody>
          <a:bodyPr wrap="square">
            <a:spAutoFit/>
          </a:bodyPr>
          <a:lstStyle/>
          <a:p>
            <a:pPr rtl="0">
              <a:spcBef>
                <a:spcPts val="1200"/>
              </a:spcBef>
              <a:spcAft>
                <a:spcPts val="1200"/>
              </a:spcAft>
              <a:buNone/>
            </a:pP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Phương pháp:</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Áp dụng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phân tích thống kê mô tả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Descriptive</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Statistics</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và tính các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tỷ lệ tương tác chính</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gồm:</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marL="285750" indent="-285750" rtl="0" fontAlgn="base">
              <a:spcBef>
                <a:spcPts val="1200"/>
              </a:spcBef>
              <a:buFont typeface="Arial" panose="020B0604020202020204" pitchFamily="34" charset="0"/>
              <a:buChar char="•"/>
            </a:pP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Tỷ lệ tương tác tổng thể:</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likes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comments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views</a:t>
            </a:r>
            <a:endPar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285750" indent="-285750" rtl="0" fontAlgn="base">
              <a:spcBef>
                <a:spcPts val="1200"/>
              </a:spcBef>
              <a:buFont typeface="Arial" panose="020B0604020202020204" pitchFamily="34" charset="0"/>
              <a:buChar char="•"/>
            </a:pP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Tỷ lệ thích:</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likes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views</a:t>
            </a:r>
            <a:endPar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285750" indent="-285750" rtl="0" fontAlgn="base">
              <a:spcBef>
                <a:spcPts val="1200"/>
              </a:spcBef>
              <a:buFont typeface="Arial" panose="020B0604020202020204" pitchFamily="34" charset="0"/>
              <a:buChar char="•"/>
            </a:pP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Tỷ lệ bình luận:</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comments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views</a:t>
            </a:r>
            <a:endPar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marL="285750" indent="-285750" rtl="0" fontAlgn="base">
              <a:spcBef>
                <a:spcPts val="1200"/>
              </a:spcBef>
              <a:buFont typeface="Arial" panose="020B0604020202020204" pitchFamily="34" charset="0"/>
              <a:buChar char="•"/>
            </a:pPr>
            <a:r>
              <a:rPr lang="vi-VN" sz="1500" b="0" i="1"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Tỷ lệ đăng ký:</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subscribers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views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7" name="Hộp Văn bản 6">
            <a:extLst>
              <a:ext uri="{FF2B5EF4-FFF2-40B4-BE49-F238E27FC236}">
                <a16:creationId xmlns:a16="http://schemas.microsoft.com/office/drawing/2014/main" id="{3ADCA704-262C-50F1-0646-450F0BE5CB4C}"/>
              </a:ext>
            </a:extLst>
          </p:cNvPr>
          <p:cNvSpPr txBox="1"/>
          <p:nvPr/>
        </p:nvSpPr>
        <p:spPr>
          <a:xfrm>
            <a:off x="390871" y="3709134"/>
            <a:ext cx="5711546" cy="1169551"/>
          </a:xfrm>
          <a:prstGeom prst="rect">
            <a:avLst/>
          </a:prstGeom>
          <a:noFill/>
        </p:spPr>
        <p:txBody>
          <a:bodyPr wrap="square">
            <a:spAutoFit/>
          </a:bodyPr>
          <a:lstStyle/>
          <a:p>
            <a:pPr rtl="0">
              <a:spcBef>
                <a:spcPts val="1200"/>
              </a:spcBef>
              <a:spcAft>
                <a:spcPts val="1200"/>
              </a:spcAft>
              <a:buNone/>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Dữ liệu được </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nhóm theo danh mục nội dung (</a:t>
            </a:r>
            <a:r>
              <a:rPr lang="vi-VN"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category</a:t>
            </a:r>
            <a:r>
              <a:rPr lang="vi-VN"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để đánh giá mức độ tương tác trung bình của từng nhóm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0026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8CD3B059-35AE-4964-A20A-D28B92BE3BA6}"/>
              </a:ext>
            </a:extLst>
          </p:cNvPr>
          <p:cNvGrpSpPr/>
          <p:nvPr/>
        </p:nvGrpSpPr>
        <p:grpSpPr>
          <a:xfrm>
            <a:off x="8228088" y="2408912"/>
            <a:ext cx="1047160" cy="2729404"/>
            <a:chOff x="8228088" y="2408912"/>
            <a:chExt cx="1047160" cy="2729404"/>
          </a:xfrm>
        </p:grpSpPr>
        <p:sp>
          <p:nvSpPr>
            <p:cNvPr id="54" name="Freeform: Shape 53">
              <a:extLst>
                <a:ext uri="{FF2B5EF4-FFF2-40B4-BE49-F238E27FC236}">
                  <a16:creationId xmlns:a16="http://schemas.microsoft.com/office/drawing/2014/main" id="{89D626B6-950E-4C67-B5B9-DC268D9B46A9}"/>
                </a:ext>
              </a:extLst>
            </p:cNvPr>
            <p:cNvSpPr/>
            <p:nvPr/>
          </p:nvSpPr>
          <p:spPr>
            <a:xfrm rot="334554">
              <a:off x="8228088" y="2408912"/>
              <a:ext cx="1047160" cy="2729404"/>
            </a:xfrm>
            <a:custGeom>
              <a:avLst/>
              <a:gdLst>
                <a:gd name="connsiteX0" fmla="*/ 784546 w 1047160"/>
                <a:gd name="connsiteY0" fmla="*/ 0 h 2729404"/>
                <a:gd name="connsiteX1" fmla="*/ 1047160 w 1047160"/>
                <a:gd name="connsiteY1" fmla="*/ 2689985 h 2729404"/>
                <a:gd name="connsiteX2" fmla="*/ 643386 w 1047160"/>
                <a:gd name="connsiteY2" fmla="*/ 2729404 h 2729404"/>
                <a:gd name="connsiteX3" fmla="*/ 63783 w 1047160"/>
                <a:gd name="connsiteY3" fmla="*/ 1725333 h 2729404"/>
                <a:gd name="connsiteX4" fmla="*/ 63783 w 1047160"/>
                <a:gd name="connsiteY4" fmla="*/ 1248610 h 2729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160" h="2729404">
                  <a:moveTo>
                    <a:pt x="784546" y="0"/>
                  </a:moveTo>
                  <a:lnTo>
                    <a:pt x="1047160" y="2689985"/>
                  </a:lnTo>
                  <a:lnTo>
                    <a:pt x="643386" y="2729404"/>
                  </a:lnTo>
                  <a:lnTo>
                    <a:pt x="63783" y="1725333"/>
                  </a:lnTo>
                  <a:cubicBezTo>
                    <a:pt x="-21261" y="1578003"/>
                    <a:pt x="-21261" y="1395938"/>
                    <a:pt x="63783" y="1248610"/>
                  </a:cubicBez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8" name="Freeform: Shape 57">
              <a:extLst>
                <a:ext uri="{FF2B5EF4-FFF2-40B4-BE49-F238E27FC236}">
                  <a16:creationId xmlns:a16="http://schemas.microsoft.com/office/drawing/2014/main" id="{08CC9FB9-9786-4D62-BC47-94B710EA7E15}"/>
                </a:ext>
              </a:extLst>
            </p:cNvPr>
            <p:cNvSpPr/>
            <p:nvPr/>
          </p:nvSpPr>
          <p:spPr>
            <a:xfrm rot="334554">
              <a:off x="8649325" y="3096671"/>
              <a:ext cx="591903" cy="1972460"/>
            </a:xfrm>
            <a:custGeom>
              <a:avLst/>
              <a:gdLst>
                <a:gd name="connsiteX0" fmla="*/ 399339 w 591903"/>
                <a:gd name="connsiteY0" fmla="*/ 0 h 1972460"/>
                <a:gd name="connsiteX1" fmla="*/ 591903 w 591903"/>
                <a:gd name="connsiteY1" fmla="*/ 1972460 h 1972460"/>
                <a:gd name="connsiteX2" fmla="*/ 63783 w 591903"/>
                <a:gd name="connsiteY2" fmla="*/ 1057847 h 1972460"/>
                <a:gd name="connsiteX3" fmla="*/ 63783 w 591903"/>
                <a:gd name="connsiteY3" fmla="*/ 581125 h 1972460"/>
              </a:gdLst>
              <a:ahLst/>
              <a:cxnLst>
                <a:cxn ang="0">
                  <a:pos x="connsiteX0" y="connsiteY0"/>
                </a:cxn>
                <a:cxn ang="0">
                  <a:pos x="connsiteX1" y="connsiteY1"/>
                </a:cxn>
                <a:cxn ang="0">
                  <a:pos x="connsiteX2" y="connsiteY2"/>
                </a:cxn>
                <a:cxn ang="0">
                  <a:pos x="connsiteX3" y="connsiteY3"/>
                </a:cxn>
              </a:cxnLst>
              <a:rect l="l" t="t" r="r" b="b"/>
              <a:pathLst>
                <a:path w="591903" h="1972460">
                  <a:moveTo>
                    <a:pt x="399339" y="0"/>
                  </a:moveTo>
                  <a:lnTo>
                    <a:pt x="591903" y="1972460"/>
                  </a:lnTo>
                  <a:lnTo>
                    <a:pt x="63783" y="1057847"/>
                  </a:lnTo>
                  <a:cubicBezTo>
                    <a:pt x="-21261" y="910518"/>
                    <a:pt x="-21261" y="728453"/>
                    <a:pt x="63783" y="581125"/>
                  </a:cubicBezTo>
                  <a:close/>
                </a:path>
              </a:pathLst>
            </a:custGeom>
            <a:solidFill>
              <a:schemeClr val="accent3"/>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grpSp>
        <p:nvGrpSpPr>
          <p:cNvPr id="66" name="Group 65">
            <a:extLst>
              <a:ext uri="{FF2B5EF4-FFF2-40B4-BE49-F238E27FC236}">
                <a16:creationId xmlns:a16="http://schemas.microsoft.com/office/drawing/2014/main" id="{B341F48A-C6BC-4D19-A421-9EC665ECEF10}"/>
              </a:ext>
            </a:extLst>
          </p:cNvPr>
          <p:cNvGrpSpPr/>
          <p:nvPr/>
        </p:nvGrpSpPr>
        <p:grpSpPr>
          <a:xfrm>
            <a:off x="-131265" y="-37628"/>
            <a:ext cx="1254593" cy="2629221"/>
            <a:chOff x="-131265" y="-37628"/>
            <a:chExt cx="1254593" cy="2629221"/>
          </a:xfrm>
        </p:grpSpPr>
        <p:sp>
          <p:nvSpPr>
            <p:cNvPr id="61" name="Freeform: Shape 60">
              <a:extLst>
                <a:ext uri="{FF2B5EF4-FFF2-40B4-BE49-F238E27FC236}">
                  <a16:creationId xmlns:a16="http://schemas.microsoft.com/office/drawing/2014/main" id="{9FB01FA0-9C74-4428-A91A-CB4F714B1D0A}"/>
                </a:ext>
              </a:extLst>
            </p:cNvPr>
            <p:cNvSpPr/>
            <p:nvPr/>
          </p:nvSpPr>
          <p:spPr>
            <a:xfrm rot="334554">
              <a:off x="-131265" y="-37628"/>
              <a:ext cx="1254593" cy="2629221"/>
            </a:xfrm>
            <a:custGeom>
              <a:avLst/>
              <a:gdLst>
                <a:gd name="connsiteX0" fmla="*/ 0 w 1254593"/>
                <a:gd name="connsiteY0" fmla="*/ 86938 h 2629221"/>
                <a:gd name="connsiteX1" fmla="*/ 890519 w 1254593"/>
                <a:gd name="connsiteY1" fmla="*/ 0 h 2629221"/>
                <a:gd name="connsiteX2" fmla="*/ 1190810 w 1254593"/>
                <a:gd name="connsiteY2" fmla="*/ 519564 h 2629221"/>
                <a:gd name="connsiteX3" fmla="*/ 1190810 w 1254593"/>
                <a:gd name="connsiteY3" fmla="*/ 996286 h 2629221"/>
                <a:gd name="connsiteX4" fmla="*/ 248194 w 1254593"/>
                <a:gd name="connsiteY4" fmla="*/ 2629221 h 2629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593" h="2629221">
                  <a:moveTo>
                    <a:pt x="0" y="86938"/>
                  </a:moveTo>
                  <a:lnTo>
                    <a:pt x="890519" y="0"/>
                  </a:lnTo>
                  <a:lnTo>
                    <a:pt x="1190810" y="519564"/>
                  </a:lnTo>
                  <a:cubicBezTo>
                    <a:pt x="1275854" y="666892"/>
                    <a:pt x="1275855" y="848957"/>
                    <a:pt x="1190810" y="996286"/>
                  </a:cubicBezTo>
                  <a:lnTo>
                    <a:pt x="248194" y="2629221"/>
                  </a:ln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63" name="Freeform: Shape 62">
              <a:extLst>
                <a:ext uri="{FF2B5EF4-FFF2-40B4-BE49-F238E27FC236}">
                  <a16:creationId xmlns:a16="http://schemas.microsoft.com/office/drawing/2014/main" id="{E5589C44-6BE3-43FD-A77A-BA40A786C3A0}"/>
                </a:ext>
              </a:extLst>
            </p:cNvPr>
            <p:cNvSpPr/>
            <p:nvPr/>
          </p:nvSpPr>
          <p:spPr>
            <a:xfrm rot="334554">
              <a:off x="-99702" y="-16417"/>
              <a:ext cx="803025" cy="1918200"/>
            </a:xfrm>
            <a:custGeom>
              <a:avLst/>
              <a:gdLst>
                <a:gd name="connsiteX0" fmla="*/ 0 w 803025"/>
                <a:gd name="connsiteY0" fmla="*/ 45273 h 1918200"/>
                <a:gd name="connsiteX1" fmla="*/ 463739 w 803025"/>
                <a:gd name="connsiteY1" fmla="*/ 0 h 1918200"/>
                <a:gd name="connsiteX2" fmla="*/ 739243 w 803025"/>
                <a:gd name="connsiteY2" fmla="*/ 477898 h 1918200"/>
                <a:gd name="connsiteX3" fmla="*/ 739243 w 803025"/>
                <a:gd name="connsiteY3" fmla="*/ 954620 h 1918200"/>
                <a:gd name="connsiteX4" fmla="*/ 182847 w 803025"/>
                <a:gd name="connsiteY4" fmla="*/ 1918200 h 1918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025" h="1918200">
                  <a:moveTo>
                    <a:pt x="0" y="45273"/>
                  </a:moveTo>
                  <a:lnTo>
                    <a:pt x="463739" y="0"/>
                  </a:lnTo>
                  <a:lnTo>
                    <a:pt x="739243" y="477898"/>
                  </a:lnTo>
                  <a:cubicBezTo>
                    <a:pt x="824286" y="625226"/>
                    <a:pt x="824286" y="807291"/>
                    <a:pt x="739243" y="954620"/>
                  </a:cubicBezTo>
                  <a:lnTo>
                    <a:pt x="182847" y="1918200"/>
                  </a:lnTo>
                  <a:close/>
                </a:path>
              </a:pathLst>
            </a:custGeom>
            <a:solidFill>
              <a:schemeClr val="accent3"/>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65" name="Freeform: Shape 64">
              <a:extLst>
                <a:ext uri="{FF2B5EF4-FFF2-40B4-BE49-F238E27FC236}">
                  <a16:creationId xmlns:a16="http://schemas.microsoft.com/office/drawing/2014/main" id="{517ACA28-2958-4A6F-8F87-BF8200C2281B}"/>
                </a:ext>
              </a:extLst>
            </p:cNvPr>
            <p:cNvSpPr/>
            <p:nvPr/>
          </p:nvSpPr>
          <p:spPr>
            <a:xfrm rot="334554">
              <a:off x="-66404" y="6100"/>
              <a:ext cx="326303" cy="1167777"/>
            </a:xfrm>
            <a:custGeom>
              <a:avLst/>
              <a:gdLst>
                <a:gd name="connsiteX0" fmla="*/ 0 w 326303"/>
                <a:gd name="connsiteY0" fmla="*/ 1163 h 1167777"/>
                <a:gd name="connsiteX1" fmla="*/ 11914 w 326303"/>
                <a:gd name="connsiteY1" fmla="*/ 0 h 1167777"/>
                <a:gd name="connsiteX2" fmla="*/ 262520 w 326303"/>
                <a:gd name="connsiteY2" fmla="*/ 433787 h 1167777"/>
                <a:gd name="connsiteX3" fmla="*/ 262520 w 326303"/>
                <a:gd name="connsiteY3" fmla="*/ 910510 h 1167777"/>
                <a:gd name="connsiteX4" fmla="*/ 113892 w 326303"/>
                <a:gd name="connsiteY4" fmla="*/ 1167777 h 1167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303" h="1167777">
                  <a:moveTo>
                    <a:pt x="0" y="1163"/>
                  </a:moveTo>
                  <a:lnTo>
                    <a:pt x="11914" y="0"/>
                  </a:lnTo>
                  <a:lnTo>
                    <a:pt x="262520" y="433787"/>
                  </a:lnTo>
                  <a:cubicBezTo>
                    <a:pt x="347564" y="581117"/>
                    <a:pt x="347564" y="763182"/>
                    <a:pt x="262520" y="910510"/>
                  </a:cubicBezTo>
                  <a:lnTo>
                    <a:pt x="113892" y="1167777"/>
                  </a:lnTo>
                  <a:close/>
                </a:path>
              </a:pathLst>
            </a:custGeom>
            <a:solidFill>
              <a:schemeClr val="accent2"/>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sp>
        <p:nvSpPr>
          <p:cNvPr id="53" name="Hộp Văn bản 52">
            <a:extLst>
              <a:ext uri="{FF2B5EF4-FFF2-40B4-BE49-F238E27FC236}">
                <a16:creationId xmlns:a16="http://schemas.microsoft.com/office/drawing/2014/main" id="{BAB2E068-2389-0A39-F7BD-254C9FB8A585}"/>
              </a:ext>
            </a:extLst>
          </p:cNvPr>
          <p:cNvSpPr txBox="1"/>
          <p:nvPr/>
        </p:nvSpPr>
        <p:spPr>
          <a:xfrm>
            <a:off x="1569679" y="338389"/>
            <a:ext cx="6742497" cy="553998"/>
          </a:xfrm>
          <a:prstGeom prst="rect">
            <a:avLst/>
          </a:prstGeom>
          <a:noFill/>
        </p:spPr>
        <p:txBody>
          <a:bodyPr wrap="square">
            <a:spAutoFit/>
          </a:bodyPr>
          <a:lstStyle/>
          <a:p>
            <a:pPr rtl="0">
              <a:spcBef>
                <a:spcPts val="1200"/>
              </a:spcBef>
              <a:spcAft>
                <a:spcPts val="1200"/>
              </a:spcAft>
              <a:buNone/>
            </a:pP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So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sánh</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giữa</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các</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danh</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mục</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category)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và</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xác</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định</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nhóm</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nội</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dung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thu</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hút</a:t>
            </a:r>
            <a:r>
              <a:rPr lang="en-US" sz="1500" b="1"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1"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nhất</a:t>
            </a:r>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4098" name="Picture 2">
            <a:extLst>
              <a:ext uri="{FF2B5EF4-FFF2-40B4-BE49-F238E27FC236}">
                <a16:creationId xmlns:a16="http://schemas.microsoft.com/office/drawing/2014/main" id="{2191D5A1-5813-F209-E779-C50E266A38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305" y="807533"/>
            <a:ext cx="6635660" cy="1920849"/>
          </a:xfrm>
          <a:prstGeom prst="roundRect">
            <a:avLst>
              <a:gd name="adj" fmla="val 6061"/>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Hộp Văn bản 2">
            <a:extLst>
              <a:ext uri="{FF2B5EF4-FFF2-40B4-BE49-F238E27FC236}">
                <a16:creationId xmlns:a16="http://schemas.microsoft.com/office/drawing/2014/main" id="{5EA477FA-EC4C-C4F1-C57B-869B82B93967}"/>
              </a:ext>
            </a:extLst>
          </p:cNvPr>
          <p:cNvSpPr txBox="1"/>
          <p:nvPr/>
        </p:nvSpPr>
        <p:spPr>
          <a:xfrm>
            <a:off x="96747" y="2864620"/>
            <a:ext cx="8040428" cy="2169825"/>
          </a:xfrm>
          <a:prstGeom prst="rect">
            <a:avLst/>
          </a:prstGeom>
          <a:noFill/>
        </p:spPr>
        <p:txBody>
          <a:bodyPr wrap="square">
            <a:spAutoFit/>
          </a:bodyPr>
          <a:lstStyle/>
          <a:p>
            <a:pPr algn="just"/>
            <a:r>
              <a:rPr lang="vi-VN" sz="1500" dirty="0">
                <a:latin typeface="Calibri" panose="020F0502020204030204" pitchFamily="34" charset="0"/>
                <a:ea typeface="Calibri" panose="020F0502020204030204" pitchFamily="34" charset="0"/>
                <a:cs typeface="Calibri" panose="020F0502020204030204" pitchFamily="34" charset="0"/>
              </a:rPr>
              <a:t>Kết quả cho thấy thể loại </a:t>
            </a:r>
            <a:r>
              <a:rPr lang="vi-VN" sz="1500" b="1" dirty="0" err="1">
                <a:latin typeface="Calibri" panose="020F0502020204030204" pitchFamily="34" charset="0"/>
                <a:ea typeface="Calibri" panose="020F0502020204030204" pitchFamily="34" charset="0"/>
                <a:cs typeface="Calibri" panose="020F0502020204030204" pitchFamily="34" charset="0"/>
              </a:rPr>
              <a:t>Music</a:t>
            </a:r>
            <a:r>
              <a:rPr lang="vi-VN" sz="1500" b="1" dirty="0">
                <a:latin typeface="Calibri" panose="020F0502020204030204" pitchFamily="34" charset="0"/>
                <a:ea typeface="Calibri" panose="020F0502020204030204" pitchFamily="34" charset="0"/>
                <a:cs typeface="Calibri" panose="020F0502020204030204" pitchFamily="34" charset="0"/>
              </a:rPr>
              <a:t> (Âm nhạc)</a:t>
            </a:r>
            <a:r>
              <a:rPr lang="vi-VN" sz="1500" dirty="0">
                <a:latin typeface="Calibri" panose="020F0502020204030204" pitchFamily="34" charset="0"/>
                <a:ea typeface="Calibri" panose="020F0502020204030204" pitchFamily="34" charset="0"/>
                <a:cs typeface="Calibri" panose="020F0502020204030204" pitchFamily="34" charset="0"/>
              </a:rPr>
              <a:t> có khả năng thu hút tương tác tự nhiên cao nhất với Tỷ lệ Tương tác Trung bình đạt 2.15% và Tỷ lệ Bình luận cao nhất (0.25%). Trong khi đó, </a:t>
            </a:r>
            <a:r>
              <a:rPr lang="vi-VN" sz="1500" b="1" dirty="0" err="1">
                <a:latin typeface="Calibri" panose="020F0502020204030204" pitchFamily="34" charset="0"/>
                <a:ea typeface="Calibri" panose="020F0502020204030204" pitchFamily="34" charset="0"/>
                <a:cs typeface="Calibri" panose="020F0502020204030204" pitchFamily="34" charset="0"/>
              </a:rPr>
              <a:t>Sports</a:t>
            </a:r>
            <a:r>
              <a:rPr lang="vi-VN" sz="1500" b="1" dirty="0">
                <a:latin typeface="Calibri" panose="020F0502020204030204" pitchFamily="34" charset="0"/>
                <a:ea typeface="Calibri" panose="020F0502020204030204" pitchFamily="34" charset="0"/>
                <a:cs typeface="Calibri" panose="020F0502020204030204" pitchFamily="34" charset="0"/>
              </a:rPr>
              <a:t> (Thể thao) </a:t>
            </a:r>
            <a:r>
              <a:rPr lang="vi-VN" sz="1500" dirty="0">
                <a:latin typeface="Calibri" panose="020F0502020204030204" pitchFamily="34" charset="0"/>
                <a:ea typeface="Calibri" panose="020F0502020204030204" pitchFamily="34" charset="0"/>
                <a:cs typeface="Calibri" panose="020F0502020204030204" pitchFamily="34" charset="0"/>
              </a:rPr>
              <a:t>sở hữu sức lan tỏa nhờ yếu tố người nổi tiếng (TB Lượt Xem cao nhất) và sự đồng tình (Tỷ lệ </a:t>
            </a:r>
            <a:r>
              <a:rPr lang="vi-VN" sz="1500" dirty="0" err="1">
                <a:latin typeface="Calibri" panose="020F0502020204030204" pitchFamily="34" charset="0"/>
                <a:ea typeface="Calibri" panose="020F0502020204030204" pitchFamily="34" charset="0"/>
                <a:cs typeface="Calibri" panose="020F0502020204030204" pitchFamily="34" charset="0"/>
              </a:rPr>
              <a:t>Like</a:t>
            </a:r>
            <a:r>
              <a:rPr lang="vi-VN" sz="1500" dirty="0">
                <a:latin typeface="Calibri" panose="020F0502020204030204" pitchFamily="34" charset="0"/>
                <a:ea typeface="Calibri" panose="020F0502020204030204" pitchFamily="34" charset="0"/>
                <a:cs typeface="Calibri" panose="020F0502020204030204" pitchFamily="34" charset="0"/>
              </a:rPr>
              <a:t> cao nhất), nhưng thiếu thảo luận (Tỷ lệ Bình luận rất thấp). </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endParaRPr lang="vi-VN" sz="1500" dirty="0">
              <a:latin typeface="Calibri" panose="020F0502020204030204" pitchFamily="34" charset="0"/>
              <a:ea typeface="Calibri" panose="020F0502020204030204" pitchFamily="34" charset="0"/>
              <a:cs typeface="Calibri" panose="020F0502020204030204" pitchFamily="34" charset="0"/>
            </a:endParaRPr>
          </a:p>
          <a:p>
            <a:pPr algn="just"/>
            <a:r>
              <a:rPr lang="vi-VN" sz="1500" dirty="0">
                <a:latin typeface="Calibri" panose="020F0502020204030204" pitchFamily="34" charset="0"/>
                <a:ea typeface="Calibri" panose="020F0502020204030204" pitchFamily="34" charset="0"/>
                <a:cs typeface="Calibri" panose="020F0502020204030204" pitchFamily="34" charset="0"/>
              </a:rPr>
              <a:t>Các nhóm </a:t>
            </a:r>
            <a:r>
              <a:rPr lang="vi-VN" sz="1500" b="1" dirty="0" err="1">
                <a:latin typeface="Calibri" panose="020F0502020204030204" pitchFamily="34" charset="0"/>
                <a:ea typeface="Calibri" panose="020F0502020204030204" pitchFamily="34" charset="0"/>
                <a:cs typeface="Calibri" panose="020F0502020204030204" pitchFamily="34" charset="0"/>
              </a:rPr>
              <a:t>Entertainment</a:t>
            </a:r>
            <a:r>
              <a:rPr lang="vi-VN" sz="1500" dirty="0">
                <a:latin typeface="Calibri" panose="020F0502020204030204" pitchFamily="34" charset="0"/>
                <a:ea typeface="Calibri" panose="020F0502020204030204" pitchFamily="34" charset="0"/>
                <a:cs typeface="Calibri" panose="020F0502020204030204" pitchFamily="34" charset="0"/>
              </a:rPr>
              <a:t> và </a:t>
            </a:r>
            <a:r>
              <a:rPr lang="vi-VN" sz="1500" b="1" dirty="0" err="1">
                <a:latin typeface="Calibri" panose="020F0502020204030204" pitchFamily="34" charset="0"/>
                <a:ea typeface="Calibri" panose="020F0502020204030204" pitchFamily="34" charset="0"/>
                <a:cs typeface="Calibri" panose="020F0502020204030204" pitchFamily="34" charset="0"/>
              </a:rPr>
              <a:t>Gaming</a:t>
            </a:r>
            <a:r>
              <a:rPr lang="vi-VN" sz="1500" dirty="0">
                <a:latin typeface="Calibri" panose="020F0502020204030204" pitchFamily="34" charset="0"/>
                <a:ea typeface="Calibri" panose="020F0502020204030204" pitchFamily="34" charset="0"/>
                <a:cs typeface="Calibri" panose="020F0502020204030204" pitchFamily="34" charset="0"/>
              </a:rPr>
              <a:t> tuy có lượng người xem lớn (TB Lượt Xem 3.2 triệu) nhưng mức độ tham gia thấp (Tỷ lệ Tương tác thấp nhất, 1.63% cho </a:t>
            </a:r>
            <a:r>
              <a:rPr lang="vi-VN" sz="1500" dirty="0" err="1">
                <a:latin typeface="Calibri" panose="020F0502020204030204" pitchFamily="34" charset="0"/>
                <a:ea typeface="Calibri" panose="020F0502020204030204" pitchFamily="34" charset="0"/>
                <a:cs typeface="Calibri" panose="020F0502020204030204" pitchFamily="34" charset="0"/>
              </a:rPr>
              <a:t>Gaming</a:t>
            </a:r>
            <a:r>
              <a:rPr lang="vi-VN" sz="1500" dirty="0">
                <a:latin typeface="Calibri" panose="020F0502020204030204" pitchFamily="34" charset="0"/>
                <a:ea typeface="Calibri" panose="020F0502020204030204" pitchFamily="34" charset="0"/>
                <a:cs typeface="Calibri" panose="020F0502020204030204" pitchFamily="34" charset="0"/>
              </a:rPr>
              <a:t>), phản ánh xu hướng xem nhanh – ít tương tác của người dùng, mặc dù </a:t>
            </a:r>
            <a:r>
              <a:rPr lang="vi-VN" sz="1500" dirty="0" err="1">
                <a:latin typeface="Calibri" panose="020F0502020204030204" pitchFamily="34" charset="0"/>
                <a:ea typeface="Calibri" panose="020F0502020204030204" pitchFamily="34" charset="0"/>
                <a:cs typeface="Calibri" panose="020F0502020204030204" pitchFamily="34" charset="0"/>
              </a:rPr>
              <a:t>Gaming</a:t>
            </a:r>
            <a:r>
              <a:rPr lang="vi-VN" sz="1500" dirty="0">
                <a:latin typeface="Calibri" panose="020F0502020204030204" pitchFamily="34" charset="0"/>
                <a:ea typeface="Calibri" panose="020F0502020204030204" pitchFamily="34" charset="0"/>
                <a:cs typeface="Calibri" panose="020F0502020204030204" pitchFamily="34" charset="0"/>
              </a:rPr>
              <a:t> lại là </a:t>
            </a:r>
            <a:r>
              <a:rPr lang="vi-VN" sz="1500" dirty="0" err="1">
                <a:latin typeface="Calibri" panose="020F0502020204030204" pitchFamily="34" charset="0"/>
                <a:ea typeface="Calibri" panose="020F0502020204030204" pitchFamily="34" charset="0"/>
                <a:cs typeface="Calibri" panose="020F0502020204030204" pitchFamily="34" charset="0"/>
              </a:rPr>
              <a:t>Category</a:t>
            </a:r>
            <a:r>
              <a:rPr lang="vi-VN" sz="1500" dirty="0">
                <a:latin typeface="Calibri" panose="020F0502020204030204" pitchFamily="34" charset="0"/>
                <a:ea typeface="Calibri" panose="020F0502020204030204" pitchFamily="34" charset="0"/>
                <a:cs typeface="Calibri" panose="020F0502020204030204" pitchFamily="34" charset="0"/>
              </a:rPr>
              <a:t> có Tỷ lệ chuyển đổi đăng ký cao nhất (5190 </a:t>
            </a:r>
            <a:r>
              <a:rPr lang="vi-VN" sz="1500" dirty="0" err="1">
                <a:latin typeface="Calibri" panose="020F0502020204030204" pitchFamily="34" charset="0"/>
                <a:ea typeface="Calibri" panose="020F0502020204030204" pitchFamily="34" charset="0"/>
                <a:cs typeface="Calibri" panose="020F0502020204030204" pitchFamily="34" charset="0"/>
              </a:rPr>
              <a:t>Sub</a:t>
            </a:r>
            <a:r>
              <a:rPr lang="vi-VN" sz="1500" dirty="0">
                <a:latin typeface="Calibri" panose="020F0502020204030204" pitchFamily="34" charset="0"/>
                <a:ea typeface="Calibri" panose="020F0502020204030204" pitchFamily="34" charset="0"/>
                <a:cs typeface="Calibri" panose="020F0502020204030204" pitchFamily="34" charset="0"/>
              </a:rPr>
              <a:t>/1000 </a:t>
            </a:r>
            <a:r>
              <a:rPr lang="vi-VN" sz="1500" dirty="0" err="1">
                <a:latin typeface="Calibri" panose="020F0502020204030204" pitchFamily="34" charset="0"/>
                <a:ea typeface="Calibri" panose="020F0502020204030204" pitchFamily="34" charset="0"/>
                <a:cs typeface="Calibri" panose="020F0502020204030204" pitchFamily="34" charset="0"/>
              </a:rPr>
              <a:t>View</a:t>
            </a:r>
            <a:r>
              <a:rPr lang="vi-VN" sz="15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943114491"/>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910D644-3D6C-4D55-97C6-71616151A144}"/>
              </a:ext>
            </a:extLst>
          </p:cNvPr>
          <p:cNvGrpSpPr/>
          <p:nvPr/>
        </p:nvGrpSpPr>
        <p:grpSpPr>
          <a:xfrm>
            <a:off x="4516255" y="-10918"/>
            <a:ext cx="5208569" cy="5346399"/>
            <a:chOff x="4516255" y="-10918"/>
            <a:chExt cx="5208569" cy="5346399"/>
          </a:xfrm>
        </p:grpSpPr>
        <p:sp>
          <p:nvSpPr>
            <p:cNvPr id="28" name="Freeform: Shape 27">
              <a:extLst>
                <a:ext uri="{FF2B5EF4-FFF2-40B4-BE49-F238E27FC236}">
                  <a16:creationId xmlns:a16="http://schemas.microsoft.com/office/drawing/2014/main" id="{453A8B83-E227-4855-B96A-44376856B63A}"/>
                </a:ext>
              </a:extLst>
            </p:cNvPr>
            <p:cNvSpPr/>
            <p:nvPr/>
          </p:nvSpPr>
          <p:spPr>
            <a:xfrm flipH="1">
              <a:off x="4516255" y="-10918"/>
              <a:ext cx="4546389" cy="5346399"/>
            </a:xfrm>
            <a:custGeom>
              <a:avLst/>
              <a:gdLst>
                <a:gd name="connsiteX0" fmla="*/ 3953977 w 4546389"/>
                <a:gd name="connsiteY0" fmla="*/ 0 h 5346399"/>
                <a:gd name="connsiteX1" fmla="*/ 0 w 4546389"/>
                <a:gd name="connsiteY1" fmla="*/ 0 h 5346399"/>
                <a:gd name="connsiteX2" fmla="*/ 0 w 4546389"/>
                <a:gd name="connsiteY2" fmla="*/ 5346399 h 5346399"/>
                <a:gd name="connsiteX3" fmla="*/ 1887879 w 4546389"/>
                <a:gd name="connsiteY3" fmla="*/ 5346399 h 5346399"/>
                <a:gd name="connsiteX4" fmla="*/ 2432963 w 4546389"/>
                <a:gd name="connsiteY4" fmla="*/ 5029793 h 5346399"/>
                <a:gd name="connsiteX5" fmla="*/ 4463158 w 4546389"/>
                <a:gd name="connsiteY5" fmla="*/ 1511223 h 5346399"/>
                <a:gd name="connsiteX6" fmla="*/ 4463158 w 4546389"/>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46389" h="5346399">
                  <a:moveTo>
                    <a:pt x="3953977" y="0"/>
                  </a:moveTo>
                  <a:lnTo>
                    <a:pt x="0" y="0"/>
                  </a:lnTo>
                  <a:lnTo>
                    <a:pt x="0" y="5346399"/>
                  </a:lnTo>
                  <a:lnTo>
                    <a:pt x="1887879" y="5346399"/>
                  </a:lnTo>
                  <a:cubicBezTo>
                    <a:pt x="2113093" y="5346399"/>
                    <a:pt x="2321988" y="5225633"/>
                    <a:pt x="2432963" y="5029793"/>
                  </a:cubicBezTo>
                  <a:lnTo>
                    <a:pt x="4463158" y="1511223"/>
                  </a:lnTo>
                  <a:cubicBezTo>
                    <a:pt x="4574133" y="1315384"/>
                    <a:pt x="4574133" y="1077114"/>
                    <a:pt x="4463158" y="884539"/>
                  </a:cubicBezTo>
                  <a:close/>
                </a:path>
              </a:pathLst>
            </a:custGeom>
            <a:solidFill>
              <a:schemeClr val="accent4"/>
            </a:solidFill>
            <a:ln w="30359"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76F06F2A-2C75-4ABF-B3E7-CF69D162135B}"/>
                </a:ext>
              </a:extLst>
            </p:cNvPr>
            <p:cNvSpPr/>
            <p:nvPr/>
          </p:nvSpPr>
          <p:spPr>
            <a:xfrm flipH="1">
              <a:off x="5250649" y="-10918"/>
              <a:ext cx="3811994" cy="5346399"/>
            </a:xfrm>
            <a:custGeom>
              <a:avLst/>
              <a:gdLst>
                <a:gd name="connsiteX0" fmla="*/ 3219582 w 3811994"/>
                <a:gd name="connsiteY0" fmla="*/ 0 h 5346399"/>
                <a:gd name="connsiteX1" fmla="*/ 0 w 3811994"/>
                <a:gd name="connsiteY1" fmla="*/ 0 h 5346399"/>
                <a:gd name="connsiteX2" fmla="*/ 0 w 3811994"/>
                <a:gd name="connsiteY2" fmla="*/ 5346399 h 5346399"/>
                <a:gd name="connsiteX3" fmla="*/ 1153484 w 3811994"/>
                <a:gd name="connsiteY3" fmla="*/ 5346399 h 5346399"/>
                <a:gd name="connsiteX4" fmla="*/ 1698568 w 3811994"/>
                <a:gd name="connsiteY4" fmla="*/ 5029793 h 5346399"/>
                <a:gd name="connsiteX5" fmla="*/ 3728763 w 3811994"/>
                <a:gd name="connsiteY5" fmla="*/ 1511223 h 5346399"/>
                <a:gd name="connsiteX6" fmla="*/ 3728763 w 3811994"/>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1994" h="5346399">
                  <a:moveTo>
                    <a:pt x="3219582" y="0"/>
                  </a:moveTo>
                  <a:lnTo>
                    <a:pt x="0" y="0"/>
                  </a:lnTo>
                  <a:lnTo>
                    <a:pt x="0" y="5346399"/>
                  </a:lnTo>
                  <a:lnTo>
                    <a:pt x="1153484" y="5346399"/>
                  </a:lnTo>
                  <a:cubicBezTo>
                    <a:pt x="1378698" y="5346399"/>
                    <a:pt x="1587593" y="5225633"/>
                    <a:pt x="1698568" y="5029793"/>
                  </a:cubicBezTo>
                  <a:lnTo>
                    <a:pt x="3728763" y="1511223"/>
                  </a:lnTo>
                  <a:cubicBezTo>
                    <a:pt x="3839738" y="1315384"/>
                    <a:pt x="3839738" y="1077114"/>
                    <a:pt x="3728763" y="884539"/>
                  </a:cubicBezTo>
                  <a:close/>
                </a:path>
              </a:pathLst>
            </a:custGeom>
            <a:solidFill>
              <a:schemeClr val="accent3"/>
            </a:solidFill>
            <a:ln w="30359" cap="flat">
              <a:noFill/>
              <a:prstDash val="solid"/>
              <a:miter/>
            </a:ln>
          </p:spPr>
          <p:txBody>
            <a:bodyPr wrap="square" rtlCol="0" anchor="ctr">
              <a:noAutofit/>
            </a:bodyPr>
            <a:lstStyle/>
            <a:p>
              <a:endParaRPr lang="en-US"/>
            </a:p>
          </p:txBody>
        </p:sp>
        <p:sp>
          <p:nvSpPr>
            <p:cNvPr id="34" name="Freeform: Shape 33">
              <a:extLst>
                <a:ext uri="{FF2B5EF4-FFF2-40B4-BE49-F238E27FC236}">
                  <a16:creationId xmlns:a16="http://schemas.microsoft.com/office/drawing/2014/main" id="{2F477D21-A117-4940-9110-B3766392A548}"/>
                </a:ext>
              </a:extLst>
            </p:cNvPr>
            <p:cNvSpPr/>
            <p:nvPr/>
          </p:nvSpPr>
          <p:spPr>
            <a:xfrm flipH="1">
              <a:off x="6099285" y="-10918"/>
              <a:ext cx="3536723" cy="5346399"/>
            </a:xfrm>
            <a:custGeom>
              <a:avLst/>
              <a:gdLst>
                <a:gd name="connsiteX0" fmla="*/ 2944311 w 3536723"/>
                <a:gd name="connsiteY0" fmla="*/ 0 h 5346399"/>
                <a:gd name="connsiteX1" fmla="*/ 0 w 3536723"/>
                <a:gd name="connsiteY1" fmla="*/ 0 h 5346399"/>
                <a:gd name="connsiteX2" fmla="*/ 0 w 3536723"/>
                <a:gd name="connsiteY2" fmla="*/ 5346399 h 5346399"/>
                <a:gd name="connsiteX3" fmla="*/ 878213 w 3536723"/>
                <a:gd name="connsiteY3" fmla="*/ 5346399 h 5346399"/>
                <a:gd name="connsiteX4" fmla="*/ 1423297 w 3536723"/>
                <a:gd name="connsiteY4" fmla="*/ 5029793 h 5346399"/>
                <a:gd name="connsiteX5" fmla="*/ 3453492 w 3536723"/>
                <a:gd name="connsiteY5" fmla="*/ 1511223 h 5346399"/>
                <a:gd name="connsiteX6" fmla="*/ 3453492 w 3536723"/>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6723" h="5346399">
                  <a:moveTo>
                    <a:pt x="2944311" y="0"/>
                  </a:moveTo>
                  <a:lnTo>
                    <a:pt x="0" y="0"/>
                  </a:lnTo>
                  <a:lnTo>
                    <a:pt x="0" y="5346399"/>
                  </a:lnTo>
                  <a:lnTo>
                    <a:pt x="878213" y="5346399"/>
                  </a:lnTo>
                  <a:cubicBezTo>
                    <a:pt x="1103427" y="5346399"/>
                    <a:pt x="1312322" y="5225633"/>
                    <a:pt x="1423297" y="5029793"/>
                  </a:cubicBezTo>
                  <a:lnTo>
                    <a:pt x="3453492" y="1511223"/>
                  </a:lnTo>
                  <a:cubicBezTo>
                    <a:pt x="3564467" y="1315384"/>
                    <a:pt x="3564467" y="1077114"/>
                    <a:pt x="3453492" y="884539"/>
                  </a:cubicBezTo>
                  <a:close/>
                </a:path>
              </a:pathLst>
            </a:custGeom>
            <a:solidFill>
              <a:schemeClr val="accent2"/>
            </a:solidFill>
            <a:ln w="30359" cap="flat">
              <a:noFill/>
              <a:prstDash val="solid"/>
              <a:miter/>
            </a:ln>
          </p:spPr>
          <p:txBody>
            <a:bodyPr wrap="square" rtlCol="0" anchor="ctr">
              <a:noAutofit/>
            </a:bodyPr>
            <a:lstStyle/>
            <a:p>
              <a:endParaRPr lang="en-US"/>
            </a:p>
          </p:txBody>
        </p:sp>
        <p:sp>
          <p:nvSpPr>
            <p:cNvPr id="37" name="Freeform: Shape 36">
              <a:extLst>
                <a:ext uri="{FF2B5EF4-FFF2-40B4-BE49-F238E27FC236}">
                  <a16:creationId xmlns:a16="http://schemas.microsoft.com/office/drawing/2014/main" id="{3D1B8720-F48F-439D-B391-CA3BFD929126}"/>
                </a:ext>
              </a:extLst>
            </p:cNvPr>
            <p:cNvSpPr/>
            <p:nvPr/>
          </p:nvSpPr>
          <p:spPr>
            <a:xfrm flipH="1">
              <a:off x="6987087" y="-10918"/>
              <a:ext cx="2737737" cy="5346399"/>
            </a:xfrm>
            <a:custGeom>
              <a:avLst/>
              <a:gdLst>
                <a:gd name="connsiteX0" fmla="*/ 2145325 w 2737737"/>
                <a:gd name="connsiteY0" fmla="*/ 0 h 5346399"/>
                <a:gd name="connsiteX1" fmla="*/ 0 w 2737737"/>
                <a:gd name="connsiteY1" fmla="*/ 0 h 5346399"/>
                <a:gd name="connsiteX2" fmla="*/ 0 w 2737737"/>
                <a:gd name="connsiteY2" fmla="*/ 5346399 h 5346399"/>
                <a:gd name="connsiteX3" fmla="*/ 79227 w 2737737"/>
                <a:gd name="connsiteY3" fmla="*/ 5346399 h 5346399"/>
                <a:gd name="connsiteX4" fmla="*/ 624311 w 2737737"/>
                <a:gd name="connsiteY4" fmla="*/ 5029793 h 5346399"/>
                <a:gd name="connsiteX5" fmla="*/ 2654506 w 2737737"/>
                <a:gd name="connsiteY5" fmla="*/ 1511223 h 5346399"/>
                <a:gd name="connsiteX6" fmla="*/ 2654506 w 2737737"/>
                <a:gd name="connsiteY6" fmla="*/ 884539 h 5346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7737" h="5346399">
                  <a:moveTo>
                    <a:pt x="2145325" y="0"/>
                  </a:moveTo>
                  <a:lnTo>
                    <a:pt x="0" y="0"/>
                  </a:lnTo>
                  <a:lnTo>
                    <a:pt x="0" y="5346399"/>
                  </a:lnTo>
                  <a:lnTo>
                    <a:pt x="79227" y="5346399"/>
                  </a:lnTo>
                  <a:cubicBezTo>
                    <a:pt x="304441" y="5346399"/>
                    <a:pt x="510072" y="5225633"/>
                    <a:pt x="624311" y="5029793"/>
                  </a:cubicBezTo>
                  <a:lnTo>
                    <a:pt x="2654506" y="1511223"/>
                  </a:lnTo>
                  <a:cubicBezTo>
                    <a:pt x="2765481" y="1315384"/>
                    <a:pt x="2765481" y="1077114"/>
                    <a:pt x="2654506" y="884539"/>
                  </a:cubicBezTo>
                  <a:close/>
                </a:path>
              </a:pathLst>
            </a:custGeom>
            <a:solidFill>
              <a:schemeClr val="accent1"/>
            </a:solidFill>
            <a:ln w="30359" cap="flat">
              <a:noFill/>
              <a:prstDash val="solid"/>
              <a:miter/>
            </a:ln>
          </p:spPr>
          <p:txBody>
            <a:bodyPr wrap="square" rtlCol="0" anchor="ctr">
              <a:noAutofit/>
            </a:bodyPr>
            <a:lstStyle/>
            <a:p>
              <a:endParaRPr lang="en-US" dirty="0"/>
            </a:p>
          </p:txBody>
        </p:sp>
      </p:grpSp>
      <p:sp>
        <p:nvSpPr>
          <p:cNvPr id="18" name="Text Placeholder 17">
            <a:extLst>
              <a:ext uri="{FF2B5EF4-FFF2-40B4-BE49-F238E27FC236}">
                <a16:creationId xmlns:a16="http://schemas.microsoft.com/office/drawing/2014/main" id="{E5D89863-FA88-4215-9DF1-F6C047600FC0}"/>
              </a:ext>
            </a:extLst>
          </p:cNvPr>
          <p:cNvSpPr>
            <a:spLocks noGrp="1"/>
          </p:cNvSpPr>
          <p:nvPr>
            <p:ph type="body" sz="quarter" idx="22"/>
          </p:nvPr>
        </p:nvSpPr>
        <p:spPr>
          <a:xfrm>
            <a:off x="789029" y="1704081"/>
            <a:ext cx="3393443" cy="867669"/>
          </a:xfrm>
        </p:spPr>
        <p:txBody>
          <a:bodyPr/>
          <a:lstStyle/>
          <a:p>
            <a:r>
              <a:rPr lang="en-US" sz="5400" dirty="0" err="1"/>
              <a:t>Chỉ</a:t>
            </a:r>
            <a:r>
              <a:rPr lang="en-US" sz="5400" dirty="0"/>
              <a:t> </a:t>
            </a:r>
            <a:r>
              <a:rPr lang="en-US" sz="5400" dirty="0" err="1"/>
              <a:t>số</a:t>
            </a:r>
            <a:r>
              <a:rPr lang="en-US" sz="5400" dirty="0"/>
              <a:t> </a:t>
            </a:r>
            <a:r>
              <a:rPr lang="en-US" sz="5400" dirty="0" err="1"/>
              <a:t>phân</a:t>
            </a:r>
            <a:r>
              <a:rPr lang="en-US" sz="5400" dirty="0"/>
              <a:t> </a:t>
            </a:r>
            <a:r>
              <a:rPr lang="en-US" sz="5400" dirty="0" err="1"/>
              <a:t>tích</a:t>
            </a:r>
            <a:endParaRPr lang="en-US" sz="5400" dirty="0"/>
          </a:p>
        </p:txBody>
      </p:sp>
      <p:grpSp>
        <p:nvGrpSpPr>
          <p:cNvPr id="11" name="Group 10">
            <a:extLst>
              <a:ext uri="{FF2B5EF4-FFF2-40B4-BE49-F238E27FC236}">
                <a16:creationId xmlns:a16="http://schemas.microsoft.com/office/drawing/2014/main" id="{305047DA-C531-44CE-BDC6-74A466B5333C}"/>
              </a:ext>
            </a:extLst>
          </p:cNvPr>
          <p:cNvGrpSpPr/>
          <p:nvPr/>
        </p:nvGrpSpPr>
        <p:grpSpPr>
          <a:xfrm rot="7189755">
            <a:off x="3981825" y="4281633"/>
            <a:ext cx="2058276" cy="1836626"/>
            <a:chOff x="2652473" y="862012"/>
            <a:chExt cx="3834288" cy="3421380"/>
          </a:xfrm>
        </p:grpSpPr>
        <p:sp>
          <p:nvSpPr>
            <p:cNvPr id="12" name="Freeform: Shape 11">
              <a:extLst>
                <a:ext uri="{FF2B5EF4-FFF2-40B4-BE49-F238E27FC236}">
                  <a16:creationId xmlns:a16="http://schemas.microsoft.com/office/drawing/2014/main" id="{72B97F90-5F9F-4509-8CA5-D9874A72BFCF}"/>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noAutofit/>
            </a:bodyPr>
            <a:lstStyle/>
            <a:p>
              <a:endParaRPr lang="en-US"/>
            </a:p>
          </p:txBody>
        </p:sp>
        <p:sp>
          <p:nvSpPr>
            <p:cNvPr id="13" name="Freeform: Shape 12">
              <a:extLst>
                <a:ext uri="{FF2B5EF4-FFF2-40B4-BE49-F238E27FC236}">
                  <a16:creationId xmlns:a16="http://schemas.microsoft.com/office/drawing/2014/main" id="{70A4BFD6-EA0B-4B49-8128-77AB60F732D6}"/>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noAutofit/>
            </a:bodyPr>
            <a:lstStyle/>
            <a:p>
              <a:endParaRPr lang="en-US"/>
            </a:p>
          </p:txBody>
        </p:sp>
        <p:sp>
          <p:nvSpPr>
            <p:cNvPr id="14" name="Freeform: Shape 13">
              <a:extLst>
                <a:ext uri="{FF2B5EF4-FFF2-40B4-BE49-F238E27FC236}">
                  <a16:creationId xmlns:a16="http://schemas.microsoft.com/office/drawing/2014/main" id="{68B4EFB1-A5CD-44FC-AB60-7B8D1BEA1AED}"/>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noAutofit/>
            </a:bodyPr>
            <a:lstStyle/>
            <a:p>
              <a:endParaRPr lang="en-US"/>
            </a:p>
          </p:txBody>
        </p:sp>
        <p:sp>
          <p:nvSpPr>
            <p:cNvPr id="19" name="Freeform: Shape 18">
              <a:extLst>
                <a:ext uri="{FF2B5EF4-FFF2-40B4-BE49-F238E27FC236}">
                  <a16:creationId xmlns:a16="http://schemas.microsoft.com/office/drawing/2014/main" id="{F6567702-4A56-4A6E-9225-DBD41D2E6C65}"/>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noAutofit/>
            </a:bodyPr>
            <a:lstStyle/>
            <a:p>
              <a:endParaRPr lang="en-US"/>
            </a:p>
          </p:txBody>
        </p:sp>
      </p:grpSp>
    </p:spTree>
    <p:extLst>
      <p:ext uri="{BB962C8B-B14F-4D97-AF65-F5344CB8AC3E}">
        <p14:creationId xmlns:p14="http://schemas.microsoft.com/office/powerpoint/2010/main" val="2240539261"/>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AF0740D-BFDD-4842-A520-DE15962D7C94}"/>
              </a:ext>
            </a:extLst>
          </p:cNvPr>
          <p:cNvSpPr>
            <a:spLocks noGrp="1"/>
          </p:cNvSpPr>
          <p:nvPr>
            <p:ph type="body" sz="quarter" idx="14"/>
          </p:nvPr>
        </p:nvSpPr>
        <p:spPr>
          <a:xfrm>
            <a:off x="1845237" y="444952"/>
            <a:ext cx="5726837" cy="580565"/>
          </a:xfrm>
        </p:spPr>
        <p:txBody>
          <a:bodyPr/>
          <a:lstStyle/>
          <a:p>
            <a:pPr marL="0" indent="0">
              <a:buNone/>
            </a:pPr>
            <a:r>
              <a:rPr lang="en-US" sz="2500" dirty="0" err="1">
                <a:latin typeface="Calibri" panose="020F0502020204030204" pitchFamily="34" charset="0"/>
                <a:ea typeface="Calibri" panose="020F0502020204030204" pitchFamily="34" charset="0"/>
                <a:cs typeface="Calibri" panose="020F0502020204030204" pitchFamily="34" charset="0"/>
              </a:rPr>
              <a:t>Chỉ</a:t>
            </a:r>
            <a:r>
              <a:rPr lang="en-US" sz="2500" dirty="0">
                <a:latin typeface="Calibri" panose="020F0502020204030204" pitchFamily="34" charset="0"/>
                <a:ea typeface="Calibri" panose="020F0502020204030204" pitchFamily="34" charset="0"/>
                <a:cs typeface="Calibri" panose="020F0502020204030204" pitchFamily="34" charset="0"/>
              </a:rPr>
              <a:t> số phân tích </a:t>
            </a:r>
            <a:r>
              <a:rPr lang="en-US" sz="2500" dirty="0" err="1">
                <a:latin typeface="Calibri" panose="020F0502020204030204" pitchFamily="34" charset="0"/>
                <a:ea typeface="Calibri" panose="020F0502020204030204" pitchFamily="34" charset="0"/>
                <a:cs typeface="Calibri" panose="020F0502020204030204" pitchFamily="34" charset="0"/>
              </a:rPr>
              <a:t>cảm</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xúc</a:t>
            </a:r>
            <a:endParaRPr lang="en-US" sz="2500" b="0" dirty="0">
              <a:latin typeface="Calibri" panose="020F0502020204030204" pitchFamily="34" charset="0"/>
              <a:ea typeface="Calibri" panose="020F0502020204030204" pitchFamily="34" charset="0"/>
              <a:cs typeface="Calibri" panose="020F0502020204030204" pitchFamily="34" charset="0"/>
            </a:endParaRPr>
          </a:p>
        </p:txBody>
      </p:sp>
      <p:grpSp>
        <p:nvGrpSpPr>
          <p:cNvPr id="34" name="Group 33">
            <a:extLst>
              <a:ext uri="{FF2B5EF4-FFF2-40B4-BE49-F238E27FC236}">
                <a16:creationId xmlns:a16="http://schemas.microsoft.com/office/drawing/2014/main" id="{D2F617EE-B6AB-4C89-A5B1-E355A07DDB95}"/>
              </a:ext>
            </a:extLst>
          </p:cNvPr>
          <p:cNvGrpSpPr/>
          <p:nvPr/>
        </p:nvGrpSpPr>
        <p:grpSpPr>
          <a:xfrm rot="334554">
            <a:off x="-575666" y="-1072572"/>
            <a:ext cx="2167326" cy="1933930"/>
            <a:chOff x="2652473" y="862012"/>
            <a:chExt cx="3834288" cy="3421380"/>
          </a:xfrm>
        </p:grpSpPr>
        <p:sp>
          <p:nvSpPr>
            <p:cNvPr id="35" name="Freeform: Shape 34">
              <a:extLst>
                <a:ext uri="{FF2B5EF4-FFF2-40B4-BE49-F238E27FC236}">
                  <a16:creationId xmlns:a16="http://schemas.microsoft.com/office/drawing/2014/main" id="{D174C004-2EDD-4597-9E01-DEC99BEC1878}"/>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6A82FAF1-9280-4B4C-80D0-5156015ABE4D}"/>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34D274C0-18A0-4DBB-A1BC-A4BCED282172}"/>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8" name="Freeform: Shape 37">
              <a:extLst>
                <a:ext uri="{FF2B5EF4-FFF2-40B4-BE49-F238E27FC236}">
                  <a16:creationId xmlns:a16="http://schemas.microsoft.com/office/drawing/2014/main" id="{A5EEF635-F03E-41A5-8FEB-25EF03B4B264}"/>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grpSp>
        <p:nvGrpSpPr>
          <p:cNvPr id="40" name="Group 39">
            <a:extLst>
              <a:ext uri="{FF2B5EF4-FFF2-40B4-BE49-F238E27FC236}">
                <a16:creationId xmlns:a16="http://schemas.microsoft.com/office/drawing/2014/main" id="{92A50F91-F7B7-40AA-BF43-E38FA4C3A7A2}"/>
              </a:ext>
            </a:extLst>
          </p:cNvPr>
          <p:cNvGrpSpPr/>
          <p:nvPr/>
        </p:nvGrpSpPr>
        <p:grpSpPr>
          <a:xfrm rot="21265446" flipH="1">
            <a:off x="7557491" y="-1072573"/>
            <a:ext cx="2167326" cy="1933930"/>
            <a:chOff x="2652473" y="862012"/>
            <a:chExt cx="3834288" cy="3421380"/>
          </a:xfrm>
        </p:grpSpPr>
        <p:sp>
          <p:nvSpPr>
            <p:cNvPr id="41" name="Freeform: Shape 40">
              <a:extLst>
                <a:ext uri="{FF2B5EF4-FFF2-40B4-BE49-F238E27FC236}">
                  <a16:creationId xmlns:a16="http://schemas.microsoft.com/office/drawing/2014/main" id="{32EC254B-0E4C-40AC-A84E-82941A3B0812}"/>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E6DC8C8B-CD8B-45BE-841B-A5907DD50E65}"/>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43" name="Freeform: Shape 42">
              <a:extLst>
                <a:ext uri="{FF2B5EF4-FFF2-40B4-BE49-F238E27FC236}">
                  <a16:creationId xmlns:a16="http://schemas.microsoft.com/office/drawing/2014/main" id="{3C7370D5-4A76-48FC-A668-E0F771740B1B}"/>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44" name="Freeform: Shape 43">
              <a:extLst>
                <a:ext uri="{FF2B5EF4-FFF2-40B4-BE49-F238E27FC236}">
                  <a16:creationId xmlns:a16="http://schemas.microsoft.com/office/drawing/2014/main" id="{2320D54C-7C39-4907-8BCC-F3D39C6D88C4}"/>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grpSp>
      <p:pic>
        <p:nvPicPr>
          <p:cNvPr id="5122" name="Picture 2">
            <a:extLst>
              <a:ext uri="{FF2B5EF4-FFF2-40B4-BE49-F238E27FC236}">
                <a16:creationId xmlns:a16="http://schemas.microsoft.com/office/drawing/2014/main" id="{9047BA21-7286-4CCB-9D6F-B03951C83E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51" y="1396599"/>
            <a:ext cx="4363704" cy="2286861"/>
          </a:xfrm>
          <a:prstGeom prst="round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Hộp Văn bản 2">
            <a:extLst>
              <a:ext uri="{FF2B5EF4-FFF2-40B4-BE49-F238E27FC236}">
                <a16:creationId xmlns:a16="http://schemas.microsoft.com/office/drawing/2014/main" id="{B0EE1672-23E8-4EB8-EFFA-F3BA9463523B}"/>
              </a:ext>
            </a:extLst>
          </p:cNvPr>
          <p:cNvSpPr txBox="1"/>
          <p:nvPr/>
        </p:nvSpPr>
        <p:spPr>
          <a:xfrm>
            <a:off x="5009817" y="1292083"/>
            <a:ext cx="3956383" cy="2631490"/>
          </a:xfrm>
          <a:prstGeom prst="rect">
            <a:avLst/>
          </a:prstGeom>
          <a:noFill/>
        </p:spPr>
        <p:txBody>
          <a:bodyPr wrap="square">
            <a:spAutoFit/>
          </a:bodyPr>
          <a:lstStyle/>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Tỷ lệ </a:t>
            </a:r>
            <a:r>
              <a:rPr lang="vi-VN" sz="1500" dirty="0" err="1">
                <a:latin typeface="Calibri" panose="020F0502020204030204" pitchFamily="34" charset="0"/>
                <a:ea typeface="Calibri" panose="020F0502020204030204" pitchFamily="34" charset="0"/>
                <a:cs typeface="Calibri" panose="020F0502020204030204" pitchFamily="34" charset="0"/>
              </a:rPr>
              <a:t>Positive</a:t>
            </a:r>
            <a:r>
              <a:rPr lang="vi-VN" sz="1500" dirty="0">
                <a:latin typeface="Calibri" panose="020F0502020204030204" pitchFamily="34" charset="0"/>
                <a:ea typeface="Calibri" panose="020F0502020204030204" pitchFamily="34" charset="0"/>
                <a:cs typeface="Calibri" panose="020F0502020204030204" pitchFamily="34" charset="0"/>
              </a:rPr>
              <a:t> (16.35%): Tỷ lệ tích cực ở mức vừa phải, tức là có một phần nội dung thể hiện sự hài lòng, đồng tình hoặc cảm xúc tốt.</a:t>
            </a: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Tỷ lệ </a:t>
            </a:r>
            <a:r>
              <a:rPr lang="vi-VN" sz="1500" dirty="0" err="1">
                <a:latin typeface="Calibri" panose="020F0502020204030204" pitchFamily="34" charset="0"/>
                <a:ea typeface="Calibri" panose="020F0502020204030204" pitchFamily="34" charset="0"/>
                <a:cs typeface="Calibri" panose="020F0502020204030204" pitchFamily="34" charset="0"/>
              </a:rPr>
              <a:t>Neutral</a:t>
            </a:r>
            <a:r>
              <a:rPr lang="vi-VN" sz="1500" dirty="0">
                <a:latin typeface="Calibri" panose="020F0502020204030204" pitchFamily="34" charset="0"/>
                <a:ea typeface="Calibri" panose="020F0502020204030204" pitchFamily="34" charset="0"/>
                <a:cs typeface="Calibri" panose="020F0502020204030204" pitchFamily="34" charset="0"/>
              </a:rPr>
              <a:t> (77.28%): chiếm đa số, nghĩa là phần lớn nội dung mang tính trung lập, ít thể hiện cảm xúc rõ ràng.</a:t>
            </a: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Tỷ lệ </a:t>
            </a:r>
            <a:r>
              <a:rPr lang="vi-VN" sz="1500" dirty="0" err="1">
                <a:latin typeface="Calibri" panose="020F0502020204030204" pitchFamily="34" charset="0"/>
                <a:ea typeface="Calibri" panose="020F0502020204030204" pitchFamily="34" charset="0"/>
                <a:cs typeface="Calibri" panose="020F0502020204030204" pitchFamily="34" charset="0"/>
              </a:rPr>
              <a:t>Negative</a:t>
            </a:r>
            <a:r>
              <a:rPr lang="vi-VN" sz="1500" dirty="0">
                <a:latin typeface="Calibri" panose="020F0502020204030204" pitchFamily="34" charset="0"/>
                <a:ea typeface="Calibri" panose="020F0502020204030204" pitchFamily="34" charset="0"/>
                <a:cs typeface="Calibri" panose="020F0502020204030204" pitchFamily="34" charset="0"/>
              </a:rPr>
              <a:t> (6.37%): ở mức rất thấp, chứng tỏ ít xuất hiện ý kiến tiêu cực.</a:t>
            </a:r>
          </a:p>
          <a:p>
            <a:pPr marL="285750" indent="-285750" algn="just">
              <a:buFont typeface="Arial" panose="020B0604020202020204" pitchFamily="34" charset="0"/>
              <a:buChar char="•"/>
            </a:pPr>
            <a:r>
              <a:rPr lang="vi-VN" sz="1500" dirty="0" err="1">
                <a:latin typeface="Calibri" panose="020F0502020204030204" pitchFamily="34" charset="0"/>
                <a:ea typeface="Calibri" panose="020F0502020204030204" pitchFamily="34" charset="0"/>
                <a:cs typeface="Calibri" panose="020F0502020204030204" pitchFamily="34" charset="0"/>
              </a:rPr>
              <a:t>Sentiment</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Score</a:t>
            </a:r>
            <a:r>
              <a:rPr lang="vi-VN" sz="1500" dirty="0">
                <a:latin typeface="Calibri" panose="020F0502020204030204" pitchFamily="34" charset="0"/>
                <a:ea typeface="Calibri" panose="020F0502020204030204" pitchFamily="34" charset="0"/>
                <a:cs typeface="Calibri" panose="020F0502020204030204" pitchFamily="34" charset="0"/>
              </a:rPr>
              <a:t> = +9.98,  được tính bằng </a:t>
            </a:r>
            <a:r>
              <a:rPr lang="vi-VN" sz="1500" dirty="0" err="1">
                <a:latin typeface="Calibri" panose="020F0502020204030204" pitchFamily="34" charset="0"/>
                <a:ea typeface="Calibri" panose="020F0502020204030204" pitchFamily="34" charset="0"/>
                <a:cs typeface="Calibri" panose="020F0502020204030204" pitchFamily="34" charset="0"/>
              </a:rPr>
              <a:t>Positive</a:t>
            </a:r>
            <a:r>
              <a:rPr lang="vi-VN" sz="1500" dirty="0">
                <a:latin typeface="Calibri" panose="020F0502020204030204" pitchFamily="34" charset="0"/>
                <a:ea typeface="Calibri" panose="020F0502020204030204" pitchFamily="34" charset="0"/>
                <a:cs typeface="Calibri" panose="020F0502020204030204" pitchFamily="34" charset="0"/>
              </a:rPr>
              <a:t> – </a:t>
            </a:r>
            <a:r>
              <a:rPr lang="vi-VN" sz="1500" dirty="0" err="1">
                <a:latin typeface="Calibri" panose="020F0502020204030204" pitchFamily="34" charset="0"/>
                <a:ea typeface="Calibri" panose="020F0502020204030204" pitchFamily="34" charset="0"/>
                <a:cs typeface="Calibri" panose="020F0502020204030204" pitchFamily="34" charset="0"/>
              </a:rPr>
              <a:t>Negative</a:t>
            </a:r>
            <a:r>
              <a:rPr lang="vi-VN" sz="1500" dirty="0">
                <a:latin typeface="Calibri" panose="020F0502020204030204" pitchFamily="34" charset="0"/>
                <a:ea typeface="Calibri" panose="020F0502020204030204" pitchFamily="34" charset="0"/>
                <a:cs typeface="Calibri" panose="020F0502020204030204" pitchFamily="34" charset="0"/>
              </a:rPr>
              <a:t>, cho thấy xu hướng cảm xúc tổng thể nghiêng mạnh về tích cực.</a:t>
            </a:r>
          </a:p>
        </p:txBody>
      </p:sp>
      <p:sp>
        <p:nvSpPr>
          <p:cNvPr id="5" name="Hộp Văn bản 4">
            <a:extLst>
              <a:ext uri="{FF2B5EF4-FFF2-40B4-BE49-F238E27FC236}">
                <a16:creationId xmlns:a16="http://schemas.microsoft.com/office/drawing/2014/main" id="{D91509AE-A0CA-38C4-4D82-2B07638A2C02}"/>
              </a:ext>
            </a:extLst>
          </p:cNvPr>
          <p:cNvSpPr txBox="1"/>
          <p:nvPr/>
        </p:nvSpPr>
        <p:spPr>
          <a:xfrm>
            <a:off x="785577" y="4117983"/>
            <a:ext cx="7572845" cy="784830"/>
          </a:xfrm>
          <a:prstGeom prst="rect">
            <a:avLst/>
          </a:prstGeom>
          <a:noFill/>
        </p:spPr>
        <p:txBody>
          <a:bodyPr wrap="square">
            <a:spAutoFit/>
          </a:bodyPr>
          <a:lstStyle/>
          <a:p>
            <a:pPr algn="just"/>
            <a:r>
              <a:rPr lang="vi-VN" sz="1500" b="1" dirty="0">
                <a:latin typeface="Calibri" panose="020F0502020204030204" pitchFamily="34" charset="0"/>
                <a:ea typeface="Calibri" panose="020F0502020204030204" pitchFamily="34" charset="0"/>
                <a:cs typeface="Calibri" panose="020F0502020204030204" pitchFamily="34" charset="0"/>
              </a:rPr>
              <a:t>Kết luận: </a:t>
            </a:r>
            <a:r>
              <a:rPr lang="vi-VN" sz="1500" dirty="0">
                <a:latin typeface="Calibri" panose="020F0502020204030204" pitchFamily="34" charset="0"/>
                <a:ea typeface="Calibri" panose="020F0502020204030204" pitchFamily="34" charset="0"/>
                <a:cs typeface="Calibri" panose="020F0502020204030204" pitchFamily="34" charset="0"/>
              </a:rPr>
              <a:t>Mặc dù đa phần bình luận mang tính trung lập, nhưng phần chênh lệch giữa tích cực và tiêu cực lớn cho thấy bối cảnh phản hồi nhìn chung ổn định và được đánh giá tốt, hầu như không có ý kiến trái chiều mạnh.</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6969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53078-A338-DB65-66D9-C888362578A5}"/>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9F3A95F8-EEC1-17C5-D316-665087D49B28}"/>
              </a:ext>
            </a:extLst>
          </p:cNvPr>
          <p:cNvGrpSpPr/>
          <p:nvPr/>
        </p:nvGrpSpPr>
        <p:grpSpPr>
          <a:xfrm rot="334554">
            <a:off x="-575666" y="-1072572"/>
            <a:ext cx="2167326" cy="1933930"/>
            <a:chOff x="2652473" y="862012"/>
            <a:chExt cx="3834288" cy="3421380"/>
          </a:xfrm>
        </p:grpSpPr>
        <p:sp>
          <p:nvSpPr>
            <p:cNvPr id="35" name="Freeform: Shape 34">
              <a:extLst>
                <a:ext uri="{FF2B5EF4-FFF2-40B4-BE49-F238E27FC236}">
                  <a16:creationId xmlns:a16="http://schemas.microsoft.com/office/drawing/2014/main" id="{6DCBB2D4-C775-39A3-153E-3B2773A2CCCF}"/>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0AB454AD-4483-C215-055C-F03D20BB8A10}"/>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6113BC16-EA81-AB57-7B38-03D251B08A22}"/>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 name="Freeform: Shape 37">
              <a:extLst>
                <a:ext uri="{FF2B5EF4-FFF2-40B4-BE49-F238E27FC236}">
                  <a16:creationId xmlns:a16="http://schemas.microsoft.com/office/drawing/2014/main" id="{DF1698EA-0CA9-8DB4-C51A-5EFB87D8E712}"/>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nvGrpSpPr>
          <p:cNvPr id="40" name="Group 39">
            <a:extLst>
              <a:ext uri="{FF2B5EF4-FFF2-40B4-BE49-F238E27FC236}">
                <a16:creationId xmlns:a16="http://schemas.microsoft.com/office/drawing/2014/main" id="{34B138BE-C827-1AB0-567E-1C583549721D}"/>
              </a:ext>
            </a:extLst>
          </p:cNvPr>
          <p:cNvGrpSpPr/>
          <p:nvPr/>
        </p:nvGrpSpPr>
        <p:grpSpPr>
          <a:xfrm rot="21265446" flipH="1">
            <a:off x="7557491" y="-1072573"/>
            <a:ext cx="2167326" cy="1933930"/>
            <a:chOff x="2652473" y="862012"/>
            <a:chExt cx="3834288" cy="3421380"/>
          </a:xfrm>
        </p:grpSpPr>
        <p:sp>
          <p:nvSpPr>
            <p:cNvPr id="41" name="Freeform: Shape 40">
              <a:extLst>
                <a:ext uri="{FF2B5EF4-FFF2-40B4-BE49-F238E27FC236}">
                  <a16:creationId xmlns:a16="http://schemas.microsoft.com/office/drawing/2014/main" id="{067187A3-93CF-1D85-C144-FC1D0610F063}"/>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0024FEFF-A878-ADD0-8A94-E3EBD185A49D}"/>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 name="Freeform: Shape 42">
              <a:extLst>
                <a:ext uri="{FF2B5EF4-FFF2-40B4-BE49-F238E27FC236}">
                  <a16:creationId xmlns:a16="http://schemas.microsoft.com/office/drawing/2014/main" id="{78E330C1-3838-CAA2-63A5-CDF23F27A95F}"/>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 name="Freeform: Shape 43">
              <a:extLst>
                <a:ext uri="{FF2B5EF4-FFF2-40B4-BE49-F238E27FC236}">
                  <a16:creationId xmlns:a16="http://schemas.microsoft.com/office/drawing/2014/main" id="{5C2E4F1C-7ECA-CF5D-279F-50FC1F4B809D}"/>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6" name="Text Placeholder 6">
            <a:extLst>
              <a:ext uri="{FF2B5EF4-FFF2-40B4-BE49-F238E27FC236}">
                <a16:creationId xmlns:a16="http://schemas.microsoft.com/office/drawing/2014/main" id="{0167DD1F-A80E-E424-E411-9CD801EF8785}"/>
              </a:ext>
            </a:extLst>
          </p:cNvPr>
          <p:cNvSpPr txBox="1">
            <a:spLocks/>
          </p:cNvSpPr>
          <p:nvPr/>
        </p:nvSpPr>
        <p:spPr>
          <a:xfrm>
            <a:off x="1845237" y="444952"/>
            <a:ext cx="5726837" cy="580565"/>
          </a:xfrm>
          <a:prstGeom prst="rect">
            <a:avLst/>
          </a:prstGeom>
        </p:spPr>
        <p:txBody>
          <a:bodyPr vert="horz" lIns="91440" tIns="45720" rIns="91440" bIns="45720" rtlCol="0">
            <a:noAutofit/>
          </a:bodyPr>
          <a:lstStyle>
            <a:lvl1pPr marL="171450" indent="-171450" algn="ctr" defTabSz="685800" rtl="0" eaLnBrk="1" latinLnBrk="0" hangingPunct="1">
              <a:lnSpc>
                <a:spcPct val="90000"/>
              </a:lnSpc>
              <a:spcBef>
                <a:spcPts val="750"/>
              </a:spcBef>
              <a:buFont typeface="Arial" panose="020B0604020202020204" pitchFamily="34" charset="0"/>
              <a:buChar char="•"/>
              <a:defRPr lang="en-US" sz="3200" b="1" i="0" kern="1200" spc="0" baseline="0" dirty="0">
                <a:solidFill>
                  <a:schemeClr val="tx1"/>
                </a:solidFill>
                <a:effectLst/>
                <a:latin typeface="+mj-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500" dirty="0" err="1">
                <a:latin typeface="Calibri" panose="020F0502020204030204" pitchFamily="34" charset="0"/>
                <a:ea typeface="Calibri" panose="020F0502020204030204" pitchFamily="34" charset="0"/>
                <a:cs typeface="Calibri" panose="020F0502020204030204" pitchFamily="34" charset="0"/>
              </a:rPr>
              <a:t>Chỉ</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số</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phân</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tích</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cảm</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xúc</a:t>
            </a:r>
            <a:endParaRPr lang="en-US" sz="2500" b="0" dirty="0">
              <a:latin typeface="Calibri" panose="020F0502020204030204" pitchFamily="34" charset="0"/>
              <a:ea typeface="Calibri" panose="020F0502020204030204" pitchFamily="34" charset="0"/>
              <a:cs typeface="Calibri" panose="020F0502020204030204" pitchFamily="34" charset="0"/>
            </a:endParaRPr>
          </a:p>
        </p:txBody>
      </p:sp>
      <p:pic>
        <p:nvPicPr>
          <p:cNvPr id="6146" name="Picture 2">
            <a:extLst>
              <a:ext uri="{FF2B5EF4-FFF2-40B4-BE49-F238E27FC236}">
                <a16:creationId xmlns:a16="http://schemas.microsoft.com/office/drawing/2014/main" id="{12236862-151D-8C25-380B-2DAAB0E44F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59" y="3292954"/>
            <a:ext cx="5791200" cy="1724025"/>
          </a:xfrm>
          <a:prstGeom prst="roundRect">
            <a:avLst>
              <a:gd name="adj" fmla="val 11510"/>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Hộp Văn bản 4">
            <a:extLst>
              <a:ext uri="{FF2B5EF4-FFF2-40B4-BE49-F238E27FC236}">
                <a16:creationId xmlns:a16="http://schemas.microsoft.com/office/drawing/2014/main" id="{57704F49-F23C-B62B-5A3A-3BB5D40A8641}"/>
              </a:ext>
            </a:extLst>
          </p:cNvPr>
          <p:cNvSpPr txBox="1"/>
          <p:nvPr/>
        </p:nvSpPr>
        <p:spPr>
          <a:xfrm>
            <a:off x="133059" y="973697"/>
            <a:ext cx="8846300" cy="2246769"/>
          </a:xfrm>
          <a:prstGeom prst="rect">
            <a:avLst/>
          </a:prstGeom>
          <a:noFill/>
        </p:spPr>
        <p:txBody>
          <a:bodyPr wrap="square">
            <a:spAutoFit/>
          </a:bodyPr>
          <a:lstStyle/>
          <a:p>
            <a:pPr marL="285750" indent="-285750" algn="just">
              <a:buFont typeface="Arial" panose="020B0604020202020204" pitchFamily="34" charset="0"/>
              <a:buChar char="•"/>
            </a:pPr>
            <a:r>
              <a:rPr lang="vi-VN" sz="1400" dirty="0">
                <a:latin typeface="Calibri" panose="020F0502020204030204" pitchFamily="34" charset="0"/>
                <a:ea typeface="Calibri" panose="020F0502020204030204" pitchFamily="34" charset="0"/>
                <a:cs typeface="Calibri" panose="020F0502020204030204" pitchFamily="34" charset="0"/>
              </a:rPr>
              <a:t>Nhóm </a:t>
            </a:r>
            <a:r>
              <a:rPr lang="vi-VN" sz="1400" b="1" dirty="0" err="1">
                <a:latin typeface="Calibri" panose="020F0502020204030204" pitchFamily="34" charset="0"/>
                <a:ea typeface="Calibri" panose="020F0502020204030204" pitchFamily="34" charset="0"/>
                <a:cs typeface="Calibri" panose="020F0502020204030204" pitchFamily="34" charset="0"/>
              </a:rPr>
              <a:t>Sports</a:t>
            </a:r>
            <a:r>
              <a:rPr lang="vi-VN" sz="1400" dirty="0">
                <a:latin typeface="Calibri" panose="020F0502020204030204" pitchFamily="34" charset="0"/>
                <a:ea typeface="Calibri" panose="020F0502020204030204" pitchFamily="34" charset="0"/>
                <a:cs typeface="Calibri" panose="020F0502020204030204" pitchFamily="34" charset="0"/>
              </a:rPr>
              <a:t> có </a:t>
            </a:r>
            <a:r>
              <a:rPr lang="vi-VN" sz="1400" dirty="0" err="1">
                <a:latin typeface="Calibri" panose="020F0502020204030204" pitchFamily="34" charset="0"/>
                <a:ea typeface="Calibri" panose="020F0502020204030204" pitchFamily="34" charset="0"/>
                <a:cs typeface="Calibri" panose="020F0502020204030204" pitchFamily="34" charset="0"/>
              </a:rPr>
              <a:t>Sentiment</a:t>
            </a:r>
            <a:r>
              <a:rPr lang="vi-VN" sz="1400" dirty="0">
                <a:latin typeface="Calibri" panose="020F0502020204030204" pitchFamily="34" charset="0"/>
                <a:ea typeface="Calibri" panose="020F0502020204030204" pitchFamily="34" charset="0"/>
                <a:cs typeface="Calibri" panose="020F0502020204030204" pitchFamily="34" charset="0"/>
              </a:rPr>
              <a:t> </a:t>
            </a:r>
            <a:r>
              <a:rPr lang="vi-VN" sz="1400" dirty="0" err="1">
                <a:latin typeface="Calibri" panose="020F0502020204030204" pitchFamily="34" charset="0"/>
                <a:ea typeface="Calibri" panose="020F0502020204030204" pitchFamily="34" charset="0"/>
                <a:cs typeface="Calibri" panose="020F0502020204030204" pitchFamily="34" charset="0"/>
              </a:rPr>
              <a:t>Score</a:t>
            </a:r>
            <a:r>
              <a:rPr lang="vi-VN" sz="1400" dirty="0">
                <a:latin typeface="Calibri" panose="020F0502020204030204" pitchFamily="34" charset="0"/>
                <a:ea typeface="Calibri" panose="020F0502020204030204" pitchFamily="34" charset="0"/>
                <a:cs typeface="Calibri" panose="020F0502020204030204" pitchFamily="34" charset="0"/>
              </a:rPr>
              <a:t> cao nhất (+14.21), cho thấy mức độ yêu thích và cảm xúc tích cực nổi trội của người xem đối với nội dung. Đồng thời, tỷ lệ tương tác đạt 1.04%, cao nhất trong các nhóm, phản ánh </a:t>
            </a:r>
            <a:r>
              <a:rPr lang="vi-VN" sz="1400" dirty="0" err="1">
                <a:latin typeface="Calibri" panose="020F0502020204030204" pitchFamily="34" charset="0"/>
                <a:ea typeface="Calibri" panose="020F0502020204030204" pitchFamily="34" charset="0"/>
                <a:cs typeface="Calibri" panose="020F0502020204030204" pitchFamily="34" charset="0"/>
              </a:rPr>
              <a:t>Sports</a:t>
            </a:r>
            <a:r>
              <a:rPr lang="vi-VN" sz="1400" dirty="0">
                <a:latin typeface="Calibri" panose="020F0502020204030204" pitchFamily="34" charset="0"/>
                <a:ea typeface="Calibri" panose="020F0502020204030204" pitchFamily="34" charset="0"/>
                <a:cs typeface="Calibri" panose="020F0502020204030204" pitchFamily="34" charset="0"/>
              </a:rPr>
              <a:t> không chỉ được yêu thích mà còn kích thích hành động tương tác mạnh.</a:t>
            </a:r>
          </a:p>
          <a:p>
            <a:pPr marL="285750" indent="-285750" algn="just">
              <a:buFont typeface="Arial" panose="020B0604020202020204" pitchFamily="34" charset="0"/>
              <a:buChar char="•"/>
            </a:pPr>
            <a:r>
              <a:rPr lang="vi-VN" sz="1400" dirty="0">
                <a:latin typeface="Calibri" panose="020F0502020204030204" pitchFamily="34" charset="0"/>
                <a:ea typeface="Calibri" panose="020F0502020204030204" pitchFamily="34" charset="0"/>
                <a:cs typeface="Calibri" panose="020F0502020204030204" pitchFamily="34" charset="0"/>
              </a:rPr>
              <a:t>Nhóm </a:t>
            </a:r>
            <a:r>
              <a:rPr lang="vi-VN" sz="1400" b="1" dirty="0" err="1">
                <a:latin typeface="Calibri" panose="020F0502020204030204" pitchFamily="34" charset="0"/>
                <a:ea typeface="Calibri" panose="020F0502020204030204" pitchFamily="34" charset="0"/>
                <a:cs typeface="Calibri" panose="020F0502020204030204" pitchFamily="34" charset="0"/>
              </a:rPr>
              <a:t>Entertainment</a:t>
            </a:r>
            <a:r>
              <a:rPr lang="vi-VN" sz="1400" dirty="0">
                <a:latin typeface="Calibri" panose="020F0502020204030204" pitchFamily="34" charset="0"/>
                <a:ea typeface="Calibri" panose="020F0502020204030204" pitchFamily="34" charset="0"/>
                <a:cs typeface="Calibri" panose="020F0502020204030204" pitchFamily="34" charset="0"/>
              </a:rPr>
              <a:t> có </a:t>
            </a:r>
            <a:r>
              <a:rPr lang="vi-VN" sz="1400" dirty="0" err="1">
                <a:latin typeface="Calibri" panose="020F0502020204030204" pitchFamily="34" charset="0"/>
                <a:ea typeface="Calibri" panose="020F0502020204030204" pitchFamily="34" charset="0"/>
                <a:cs typeface="Calibri" panose="020F0502020204030204" pitchFamily="34" charset="0"/>
              </a:rPr>
              <a:t>Sentiment</a:t>
            </a:r>
            <a:r>
              <a:rPr lang="vi-VN" sz="1400" dirty="0">
                <a:latin typeface="Calibri" panose="020F0502020204030204" pitchFamily="34" charset="0"/>
                <a:ea typeface="Calibri" panose="020F0502020204030204" pitchFamily="34" charset="0"/>
                <a:cs typeface="Calibri" panose="020F0502020204030204" pitchFamily="34" charset="0"/>
              </a:rPr>
              <a:t> </a:t>
            </a:r>
            <a:r>
              <a:rPr lang="vi-VN" sz="1400" dirty="0" err="1">
                <a:latin typeface="Calibri" panose="020F0502020204030204" pitchFamily="34" charset="0"/>
                <a:ea typeface="Calibri" panose="020F0502020204030204" pitchFamily="34" charset="0"/>
                <a:cs typeface="Calibri" panose="020F0502020204030204" pitchFamily="34" charset="0"/>
              </a:rPr>
              <a:t>Score</a:t>
            </a:r>
            <a:r>
              <a:rPr lang="vi-VN" sz="1400" dirty="0">
                <a:latin typeface="Calibri" panose="020F0502020204030204" pitchFamily="34" charset="0"/>
                <a:ea typeface="Calibri" panose="020F0502020204030204" pitchFamily="34" charset="0"/>
                <a:cs typeface="Calibri" panose="020F0502020204030204" pitchFamily="34" charset="0"/>
              </a:rPr>
              <a:t> +8.42 và </a:t>
            </a:r>
            <a:r>
              <a:rPr lang="vi-VN" sz="1400" dirty="0" err="1">
                <a:latin typeface="Calibri" panose="020F0502020204030204" pitchFamily="34" charset="0"/>
                <a:ea typeface="Calibri" panose="020F0502020204030204" pitchFamily="34" charset="0"/>
                <a:cs typeface="Calibri" panose="020F0502020204030204" pitchFamily="34" charset="0"/>
              </a:rPr>
              <a:t>engagement</a:t>
            </a:r>
            <a:r>
              <a:rPr lang="vi-VN" sz="1400" dirty="0">
                <a:latin typeface="Calibri" panose="020F0502020204030204" pitchFamily="34" charset="0"/>
                <a:ea typeface="Calibri" panose="020F0502020204030204" pitchFamily="34" charset="0"/>
                <a:cs typeface="Calibri" panose="020F0502020204030204" pitchFamily="34" charset="0"/>
              </a:rPr>
              <a:t> 0.82%, cho thấy cảm xúc tích cực ổn định và mức độ tương tác tốt, chỉ đứng sau </a:t>
            </a:r>
            <a:r>
              <a:rPr lang="vi-VN" sz="1400" dirty="0" err="1">
                <a:latin typeface="Calibri" panose="020F0502020204030204" pitchFamily="34" charset="0"/>
                <a:ea typeface="Calibri" panose="020F0502020204030204" pitchFamily="34" charset="0"/>
                <a:cs typeface="Calibri" panose="020F0502020204030204" pitchFamily="34" charset="0"/>
              </a:rPr>
              <a:t>Sports</a:t>
            </a:r>
            <a:r>
              <a:rPr lang="vi-VN" sz="1400" dirty="0">
                <a:latin typeface="Calibri" panose="020F0502020204030204" pitchFamily="34" charset="0"/>
                <a:ea typeface="Calibri" panose="020F0502020204030204" pitchFamily="34" charset="0"/>
                <a:cs typeface="Calibri" panose="020F0502020204030204" pitchFamily="34" charset="0"/>
              </a:rPr>
              <a:t>.</a:t>
            </a:r>
          </a:p>
          <a:p>
            <a:pPr marL="285750" indent="-285750" algn="just">
              <a:buFont typeface="Arial" panose="020B0604020202020204" pitchFamily="34" charset="0"/>
              <a:buChar char="•"/>
            </a:pPr>
            <a:r>
              <a:rPr lang="vi-VN" sz="1400" dirty="0">
                <a:latin typeface="Calibri" panose="020F0502020204030204" pitchFamily="34" charset="0"/>
                <a:ea typeface="Calibri" panose="020F0502020204030204" pitchFamily="34" charset="0"/>
                <a:cs typeface="Calibri" panose="020F0502020204030204" pitchFamily="34" charset="0"/>
              </a:rPr>
              <a:t>Nhóm </a:t>
            </a:r>
            <a:r>
              <a:rPr lang="vi-VN" sz="1400" b="1" dirty="0" err="1">
                <a:latin typeface="Calibri" panose="020F0502020204030204" pitchFamily="34" charset="0"/>
                <a:ea typeface="Calibri" panose="020F0502020204030204" pitchFamily="34" charset="0"/>
                <a:cs typeface="Calibri" panose="020F0502020204030204" pitchFamily="34" charset="0"/>
              </a:rPr>
              <a:t>Gaming</a:t>
            </a:r>
            <a:r>
              <a:rPr lang="vi-VN" sz="1400" dirty="0">
                <a:latin typeface="Calibri" panose="020F0502020204030204" pitchFamily="34" charset="0"/>
                <a:ea typeface="Calibri" panose="020F0502020204030204" pitchFamily="34" charset="0"/>
                <a:cs typeface="Calibri" panose="020F0502020204030204" pitchFamily="34" charset="0"/>
              </a:rPr>
              <a:t> có </a:t>
            </a:r>
            <a:r>
              <a:rPr lang="vi-VN" sz="1400" dirty="0" err="1">
                <a:latin typeface="Calibri" panose="020F0502020204030204" pitchFamily="34" charset="0"/>
                <a:ea typeface="Calibri" panose="020F0502020204030204" pitchFamily="34" charset="0"/>
                <a:cs typeface="Calibri" panose="020F0502020204030204" pitchFamily="34" charset="0"/>
              </a:rPr>
              <a:t>Sentiment</a:t>
            </a:r>
            <a:r>
              <a:rPr lang="vi-VN" sz="1400" dirty="0">
                <a:latin typeface="Calibri" panose="020F0502020204030204" pitchFamily="34" charset="0"/>
                <a:ea typeface="Calibri" panose="020F0502020204030204" pitchFamily="34" charset="0"/>
                <a:cs typeface="Calibri" panose="020F0502020204030204" pitchFamily="34" charset="0"/>
              </a:rPr>
              <a:t> </a:t>
            </a:r>
            <a:r>
              <a:rPr lang="vi-VN" sz="1400" dirty="0" err="1">
                <a:latin typeface="Calibri" panose="020F0502020204030204" pitchFamily="34" charset="0"/>
                <a:ea typeface="Calibri" panose="020F0502020204030204" pitchFamily="34" charset="0"/>
                <a:cs typeface="Calibri" panose="020F0502020204030204" pitchFamily="34" charset="0"/>
              </a:rPr>
              <a:t>Score</a:t>
            </a:r>
            <a:r>
              <a:rPr lang="vi-VN" sz="1400" dirty="0">
                <a:latin typeface="Calibri" panose="020F0502020204030204" pitchFamily="34" charset="0"/>
                <a:ea typeface="Calibri" panose="020F0502020204030204" pitchFamily="34" charset="0"/>
                <a:cs typeface="Calibri" panose="020F0502020204030204" pitchFamily="34" charset="0"/>
              </a:rPr>
              <a:t> +6.49, thể hiện cảm xúc tích cực nhưng tỷ lệ tương tác chỉ 0.14%, thấp hơn đáng kể so với </a:t>
            </a:r>
            <a:r>
              <a:rPr lang="vi-VN" sz="1400" dirty="0" err="1">
                <a:latin typeface="Calibri" panose="020F0502020204030204" pitchFamily="34" charset="0"/>
                <a:ea typeface="Calibri" panose="020F0502020204030204" pitchFamily="34" charset="0"/>
                <a:cs typeface="Calibri" panose="020F0502020204030204" pitchFamily="34" charset="0"/>
              </a:rPr>
              <a:t>Sports</a:t>
            </a:r>
            <a:r>
              <a:rPr lang="vi-VN" sz="1400" dirty="0">
                <a:latin typeface="Calibri" panose="020F0502020204030204" pitchFamily="34" charset="0"/>
                <a:ea typeface="Calibri" panose="020F0502020204030204" pitchFamily="34" charset="0"/>
                <a:cs typeface="Calibri" panose="020F0502020204030204" pitchFamily="34" charset="0"/>
              </a:rPr>
              <a:t> và </a:t>
            </a:r>
            <a:r>
              <a:rPr lang="vi-VN" sz="1400" dirty="0" err="1">
                <a:latin typeface="Calibri" panose="020F0502020204030204" pitchFamily="34" charset="0"/>
                <a:ea typeface="Calibri" panose="020F0502020204030204" pitchFamily="34" charset="0"/>
                <a:cs typeface="Calibri" panose="020F0502020204030204" pitchFamily="34" charset="0"/>
              </a:rPr>
              <a:t>Entertainment</a:t>
            </a:r>
            <a:r>
              <a:rPr lang="vi-VN" sz="1400" dirty="0">
                <a:latin typeface="Calibri" panose="020F0502020204030204" pitchFamily="34" charset="0"/>
                <a:ea typeface="Calibri" panose="020F0502020204030204" pitchFamily="34" charset="0"/>
                <a:cs typeface="Calibri" panose="020F0502020204030204" pitchFamily="34" charset="0"/>
              </a:rPr>
              <a:t>, chứng tỏ nội dung được yêu thích nhưng chưa tạo động lực tương tác mạnh.</a:t>
            </a:r>
          </a:p>
          <a:p>
            <a:pPr marL="285750" indent="-285750" algn="just">
              <a:buFont typeface="Arial" panose="020B0604020202020204" pitchFamily="34" charset="0"/>
              <a:buChar char="•"/>
            </a:pPr>
            <a:r>
              <a:rPr lang="vi-VN" sz="1400" dirty="0">
                <a:latin typeface="Calibri" panose="020F0502020204030204" pitchFamily="34" charset="0"/>
                <a:ea typeface="Calibri" panose="020F0502020204030204" pitchFamily="34" charset="0"/>
                <a:cs typeface="Calibri" panose="020F0502020204030204" pitchFamily="34" charset="0"/>
              </a:rPr>
              <a:t>Nhóm </a:t>
            </a:r>
            <a:r>
              <a:rPr lang="vi-VN" sz="1400" b="1" dirty="0" err="1">
                <a:latin typeface="Calibri" panose="020F0502020204030204" pitchFamily="34" charset="0"/>
                <a:ea typeface="Calibri" panose="020F0502020204030204" pitchFamily="34" charset="0"/>
                <a:cs typeface="Calibri" panose="020F0502020204030204" pitchFamily="34" charset="0"/>
              </a:rPr>
              <a:t>Music</a:t>
            </a:r>
            <a:r>
              <a:rPr lang="vi-VN" sz="1400" dirty="0">
                <a:latin typeface="Calibri" panose="020F0502020204030204" pitchFamily="34" charset="0"/>
                <a:ea typeface="Calibri" panose="020F0502020204030204" pitchFamily="34" charset="0"/>
                <a:cs typeface="Calibri" panose="020F0502020204030204" pitchFamily="34" charset="0"/>
              </a:rPr>
              <a:t> có </a:t>
            </a:r>
            <a:r>
              <a:rPr lang="vi-VN" sz="1400" dirty="0" err="1">
                <a:latin typeface="Calibri" panose="020F0502020204030204" pitchFamily="34" charset="0"/>
                <a:ea typeface="Calibri" panose="020F0502020204030204" pitchFamily="34" charset="0"/>
                <a:cs typeface="Calibri" panose="020F0502020204030204" pitchFamily="34" charset="0"/>
              </a:rPr>
              <a:t>Sentiment</a:t>
            </a:r>
            <a:r>
              <a:rPr lang="vi-VN" sz="1400" dirty="0">
                <a:latin typeface="Calibri" panose="020F0502020204030204" pitchFamily="34" charset="0"/>
                <a:ea typeface="Calibri" panose="020F0502020204030204" pitchFamily="34" charset="0"/>
                <a:cs typeface="Calibri" panose="020F0502020204030204" pitchFamily="34" charset="0"/>
              </a:rPr>
              <a:t> </a:t>
            </a:r>
            <a:r>
              <a:rPr lang="vi-VN" sz="1400" dirty="0" err="1">
                <a:latin typeface="Calibri" panose="020F0502020204030204" pitchFamily="34" charset="0"/>
                <a:ea typeface="Calibri" panose="020F0502020204030204" pitchFamily="34" charset="0"/>
                <a:cs typeface="Calibri" panose="020F0502020204030204" pitchFamily="34" charset="0"/>
              </a:rPr>
              <a:t>Score</a:t>
            </a:r>
            <a:r>
              <a:rPr lang="vi-VN" sz="1400" dirty="0">
                <a:latin typeface="Calibri" panose="020F0502020204030204" pitchFamily="34" charset="0"/>
                <a:ea typeface="Calibri" panose="020F0502020204030204" pitchFamily="34" charset="0"/>
                <a:cs typeface="Calibri" panose="020F0502020204030204" pitchFamily="34" charset="0"/>
              </a:rPr>
              <a:t> = 0 và </a:t>
            </a:r>
            <a:r>
              <a:rPr lang="vi-VN" sz="1400" dirty="0" err="1">
                <a:latin typeface="Calibri" panose="020F0502020204030204" pitchFamily="34" charset="0"/>
                <a:ea typeface="Calibri" panose="020F0502020204030204" pitchFamily="34" charset="0"/>
                <a:cs typeface="Calibri" panose="020F0502020204030204" pitchFamily="34" charset="0"/>
              </a:rPr>
              <a:t>engagement</a:t>
            </a:r>
            <a:r>
              <a:rPr lang="vi-VN" sz="1400" dirty="0">
                <a:latin typeface="Calibri" panose="020F0502020204030204" pitchFamily="34" charset="0"/>
                <a:ea typeface="Calibri" panose="020F0502020204030204" pitchFamily="34" charset="0"/>
                <a:cs typeface="Calibri" panose="020F0502020204030204" pitchFamily="34" charset="0"/>
              </a:rPr>
              <a:t> rất thấp (0.07%) chủ yếu vì số lượng </a:t>
            </a:r>
            <a:r>
              <a:rPr lang="vi-VN" sz="1400" dirty="0" err="1">
                <a:latin typeface="Calibri" panose="020F0502020204030204" pitchFamily="34" charset="0"/>
                <a:ea typeface="Calibri" panose="020F0502020204030204" pitchFamily="34" charset="0"/>
                <a:cs typeface="Calibri" panose="020F0502020204030204" pitchFamily="34" charset="0"/>
              </a:rPr>
              <a:t>video</a:t>
            </a:r>
            <a:r>
              <a:rPr lang="vi-VN" sz="1400" dirty="0">
                <a:latin typeface="Calibri" panose="020F0502020204030204" pitchFamily="34" charset="0"/>
                <a:ea typeface="Calibri" panose="020F0502020204030204" pitchFamily="34" charset="0"/>
                <a:cs typeface="Calibri" panose="020F0502020204030204" pitchFamily="34" charset="0"/>
              </a:rPr>
              <a:t> quá ít (chỉ 21 </a:t>
            </a:r>
            <a:r>
              <a:rPr lang="vi-VN" sz="1400" dirty="0" err="1">
                <a:latin typeface="Calibri" panose="020F0502020204030204" pitchFamily="34" charset="0"/>
                <a:ea typeface="Calibri" panose="020F0502020204030204" pitchFamily="34" charset="0"/>
                <a:cs typeface="Calibri" panose="020F0502020204030204" pitchFamily="34" charset="0"/>
              </a:rPr>
              <a:t>video</a:t>
            </a:r>
            <a:r>
              <a:rPr lang="vi-VN" sz="1400" dirty="0">
                <a:latin typeface="Calibri" panose="020F0502020204030204" pitchFamily="34" charset="0"/>
                <a:ea typeface="Calibri" panose="020F0502020204030204" pitchFamily="34" charset="0"/>
                <a:cs typeface="Calibri" panose="020F0502020204030204" pitchFamily="34" charset="0"/>
              </a:rPr>
              <a:t>). Do mẫu quá nhỏ so với các nhóm khác, các chỉ số không đủ dữ liệu để phản ánh đúng hiệu quả nội dung, nên việc </a:t>
            </a:r>
            <a:r>
              <a:rPr lang="vi-VN" sz="1400" dirty="0" err="1">
                <a:latin typeface="Calibri" panose="020F0502020204030204" pitchFamily="34" charset="0"/>
                <a:ea typeface="Calibri" panose="020F0502020204030204" pitchFamily="34" charset="0"/>
                <a:cs typeface="Calibri" panose="020F0502020204030204" pitchFamily="34" charset="0"/>
              </a:rPr>
              <a:t>Music</a:t>
            </a:r>
            <a:r>
              <a:rPr lang="vi-VN" sz="1400" dirty="0">
                <a:latin typeface="Calibri" panose="020F0502020204030204" pitchFamily="34" charset="0"/>
                <a:ea typeface="Calibri" panose="020F0502020204030204" pitchFamily="34" charset="0"/>
                <a:cs typeface="Calibri" panose="020F0502020204030204" pitchFamily="34" charset="0"/>
              </a:rPr>
              <a:t> xếp cuối không phản ánh chất lượng thực tế.</a:t>
            </a:r>
          </a:p>
        </p:txBody>
      </p:sp>
      <p:sp>
        <p:nvSpPr>
          <p:cNvPr id="12" name="Hộp Văn bản 11">
            <a:extLst>
              <a:ext uri="{FF2B5EF4-FFF2-40B4-BE49-F238E27FC236}">
                <a16:creationId xmlns:a16="http://schemas.microsoft.com/office/drawing/2014/main" id="{53F1AB92-D119-2AD7-ED85-D9D5F8980BDF}"/>
              </a:ext>
            </a:extLst>
          </p:cNvPr>
          <p:cNvSpPr txBox="1"/>
          <p:nvPr/>
        </p:nvSpPr>
        <p:spPr>
          <a:xfrm>
            <a:off x="5998649" y="3074075"/>
            <a:ext cx="3012292" cy="2031325"/>
          </a:xfrm>
          <a:prstGeom prst="rect">
            <a:avLst/>
          </a:prstGeom>
          <a:noFill/>
        </p:spPr>
        <p:txBody>
          <a:bodyPr wrap="square">
            <a:spAutoFit/>
          </a:bodyPr>
          <a:lstStyle/>
          <a:p>
            <a:pPr algn="just"/>
            <a:r>
              <a:rPr lang="vi-VN" sz="1400" b="1" dirty="0">
                <a:latin typeface="Calibri" panose="020F0502020204030204" pitchFamily="34" charset="0"/>
                <a:ea typeface="Calibri" panose="020F0502020204030204" pitchFamily="34" charset="0"/>
                <a:cs typeface="Calibri" panose="020F0502020204030204" pitchFamily="34" charset="0"/>
              </a:rPr>
              <a:t>Kết luận: </a:t>
            </a:r>
            <a:r>
              <a:rPr lang="vi-VN" sz="1400" b="1" dirty="0" err="1">
                <a:latin typeface="Calibri" panose="020F0502020204030204" pitchFamily="34" charset="0"/>
                <a:ea typeface="Calibri" panose="020F0502020204030204" pitchFamily="34" charset="0"/>
                <a:cs typeface="Calibri" panose="020F0502020204030204" pitchFamily="34" charset="0"/>
              </a:rPr>
              <a:t>Sports</a:t>
            </a:r>
            <a:r>
              <a:rPr lang="vi-VN" sz="1400" dirty="0">
                <a:latin typeface="Calibri" panose="020F0502020204030204" pitchFamily="34" charset="0"/>
                <a:ea typeface="Calibri" panose="020F0502020204030204" pitchFamily="34" charset="0"/>
                <a:cs typeface="Calibri" panose="020F0502020204030204" pitchFamily="34" charset="0"/>
              </a:rPr>
              <a:t> là nhóm nổi bật nhất khi đồng thời đạt cảm xúc tích cực cao và mức tương tác mạnh. </a:t>
            </a:r>
            <a:r>
              <a:rPr lang="vi-VN" sz="1400" b="1" dirty="0" err="1">
                <a:latin typeface="Calibri" panose="020F0502020204030204" pitchFamily="34" charset="0"/>
                <a:ea typeface="Calibri" panose="020F0502020204030204" pitchFamily="34" charset="0"/>
                <a:cs typeface="Calibri" panose="020F0502020204030204" pitchFamily="34" charset="0"/>
              </a:rPr>
              <a:t>Gaming</a:t>
            </a:r>
            <a:r>
              <a:rPr lang="vi-VN" sz="1400" dirty="0">
                <a:latin typeface="Calibri" panose="020F0502020204030204" pitchFamily="34" charset="0"/>
                <a:ea typeface="Calibri" panose="020F0502020204030204" pitchFamily="34" charset="0"/>
                <a:cs typeface="Calibri" panose="020F0502020204030204" pitchFamily="34" charset="0"/>
              </a:rPr>
              <a:t> duy trì cảm xúc tốt nhưng cần tối ưu để cải thiện </a:t>
            </a:r>
            <a:r>
              <a:rPr lang="vi-VN" sz="1400" dirty="0" err="1">
                <a:latin typeface="Calibri" panose="020F0502020204030204" pitchFamily="34" charset="0"/>
                <a:ea typeface="Calibri" panose="020F0502020204030204" pitchFamily="34" charset="0"/>
                <a:cs typeface="Calibri" panose="020F0502020204030204" pitchFamily="34" charset="0"/>
              </a:rPr>
              <a:t>engagement</a:t>
            </a:r>
            <a:r>
              <a:rPr lang="vi-VN" sz="1400" dirty="0">
                <a:latin typeface="Calibri" panose="020F0502020204030204" pitchFamily="34" charset="0"/>
                <a:ea typeface="Calibri" panose="020F0502020204030204" pitchFamily="34" charset="0"/>
                <a:cs typeface="Calibri" panose="020F0502020204030204" pitchFamily="34" charset="0"/>
              </a:rPr>
              <a:t>. Riêng </a:t>
            </a:r>
            <a:r>
              <a:rPr lang="vi-VN" sz="1400" b="1" dirty="0" err="1">
                <a:latin typeface="Calibri" panose="020F0502020204030204" pitchFamily="34" charset="0"/>
                <a:ea typeface="Calibri" panose="020F0502020204030204" pitchFamily="34" charset="0"/>
                <a:cs typeface="Calibri" panose="020F0502020204030204" pitchFamily="34" charset="0"/>
              </a:rPr>
              <a:t>Music</a:t>
            </a:r>
            <a:r>
              <a:rPr lang="vi-VN" sz="1400" dirty="0">
                <a:latin typeface="Calibri" panose="020F0502020204030204" pitchFamily="34" charset="0"/>
                <a:ea typeface="Calibri" panose="020F0502020204030204" pitchFamily="34" charset="0"/>
                <a:cs typeface="Calibri" panose="020F0502020204030204" pitchFamily="34" charset="0"/>
              </a:rPr>
              <a:t> có chỉ số thấp chủ yếu do số lượng </a:t>
            </a:r>
            <a:r>
              <a:rPr lang="vi-VN" sz="1400" dirty="0" err="1">
                <a:latin typeface="Calibri" panose="020F0502020204030204" pitchFamily="34" charset="0"/>
                <a:ea typeface="Calibri" panose="020F0502020204030204" pitchFamily="34" charset="0"/>
                <a:cs typeface="Calibri" panose="020F0502020204030204" pitchFamily="34" charset="0"/>
              </a:rPr>
              <a:t>video</a:t>
            </a:r>
            <a:r>
              <a:rPr lang="vi-VN" sz="1400" dirty="0">
                <a:latin typeface="Calibri" panose="020F0502020204030204" pitchFamily="34" charset="0"/>
                <a:ea typeface="Calibri" panose="020F0502020204030204" pitchFamily="34" charset="0"/>
                <a:cs typeface="Calibri" panose="020F0502020204030204" pitchFamily="34" charset="0"/>
              </a:rPr>
              <a:t> quá ít, nên cần bổ sung thêm dữ liệu trước khi đánh giá hoặc xây dựng chiến lược nội dung phù hợp hơn.</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0002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F53F0C1-37CF-4BCB-B5D8-CA9A5B0E5F0F}"/>
              </a:ext>
            </a:extLst>
          </p:cNvPr>
          <p:cNvSpPr>
            <a:spLocks noGrp="1"/>
          </p:cNvSpPr>
          <p:nvPr>
            <p:ph type="body" sz="quarter" idx="14"/>
          </p:nvPr>
        </p:nvSpPr>
        <p:spPr>
          <a:xfrm rot="16200000">
            <a:off x="-1115227" y="2813826"/>
            <a:ext cx="3795105" cy="352783"/>
          </a:xfrm>
        </p:spPr>
        <p:txBody>
          <a:bodyPr/>
          <a:lstStyle/>
          <a:p>
            <a:pPr marL="0" indent="0">
              <a:buNone/>
            </a:pPr>
            <a:r>
              <a:rPr lang="en-US" sz="2500" dirty="0">
                <a:latin typeface="Calibri" panose="020F0502020204030204" pitchFamily="34" charset="0"/>
                <a:ea typeface="Calibri" panose="020F0502020204030204" pitchFamily="34" charset="0"/>
                <a:cs typeface="Calibri" panose="020F0502020204030204" pitchFamily="34" charset="0"/>
              </a:rPr>
              <a:t>Chỉ số phân tích chủ </a:t>
            </a:r>
            <a:r>
              <a:rPr lang="en-US" sz="2500" dirty="0" err="1">
                <a:latin typeface="Calibri" panose="020F0502020204030204" pitchFamily="34" charset="0"/>
                <a:ea typeface="Calibri" panose="020F0502020204030204" pitchFamily="34" charset="0"/>
                <a:cs typeface="Calibri" panose="020F0502020204030204" pitchFamily="34" charset="0"/>
              </a:rPr>
              <a:t>đề</a:t>
            </a:r>
            <a:endParaRPr lang="en-US" sz="2500" b="0" dirty="0">
              <a:latin typeface="Calibri" panose="020F0502020204030204" pitchFamily="34" charset="0"/>
              <a:ea typeface="Calibri" panose="020F0502020204030204" pitchFamily="34" charset="0"/>
              <a:cs typeface="Calibri" panose="020F0502020204030204" pitchFamily="34" charset="0"/>
            </a:endParaRPr>
          </a:p>
        </p:txBody>
      </p:sp>
      <p:grpSp>
        <p:nvGrpSpPr>
          <p:cNvPr id="3" name="Group 2">
            <a:extLst>
              <a:ext uri="{FF2B5EF4-FFF2-40B4-BE49-F238E27FC236}">
                <a16:creationId xmlns:a16="http://schemas.microsoft.com/office/drawing/2014/main" id="{0456D5CB-BC16-443D-B9BE-D65A7B7C7922}"/>
              </a:ext>
            </a:extLst>
          </p:cNvPr>
          <p:cNvGrpSpPr/>
          <p:nvPr/>
        </p:nvGrpSpPr>
        <p:grpSpPr>
          <a:xfrm>
            <a:off x="-271626" y="-129362"/>
            <a:ext cx="1576820" cy="1695782"/>
            <a:chOff x="-271626" y="-129362"/>
            <a:chExt cx="1576820" cy="1695782"/>
          </a:xfrm>
        </p:grpSpPr>
        <p:sp>
          <p:nvSpPr>
            <p:cNvPr id="28" name="Freeform: Shape 27">
              <a:extLst>
                <a:ext uri="{FF2B5EF4-FFF2-40B4-BE49-F238E27FC236}">
                  <a16:creationId xmlns:a16="http://schemas.microsoft.com/office/drawing/2014/main" id="{EF7DCE42-56CF-459B-A718-A8B474A14792}"/>
                </a:ext>
              </a:extLst>
            </p:cNvPr>
            <p:cNvSpPr/>
            <p:nvPr/>
          </p:nvSpPr>
          <p:spPr>
            <a:xfrm rot="20594470">
              <a:off x="-271626" y="-129362"/>
              <a:ext cx="1576820" cy="1589212"/>
            </a:xfrm>
            <a:custGeom>
              <a:avLst/>
              <a:gdLst>
                <a:gd name="connsiteX0" fmla="*/ 478566 w 1576820"/>
                <a:gd name="connsiteY0" fmla="*/ 0 h 1589212"/>
                <a:gd name="connsiteX1" fmla="*/ 1576820 w 1576820"/>
                <a:gd name="connsiteY1" fmla="*/ 330721 h 1589212"/>
                <a:gd name="connsiteX2" fmla="*/ 1576677 w 1576820"/>
                <a:gd name="connsiteY2" fmla="*/ 331830 h 1589212"/>
                <a:gd name="connsiteX3" fmla="*/ 1556998 w 1576820"/>
                <a:gd name="connsiteY3" fmla="*/ 380207 h 1589212"/>
                <a:gd name="connsiteX4" fmla="*/ 916997 w 1576820"/>
                <a:gd name="connsiteY4" fmla="*/ 1489405 h 1589212"/>
                <a:gd name="connsiteX5" fmla="*/ 745164 w 1576820"/>
                <a:gd name="connsiteY5" fmla="*/ 1589212 h 1589212"/>
                <a:gd name="connsiteX6" fmla="*/ 0 w 1576820"/>
                <a:gd name="connsiteY6" fmla="*/ 1589212 h 158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6820" h="1589212">
                  <a:moveTo>
                    <a:pt x="478566" y="0"/>
                  </a:moveTo>
                  <a:lnTo>
                    <a:pt x="1576820" y="330721"/>
                  </a:lnTo>
                  <a:lnTo>
                    <a:pt x="1576677" y="331830"/>
                  </a:lnTo>
                  <a:cubicBezTo>
                    <a:pt x="1572304" y="348503"/>
                    <a:pt x="1565744" y="364773"/>
                    <a:pt x="1556998" y="380207"/>
                  </a:cubicBezTo>
                  <a:lnTo>
                    <a:pt x="916997" y="1489405"/>
                  </a:lnTo>
                  <a:cubicBezTo>
                    <a:pt x="882013" y="1551142"/>
                    <a:pt x="816161" y="1589213"/>
                    <a:pt x="745164" y="1589212"/>
                  </a:cubicBezTo>
                  <a:lnTo>
                    <a:pt x="0" y="1589212"/>
                  </a:lnTo>
                  <a:close/>
                </a:path>
              </a:pathLst>
            </a:custGeom>
            <a:solidFill>
              <a:schemeClr val="accent4"/>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57EFE045-54C7-45C6-A6B5-100A008DFD0D}"/>
                </a:ext>
              </a:extLst>
            </p:cNvPr>
            <p:cNvSpPr/>
            <p:nvPr/>
          </p:nvSpPr>
          <p:spPr>
            <a:xfrm rot="20594470">
              <a:off x="-266846" y="-96910"/>
              <a:ext cx="1351724" cy="1589212"/>
            </a:xfrm>
            <a:custGeom>
              <a:avLst/>
              <a:gdLst>
                <a:gd name="connsiteX0" fmla="*/ 478566 w 1351724"/>
                <a:gd name="connsiteY0" fmla="*/ 0 h 1589212"/>
                <a:gd name="connsiteX1" fmla="*/ 1349282 w 1351724"/>
                <a:gd name="connsiteY1" fmla="*/ 262202 h 1589212"/>
                <a:gd name="connsiteX2" fmla="*/ 1351724 w 1351724"/>
                <a:gd name="connsiteY2" fmla="*/ 281043 h 1589212"/>
                <a:gd name="connsiteX3" fmla="*/ 1325486 w 1351724"/>
                <a:gd name="connsiteY3" fmla="*/ 380207 h 1589212"/>
                <a:gd name="connsiteX4" fmla="*/ 685485 w 1351724"/>
                <a:gd name="connsiteY4" fmla="*/ 1489405 h 1589212"/>
                <a:gd name="connsiteX5" fmla="*/ 513652 w 1351724"/>
                <a:gd name="connsiteY5" fmla="*/ 1589212 h 1589212"/>
                <a:gd name="connsiteX6" fmla="*/ 0 w 1351724"/>
                <a:gd name="connsiteY6" fmla="*/ 1589212 h 158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1724" h="1589212">
                  <a:moveTo>
                    <a:pt x="478566" y="0"/>
                  </a:moveTo>
                  <a:lnTo>
                    <a:pt x="1349282" y="262202"/>
                  </a:lnTo>
                  <a:lnTo>
                    <a:pt x="1351724" y="281043"/>
                  </a:lnTo>
                  <a:cubicBezTo>
                    <a:pt x="1351724" y="315126"/>
                    <a:pt x="1342978" y="349339"/>
                    <a:pt x="1325486" y="380207"/>
                  </a:cubicBezTo>
                  <a:lnTo>
                    <a:pt x="685485" y="1489405"/>
                  </a:lnTo>
                  <a:cubicBezTo>
                    <a:pt x="650501" y="1551142"/>
                    <a:pt x="584649" y="1589212"/>
                    <a:pt x="513652" y="1589212"/>
                  </a:cubicBezTo>
                  <a:lnTo>
                    <a:pt x="0" y="1589212"/>
                  </a:lnTo>
                  <a:close/>
                </a:path>
              </a:pathLst>
            </a:custGeom>
            <a:solidFill>
              <a:schemeClr val="accent3"/>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59B67FBC-40F7-4048-8C41-61297CF3FF17}"/>
                </a:ext>
              </a:extLst>
            </p:cNvPr>
            <p:cNvSpPr/>
            <p:nvPr/>
          </p:nvSpPr>
          <p:spPr>
            <a:xfrm rot="20594470">
              <a:off x="-261166" y="-58340"/>
              <a:ext cx="1084200" cy="1589212"/>
            </a:xfrm>
            <a:custGeom>
              <a:avLst/>
              <a:gdLst>
                <a:gd name="connsiteX0" fmla="*/ 478566 w 1084200"/>
                <a:gd name="connsiteY0" fmla="*/ 0 h 1589212"/>
                <a:gd name="connsiteX1" fmla="*/ 1052270 w 1084200"/>
                <a:gd name="connsiteY1" fmla="*/ 172761 h 1589212"/>
                <a:gd name="connsiteX2" fmla="*/ 1057962 w 1084200"/>
                <a:gd name="connsiteY2" fmla="*/ 182650 h 1589212"/>
                <a:gd name="connsiteX3" fmla="*/ 1057962 w 1084200"/>
                <a:gd name="connsiteY3" fmla="*/ 380207 h 1589212"/>
                <a:gd name="connsiteX4" fmla="*/ 417961 w 1084200"/>
                <a:gd name="connsiteY4" fmla="*/ 1489405 h 1589212"/>
                <a:gd name="connsiteX5" fmla="*/ 246128 w 1084200"/>
                <a:gd name="connsiteY5" fmla="*/ 1589212 h 1589212"/>
                <a:gd name="connsiteX6" fmla="*/ 0 w 1084200"/>
                <a:gd name="connsiteY6" fmla="*/ 1589212 h 158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4200" h="1589212">
                  <a:moveTo>
                    <a:pt x="478566" y="0"/>
                  </a:moveTo>
                  <a:lnTo>
                    <a:pt x="1052270" y="172761"/>
                  </a:lnTo>
                  <a:lnTo>
                    <a:pt x="1057962" y="182650"/>
                  </a:lnTo>
                  <a:cubicBezTo>
                    <a:pt x="1092946" y="243358"/>
                    <a:pt x="1092946" y="318470"/>
                    <a:pt x="1057962" y="380207"/>
                  </a:cubicBezTo>
                  <a:lnTo>
                    <a:pt x="417961" y="1489405"/>
                  </a:lnTo>
                  <a:cubicBezTo>
                    <a:pt x="382977" y="1551142"/>
                    <a:pt x="317125" y="1589212"/>
                    <a:pt x="246128" y="1589212"/>
                  </a:cubicBezTo>
                  <a:lnTo>
                    <a:pt x="0" y="1589212"/>
                  </a:lnTo>
                  <a:close/>
                </a:path>
              </a:pathLst>
            </a:custGeom>
            <a:solidFill>
              <a:schemeClr val="accent2"/>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40" name="Freeform: Shape 39">
              <a:extLst>
                <a:ext uri="{FF2B5EF4-FFF2-40B4-BE49-F238E27FC236}">
                  <a16:creationId xmlns:a16="http://schemas.microsoft.com/office/drawing/2014/main" id="{C2394448-0FF1-41B5-BFB8-645B9F646E41}"/>
                </a:ext>
              </a:extLst>
            </p:cNvPr>
            <p:cNvSpPr/>
            <p:nvPr/>
          </p:nvSpPr>
          <p:spPr>
            <a:xfrm rot="20594470">
              <a:off x="-254514" y="-18095"/>
              <a:ext cx="802913" cy="1584515"/>
            </a:xfrm>
            <a:custGeom>
              <a:avLst/>
              <a:gdLst>
                <a:gd name="connsiteX0" fmla="*/ 477152 w 802913"/>
                <a:gd name="connsiteY0" fmla="*/ 0 h 1584515"/>
                <a:gd name="connsiteX1" fmla="*/ 712294 w 802913"/>
                <a:gd name="connsiteY1" fmla="*/ 70810 h 1584515"/>
                <a:gd name="connsiteX2" fmla="*/ 776675 w 802913"/>
                <a:gd name="connsiteY2" fmla="*/ 182651 h 1584515"/>
                <a:gd name="connsiteX3" fmla="*/ 776675 w 802913"/>
                <a:gd name="connsiteY3" fmla="*/ 380208 h 1584515"/>
                <a:gd name="connsiteX4" fmla="*/ 136674 w 802913"/>
                <a:gd name="connsiteY4" fmla="*/ 1489406 h 1584515"/>
                <a:gd name="connsiteX5" fmla="*/ 16577 w 802913"/>
                <a:gd name="connsiteY5" fmla="*/ 1582300 h 1584515"/>
                <a:gd name="connsiteX6" fmla="*/ 0 w 802913"/>
                <a:gd name="connsiteY6" fmla="*/ 1584515 h 158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913" h="1584515">
                  <a:moveTo>
                    <a:pt x="477152" y="0"/>
                  </a:moveTo>
                  <a:lnTo>
                    <a:pt x="712294" y="70810"/>
                  </a:lnTo>
                  <a:lnTo>
                    <a:pt x="776675" y="182651"/>
                  </a:lnTo>
                  <a:cubicBezTo>
                    <a:pt x="811659" y="243359"/>
                    <a:pt x="811659" y="318471"/>
                    <a:pt x="776675" y="380208"/>
                  </a:cubicBezTo>
                  <a:lnTo>
                    <a:pt x="136674" y="1489406"/>
                  </a:lnTo>
                  <a:cubicBezTo>
                    <a:pt x="109664" y="1535709"/>
                    <a:pt x="66449" y="1568699"/>
                    <a:pt x="16577" y="1582300"/>
                  </a:cubicBezTo>
                  <a:lnTo>
                    <a:pt x="0" y="1584515"/>
                  </a:lnTo>
                  <a:close/>
                </a:path>
              </a:pathLst>
            </a:custGeom>
            <a:solidFill>
              <a:schemeClr val="accent1"/>
            </a:solidFill>
            <a:ln w="30359" cap="flat">
              <a:noFill/>
              <a:prstDash val="solid"/>
              <a:miter/>
            </a:ln>
          </p:spPr>
          <p:txBody>
            <a:bodyPr wrap="square" rtlCol="0" anchor="ctr">
              <a:noAutofit/>
            </a:bodyPr>
            <a:lstStyle/>
            <a:p>
              <a:endParaRPr lang="en-US" sz="1500" dirty="0">
                <a:latin typeface="Calibri" panose="020F0502020204030204" pitchFamily="34" charset="0"/>
                <a:ea typeface="Calibri" panose="020F0502020204030204" pitchFamily="34" charset="0"/>
                <a:cs typeface="Calibri" panose="020F0502020204030204" pitchFamily="34" charset="0"/>
              </a:endParaRPr>
            </a:p>
          </p:txBody>
        </p:sp>
      </p:grpSp>
      <p:sp>
        <p:nvSpPr>
          <p:cNvPr id="17" name="Freeform: Shape 16">
            <a:extLst>
              <a:ext uri="{FF2B5EF4-FFF2-40B4-BE49-F238E27FC236}">
                <a16:creationId xmlns:a16="http://schemas.microsoft.com/office/drawing/2014/main" id="{55939B5A-CB89-4DB7-88D6-840B4BFFA000}"/>
              </a:ext>
            </a:extLst>
          </p:cNvPr>
          <p:cNvSpPr/>
          <p:nvPr/>
        </p:nvSpPr>
        <p:spPr>
          <a:xfrm>
            <a:off x="5752051" y="-16814"/>
            <a:ext cx="3391949" cy="886968"/>
          </a:xfrm>
          <a:custGeom>
            <a:avLst/>
            <a:gdLst>
              <a:gd name="connsiteX0" fmla="*/ 0 w 3391949"/>
              <a:gd name="connsiteY0" fmla="*/ 0 h 886968"/>
              <a:gd name="connsiteX1" fmla="*/ 3391949 w 3391949"/>
              <a:gd name="connsiteY1" fmla="*/ 0 h 886968"/>
              <a:gd name="connsiteX2" fmla="*/ 3391949 w 3391949"/>
              <a:gd name="connsiteY2" fmla="*/ 886968 h 886968"/>
              <a:gd name="connsiteX3" fmla="*/ 503163 w 3391949"/>
              <a:gd name="connsiteY3" fmla="*/ 886968 h 886968"/>
              <a:gd name="connsiteX4" fmla="*/ 0 w 3391949"/>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1949" h="886968">
                <a:moveTo>
                  <a:pt x="0" y="0"/>
                </a:moveTo>
                <a:lnTo>
                  <a:pt x="3391949" y="0"/>
                </a:lnTo>
                <a:lnTo>
                  <a:pt x="3391949" y="886968"/>
                </a:lnTo>
                <a:lnTo>
                  <a:pt x="503163"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5" name="Text Placeholder 3">
            <a:extLst>
              <a:ext uri="{FF2B5EF4-FFF2-40B4-BE49-F238E27FC236}">
                <a16:creationId xmlns:a16="http://schemas.microsoft.com/office/drawing/2014/main" id="{7DB10157-F3F9-522A-643D-8F8BB76E39F3}"/>
              </a:ext>
            </a:extLst>
          </p:cNvPr>
          <p:cNvSpPr txBox="1">
            <a:spLocks/>
          </p:cNvSpPr>
          <p:nvPr/>
        </p:nvSpPr>
        <p:spPr>
          <a:xfrm>
            <a:off x="1285292" y="429805"/>
            <a:ext cx="3795105" cy="35278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lang="en-US" sz="2400" b="1" i="0" kern="1200" spc="0" baseline="0" dirty="0">
                <a:solidFill>
                  <a:schemeClr val="tx1"/>
                </a:solidFill>
                <a:effectLst/>
                <a:latin typeface="+mj-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500" dirty="0" err="1">
                <a:latin typeface="Calibri" panose="020F0502020204030204" pitchFamily="34" charset="0"/>
                <a:ea typeface="Calibri" panose="020F0502020204030204" pitchFamily="34" charset="0"/>
                <a:cs typeface="Calibri" panose="020F0502020204030204" pitchFamily="34" charset="0"/>
              </a:rPr>
              <a:t>Chỉ</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số</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phân</a:t>
            </a:r>
            <a:r>
              <a:rPr lang="en-US" sz="2500" dirty="0">
                <a:latin typeface="Calibri" panose="020F0502020204030204" pitchFamily="34" charset="0"/>
                <a:ea typeface="Calibri" panose="020F0502020204030204" pitchFamily="34" charset="0"/>
                <a:cs typeface="Calibri" panose="020F0502020204030204" pitchFamily="34" charset="0"/>
              </a:rPr>
              <a:t> </a:t>
            </a:r>
            <a:r>
              <a:rPr lang="en-US" sz="2500" dirty="0" err="1">
                <a:latin typeface="Calibri" panose="020F0502020204030204" pitchFamily="34" charset="0"/>
                <a:ea typeface="Calibri" panose="020F0502020204030204" pitchFamily="34" charset="0"/>
                <a:cs typeface="Calibri" panose="020F0502020204030204" pitchFamily="34" charset="0"/>
              </a:rPr>
              <a:t>tích</a:t>
            </a:r>
            <a:r>
              <a:rPr lang="en-US" sz="2500" dirty="0">
                <a:latin typeface="Calibri" panose="020F0502020204030204" pitchFamily="34" charset="0"/>
                <a:ea typeface="Calibri" panose="020F0502020204030204" pitchFamily="34" charset="0"/>
                <a:cs typeface="Calibri" panose="020F0502020204030204" pitchFamily="34" charset="0"/>
              </a:rPr>
              <a:t> chủ </a:t>
            </a:r>
            <a:r>
              <a:rPr lang="en-US" sz="2500" dirty="0" err="1">
                <a:latin typeface="Calibri" panose="020F0502020204030204" pitchFamily="34" charset="0"/>
                <a:ea typeface="Calibri" panose="020F0502020204030204" pitchFamily="34" charset="0"/>
                <a:cs typeface="Calibri" panose="020F0502020204030204" pitchFamily="34" charset="0"/>
              </a:rPr>
              <a:t>đề</a:t>
            </a:r>
            <a:endParaRPr lang="en-US" sz="2500" b="0" dirty="0">
              <a:latin typeface="Calibri" panose="020F0502020204030204" pitchFamily="34" charset="0"/>
              <a:ea typeface="Calibri" panose="020F0502020204030204" pitchFamily="34" charset="0"/>
              <a:cs typeface="Calibri" panose="020F0502020204030204" pitchFamily="34" charset="0"/>
            </a:endParaRPr>
          </a:p>
        </p:txBody>
      </p:sp>
      <p:pic>
        <p:nvPicPr>
          <p:cNvPr id="7170" name="Picture 2">
            <a:extLst>
              <a:ext uri="{FF2B5EF4-FFF2-40B4-BE49-F238E27FC236}">
                <a16:creationId xmlns:a16="http://schemas.microsoft.com/office/drawing/2014/main" id="{6ACDB3C4-7526-D2E9-F0CF-50F81DDB4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131" y="1092665"/>
            <a:ext cx="4228670" cy="133176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886FEDC6-81B5-3F3D-95EA-59B1410B3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130" y="2571750"/>
            <a:ext cx="5308170" cy="2486025"/>
          </a:xfrm>
          <a:prstGeom prst="rect">
            <a:avLst/>
          </a:prstGeom>
          <a:noFill/>
          <a:extLst>
            <a:ext uri="{909E8E84-426E-40DD-AFC4-6F175D3DCCD1}">
              <a14:hiddenFill xmlns:a14="http://schemas.microsoft.com/office/drawing/2010/main">
                <a:solidFill>
                  <a:srgbClr val="FFFFFF"/>
                </a:solidFill>
              </a14:hiddenFill>
            </a:ext>
          </a:extLst>
        </p:spPr>
      </p:pic>
      <p:sp>
        <p:nvSpPr>
          <p:cNvPr id="5" name="Hộp Văn bản 4">
            <a:extLst>
              <a:ext uri="{FF2B5EF4-FFF2-40B4-BE49-F238E27FC236}">
                <a16:creationId xmlns:a16="http://schemas.microsoft.com/office/drawing/2014/main" id="{0BC69071-158F-C723-8AEF-8D427C2F3F7E}"/>
              </a:ext>
            </a:extLst>
          </p:cNvPr>
          <p:cNvSpPr txBox="1"/>
          <p:nvPr/>
        </p:nvSpPr>
        <p:spPr>
          <a:xfrm>
            <a:off x="5328215" y="1017478"/>
            <a:ext cx="3533283" cy="3108543"/>
          </a:xfrm>
          <a:prstGeom prst="rect">
            <a:avLst/>
          </a:prstGeom>
          <a:noFill/>
        </p:spPr>
        <p:txBody>
          <a:bodyPr wrap="square">
            <a:spAutoFit/>
          </a:bodyPr>
          <a:lstStyle/>
          <a:p>
            <a:pPr marL="285750" indent="-285750" algn="just">
              <a:buFont typeface="Arial" panose="020B0604020202020204" pitchFamily="34" charset="0"/>
              <a:buChar char="•"/>
            </a:pPr>
            <a:r>
              <a:rPr lang="vi-VN" sz="1400" dirty="0">
                <a:latin typeface="Calibri" panose="020F0502020204030204" pitchFamily="34" charset="0"/>
                <a:ea typeface="Calibri" panose="020F0502020204030204" pitchFamily="34" charset="0"/>
                <a:cs typeface="Calibri" panose="020F0502020204030204" pitchFamily="34" charset="0"/>
              </a:rPr>
              <a:t>Chủ đề khác chiếm hơn 1/3 tổng số </a:t>
            </a:r>
            <a:r>
              <a:rPr lang="vi-VN" sz="1400" dirty="0" err="1">
                <a:latin typeface="Calibri" panose="020F0502020204030204" pitchFamily="34" charset="0"/>
                <a:ea typeface="Calibri" panose="020F0502020204030204" pitchFamily="34" charset="0"/>
                <a:cs typeface="Calibri" panose="020F0502020204030204" pitchFamily="34" charset="0"/>
              </a:rPr>
              <a:t>video</a:t>
            </a:r>
            <a:r>
              <a:rPr lang="vi-VN" sz="1400" dirty="0">
                <a:latin typeface="Calibri" panose="020F0502020204030204" pitchFamily="34" charset="0"/>
                <a:ea typeface="Calibri" panose="020F0502020204030204" pitchFamily="34" charset="0"/>
                <a:cs typeface="Calibri" panose="020F0502020204030204" pitchFamily="34" charset="0"/>
              </a:rPr>
              <a:t> </a:t>
            </a:r>
            <a:r>
              <a:rPr lang="vi-VN" sz="1400" b="1" dirty="0">
                <a:latin typeface="Calibri" panose="020F0502020204030204" pitchFamily="34" charset="0"/>
                <a:ea typeface="Calibri" panose="020F0502020204030204" pitchFamily="34" charset="0"/>
                <a:cs typeface="Calibri" panose="020F0502020204030204" pitchFamily="34" charset="0"/>
              </a:rPr>
              <a:t>35.5%</a:t>
            </a:r>
            <a:r>
              <a:rPr lang="vi-VN" sz="1400" dirty="0">
                <a:latin typeface="Calibri" panose="020F0502020204030204" pitchFamily="34" charset="0"/>
                <a:ea typeface="Calibri" panose="020F0502020204030204" pitchFamily="34" charset="0"/>
                <a:cs typeface="Calibri" panose="020F0502020204030204" pitchFamily="34" charset="0"/>
              </a:rPr>
              <a:t>, cho thấy văn bản đầu vào thiếu ngữ nghĩa, nhiều </a:t>
            </a:r>
            <a:r>
              <a:rPr lang="vi-VN" sz="1400" dirty="0" err="1">
                <a:latin typeface="Calibri" panose="020F0502020204030204" pitchFamily="34" charset="0"/>
                <a:ea typeface="Calibri" panose="020F0502020204030204" pitchFamily="34" charset="0"/>
                <a:cs typeface="Calibri" panose="020F0502020204030204" pitchFamily="34" charset="0"/>
              </a:rPr>
              <a:t>spam</a:t>
            </a:r>
            <a:r>
              <a:rPr lang="vi-VN" sz="1400" dirty="0">
                <a:latin typeface="Calibri" panose="020F0502020204030204" pitchFamily="34" charset="0"/>
                <a:ea typeface="Calibri" panose="020F0502020204030204" pitchFamily="34" charset="0"/>
                <a:cs typeface="Calibri" panose="020F0502020204030204" pitchFamily="34" charset="0"/>
              </a:rPr>
              <a:t>/</a:t>
            </a:r>
            <a:r>
              <a:rPr lang="vi-VN" sz="1400" dirty="0" err="1">
                <a:latin typeface="Calibri" panose="020F0502020204030204" pitchFamily="34" charset="0"/>
                <a:ea typeface="Calibri" panose="020F0502020204030204" pitchFamily="34" charset="0"/>
                <a:cs typeface="Calibri" panose="020F0502020204030204" pitchFamily="34" charset="0"/>
              </a:rPr>
              <a:t>slang</a:t>
            </a:r>
            <a:r>
              <a:rPr lang="vi-VN" sz="1400" dirty="0">
                <a:latin typeface="Calibri" panose="020F0502020204030204" pitchFamily="34" charset="0"/>
                <a:ea typeface="Calibri" panose="020F0502020204030204" pitchFamily="34" charset="0"/>
                <a:cs typeface="Calibri" panose="020F0502020204030204" pitchFamily="34" charset="0"/>
              </a:rPr>
              <a:t>/</a:t>
            </a:r>
            <a:r>
              <a:rPr lang="vi-VN" sz="1400" dirty="0" err="1">
                <a:latin typeface="Calibri" panose="020F0502020204030204" pitchFamily="34" charset="0"/>
                <a:ea typeface="Calibri" panose="020F0502020204030204" pitchFamily="34" charset="0"/>
                <a:cs typeface="Calibri" panose="020F0502020204030204" pitchFamily="34" charset="0"/>
              </a:rPr>
              <a:t>emoji</a:t>
            </a:r>
            <a:r>
              <a:rPr lang="vi-VN" sz="1400" dirty="0">
                <a:latin typeface="Calibri" panose="020F0502020204030204" pitchFamily="34" charset="0"/>
                <a:ea typeface="Calibri" panose="020F0502020204030204" pitchFamily="34" charset="0"/>
                <a:cs typeface="Calibri" panose="020F0502020204030204" pitchFamily="34" charset="0"/>
              </a:rPr>
              <a:t> khiến mô hình khó gom nhóm rõ ràng. </a:t>
            </a:r>
          </a:p>
          <a:p>
            <a:pPr marL="285750" indent="-285750" algn="just">
              <a:buFont typeface="Arial" panose="020B0604020202020204" pitchFamily="34" charset="0"/>
              <a:buChar char="•"/>
            </a:pPr>
            <a:r>
              <a:rPr lang="vi-VN" sz="1400" dirty="0" err="1">
                <a:latin typeface="Calibri" panose="020F0502020204030204" pitchFamily="34" charset="0"/>
                <a:ea typeface="Calibri" panose="020F0502020204030204" pitchFamily="34" charset="0"/>
                <a:cs typeface="Calibri" panose="020F0502020204030204" pitchFamily="34" charset="0"/>
              </a:rPr>
              <a:t>Top</a:t>
            </a:r>
            <a:r>
              <a:rPr lang="vi-VN" sz="1400" dirty="0">
                <a:latin typeface="Calibri" panose="020F0502020204030204" pitchFamily="34" charset="0"/>
                <a:ea typeface="Calibri" panose="020F0502020204030204" pitchFamily="34" charset="0"/>
                <a:cs typeface="Calibri" panose="020F0502020204030204" pitchFamily="34" charset="0"/>
              </a:rPr>
              <a:t> 5 chủ đề lớn chiếm tỷ trọng đáng kể </a:t>
            </a:r>
            <a:r>
              <a:rPr lang="vi-VN" sz="1400" b="1" dirty="0">
                <a:latin typeface="Calibri" panose="020F0502020204030204" pitchFamily="34" charset="0"/>
                <a:ea typeface="Calibri" panose="020F0502020204030204" pitchFamily="34" charset="0"/>
                <a:cs typeface="Calibri" panose="020F0502020204030204" pitchFamily="34" charset="0"/>
              </a:rPr>
              <a:t>~23%</a:t>
            </a:r>
            <a:r>
              <a:rPr lang="vi-VN" sz="1400" dirty="0">
                <a:latin typeface="Calibri" panose="020F0502020204030204" pitchFamily="34" charset="0"/>
                <a:ea typeface="Calibri" panose="020F0502020204030204" pitchFamily="34" charset="0"/>
                <a:cs typeface="Calibri" panose="020F0502020204030204" pitchFamily="34" charset="0"/>
              </a:rPr>
              <a:t>, phản ánh các nhóm nội dung có ngữ nghĩa rõ ràng như đời sống, giải trí, nhảy </a:t>
            </a:r>
            <a:r>
              <a:rPr lang="vi-VN" sz="1400" dirty="0" err="1">
                <a:latin typeface="Calibri" panose="020F0502020204030204" pitchFamily="34" charset="0"/>
                <a:ea typeface="Calibri" panose="020F0502020204030204" pitchFamily="34" charset="0"/>
                <a:cs typeface="Calibri" panose="020F0502020204030204" pitchFamily="34" charset="0"/>
              </a:rPr>
              <a:t>trend</a:t>
            </a:r>
            <a:r>
              <a:rPr lang="vi-VN" sz="1400" dirty="0">
                <a:latin typeface="Calibri" panose="020F0502020204030204" pitchFamily="34" charset="0"/>
                <a:ea typeface="Calibri" panose="020F0502020204030204" pitchFamily="34" charset="0"/>
                <a:cs typeface="Calibri" panose="020F0502020204030204" pitchFamily="34" charset="0"/>
              </a:rPr>
              <a:t>, tâm linh và bình luận về </a:t>
            </a:r>
            <a:r>
              <a:rPr lang="vi-VN" sz="1400" dirty="0" err="1">
                <a:latin typeface="Calibri" panose="020F0502020204030204" pitchFamily="34" charset="0"/>
                <a:ea typeface="Calibri" panose="020F0502020204030204" pitchFamily="34" charset="0"/>
                <a:cs typeface="Calibri" panose="020F0502020204030204" pitchFamily="34" charset="0"/>
              </a:rPr>
              <a:t>video</a:t>
            </a:r>
            <a:r>
              <a:rPr lang="vi-VN" sz="1400" dirty="0">
                <a:latin typeface="Calibri" panose="020F0502020204030204" pitchFamily="34" charset="0"/>
                <a:ea typeface="Calibri" panose="020F0502020204030204" pitchFamily="34" charset="0"/>
                <a:cs typeface="Calibri" panose="020F0502020204030204" pitchFamily="34" charset="0"/>
              </a:rPr>
              <a:t> – đây là những chủ đề mô hình có thể nhận diện ổn định.</a:t>
            </a:r>
          </a:p>
          <a:p>
            <a:pPr marL="285750" indent="-285750" algn="just">
              <a:buFont typeface="Arial" panose="020B0604020202020204" pitchFamily="34" charset="0"/>
              <a:buChar char="•"/>
            </a:pPr>
            <a:r>
              <a:rPr lang="vi-VN" sz="1400" dirty="0">
                <a:latin typeface="Calibri" panose="020F0502020204030204" pitchFamily="34" charset="0"/>
                <a:ea typeface="Calibri" panose="020F0502020204030204" pitchFamily="34" charset="0"/>
                <a:cs typeface="Calibri" panose="020F0502020204030204" pitchFamily="34" charset="0"/>
              </a:rPr>
              <a:t>Các cụm chủ đề còn lại phân bố rất nhỏ và rời rạc, cho thấy phần lớn nội dung xuất hiện lẻ tẻ, thiếu tính lặp lại nên không đủ mạnh để hình thành chủ đề rõ rệt.</a:t>
            </a:r>
          </a:p>
        </p:txBody>
      </p:sp>
      <p:sp>
        <p:nvSpPr>
          <p:cNvPr id="7" name="Hộp Văn bản 6">
            <a:extLst>
              <a:ext uri="{FF2B5EF4-FFF2-40B4-BE49-F238E27FC236}">
                <a16:creationId xmlns:a16="http://schemas.microsoft.com/office/drawing/2014/main" id="{81320265-4365-8E27-7B42-DADA64DF8121}"/>
              </a:ext>
            </a:extLst>
          </p:cNvPr>
          <p:cNvSpPr txBox="1"/>
          <p:nvPr/>
        </p:nvSpPr>
        <p:spPr>
          <a:xfrm>
            <a:off x="5398629" y="4111591"/>
            <a:ext cx="3533283" cy="738664"/>
          </a:xfrm>
          <a:prstGeom prst="rect">
            <a:avLst/>
          </a:prstGeom>
          <a:noFill/>
        </p:spPr>
        <p:txBody>
          <a:bodyPr wrap="square">
            <a:spAutoFit/>
          </a:bodyPr>
          <a:lstStyle/>
          <a:p>
            <a:pPr algn="just"/>
            <a:r>
              <a:rPr lang="vi-VN" sz="1400" b="1" dirty="0">
                <a:latin typeface="Calibri" panose="020F0502020204030204" pitchFamily="34" charset="0"/>
                <a:ea typeface="Calibri" panose="020F0502020204030204" pitchFamily="34" charset="0"/>
                <a:cs typeface="Calibri" panose="020F0502020204030204" pitchFamily="34" charset="0"/>
              </a:rPr>
              <a:t>Kết luận: </a:t>
            </a:r>
            <a:r>
              <a:rPr lang="vi-VN" sz="1400" dirty="0">
                <a:latin typeface="Calibri" panose="020F0502020204030204" pitchFamily="34" charset="0"/>
                <a:ea typeface="Calibri" panose="020F0502020204030204" pitchFamily="34" charset="0"/>
                <a:cs typeface="Calibri" panose="020F0502020204030204" pitchFamily="34" charset="0"/>
              </a:rPr>
              <a:t>Việc phân loại thêm và làm rõ các chủ đề nhỏ có thể giúp tối ưu hóa nội dung, tăng khả năng nhắm đúng đối tượng khán giả.</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6673897"/>
      </p:ext>
    </p:extLst>
  </p:cSld>
  <p:clrMapOvr>
    <a:masterClrMapping/>
  </p:clrMapOvr>
  <p:transition spd="slow">
    <p:push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1BB4-5DD1-765A-0AA5-B706D8BC403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EF09070-C6D5-2FC6-9A13-F0E01D1C11DD}"/>
              </a:ext>
            </a:extLst>
          </p:cNvPr>
          <p:cNvSpPr>
            <a:spLocks noGrp="1"/>
          </p:cNvSpPr>
          <p:nvPr>
            <p:ph type="body" sz="quarter" idx="14"/>
          </p:nvPr>
        </p:nvSpPr>
        <p:spPr>
          <a:xfrm rot="16200000">
            <a:off x="-1557888" y="2595979"/>
            <a:ext cx="4502132" cy="352783"/>
          </a:xfrm>
        </p:spPr>
        <p:txBody>
          <a:bodyPr/>
          <a:lstStyle/>
          <a:p>
            <a:pPr marL="0" indent="0">
              <a:buNone/>
            </a:pPr>
            <a:r>
              <a:rPr lang="en-US" sz="2300" dirty="0" err="1">
                <a:latin typeface="Calibri" panose="020F0502020204030204" pitchFamily="34" charset="0"/>
                <a:ea typeface="Calibri" panose="020F0502020204030204" pitchFamily="34" charset="0"/>
                <a:cs typeface="Calibri" panose="020F0502020204030204" pitchFamily="34" charset="0"/>
              </a:rPr>
              <a:t>Chỉ</a:t>
            </a:r>
            <a:r>
              <a:rPr lang="en-US" sz="2300" dirty="0">
                <a:latin typeface="Calibri" panose="020F0502020204030204" pitchFamily="34" charset="0"/>
                <a:ea typeface="Calibri" panose="020F0502020204030204" pitchFamily="34" charset="0"/>
                <a:cs typeface="Calibri" panose="020F0502020204030204" pitchFamily="34" charset="0"/>
              </a:rPr>
              <a:t> </a:t>
            </a:r>
            <a:r>
              <a:rPr lang="en-US" sz="2300" dirty="0" err="1">
                <a:latin typeface="Calibri" panose="020F0502020204030204" pitchFamily="34" charset="0"/>
                <a:ea typeface="Calibri" panose="020F0502020204030204" pitchFamily="34" charset="0"/>
                <a:cs typeface="Calibri" panose="020F0502020204030204" pitchFamily="34" charset="0"/>
              </a:rPr>
              <a:t>số</a:t>
            </a:r>
            <a:r>
              <a:rPr lang="en-US" sz="2300" dirty="0">
                <a:latin typeface="Calibri" panose="020F0502020204030204" pitchFamily="34" charset="0"/>
                <a:ea typeface="Calibri" panose="020F0502020204030204" pitchFamily="34" charset="0"/>
                <a:cs typeface="Calibri" panose="020F0502020204030204" pitchFamily="34" charset="0"/>
              </a:rPr>
              <a:t> </a:t>
            </a:r>
            <a:r>
              <a:rPr lang="en-US" sz="2300" dirty="0" err="1">
                <a:latin typeface="Calibri" panose="020F0502020204030204" pitchFamily="34" charset="0"/>
                <a:ea typeface="Calibri" panose="020F0502020204030204" pitchFamily="34" charset="0"/>
                <a:cs typeface="Calibri" panose="020F0502020204030204" pitchFamily="34" charset="0"/>
              </a:rPr>
              <a:t>phân</a:t>
            </a:r>
            <a:r>
              <a:rPr lang="en-US" sz="2300" dirty="0">
                <a:latin typeface="Calibri" panose="020F0502020204030204" pitchFamily="34" charset="0"/>
                <a:ea typeface="Calibri" panose="020F0502020204030204" pitchFamily="34" charset="0"/>
                <a:cs typeface="Calibri" panose="020F0502020204030204" pitchFamily="34" charset="0"/>
              </a:rPr>
              <a:t> </a:t>
            </a:r>
            <a:r>
              <a:rPr lang="en-US" sz="2300" dirty="0" err="1">
                <a:latin typeface="Calibri" panose="020F0502020204030204" pitchFamily="34" charset="0"/>
                <a:ea typeface="Calibri" panose="020F0502020204030204" pitchFamily="34" charset="0"/>
                <a:cs typeface="Calibri" panose="020F0502020204030204" pitchFamily="34" charset="0"/>
              </a:rPr>
              <a:t>tích</a:t>
            </a:r>
            <a:r>
              <a:rPr lang="en-US" sz="2300" dirty="0">
                <a:latin typeface="Calibri" panose="020F0502020204030204" pitchFamily="34" charset="0"/>
                <a:ea typeface="Calibri" panose="020F0502020204030204" pitchFamily="34" charset="0"/>
                <a:cs typeface="Calibri" panose="020F0502020204030204" pitchFamily="34" charset="0"/>
              </a:rPr>
              <a:t> </a:t>
            </a:r>
            <a:r>
              <a:rPr lang="vi-VN" sz="2300" dirty="0">
                <a:latin typeface="Calibri" panose="020F0502020204030204" pitchFamily="34" charset="0"/>
                <a:ea typeface="Calibri" panose="020F0502020204030204" pitchFamily="34" charset="0"/>
                <a:cs typeface="Calibri" panose="020F0502020204030204" pitchFamily="34" charset="0"/>
              </a:rPr>
              <a:t>tương tác</a:t>
            </a:r>
            <a:endParaRPr lang="en-US" sz="2300" b="0" dirty="0">
              <a:latin typeface="Calibri" panose="020F0502020204030204" pitchFamily="34" charset="0"/>
              <a:ea typeface="Calibri" panose="020F0502020204030204" pitchFamily="34" charset="0"/>
              <a:cs typeface="Calibri" panose="020F0502020204030204" pitchFamily="34" charset="0"/>
            </a:endParaRPr>
          </a:p>
        </p:txBody>
      </p:sp>
      <p:grpSp>
        <p:nvGrpSpPr>
          <p:cNvPr id="3" name="Group 2">
            <a:extLst>
              <a:ext uri="{FF2B5EF4-FFF2-40B4-BE49-F238E27FC236}">
                <a16:creationId xmlns:a16="http://schemas.microsoft.com/office/drawing/2014/main" id="{4B07C221-5BB6-C105-D5A3-C586A3E3297A}"/>
              </a:ext>
            </a:extLst>
          </p:cNvPr>
          <p:cNvGrpSpPr/>
          <p:nvPr/>
        </p:nvGrpSpPr>
        <p:grpSpPr>
          <a:xfrm>
            <a:off x="-271626" y="-129362"/>
            <a:ext cx="1576820" cy="1695782"/>
            <a:chOff x="-271626" y="-129362"/>
            <a:chExt cx="1576820" cy="1695782"/>
          </a:xfrm>
        </p:grpSpPr>
        <p:sp>
          <p:nvSpPr>
            <p:cNvPr id="28" name="Freeform: Shape 27">
              <a:extLst>
                <a:ext uri="{FF2B5EF4-FFF2-40B4-BE49-F238E27FC236}">
                  <a16:creationId xmlns:a16="http://schemas.microsoft.com/office/drawing/2014/main" id="{63153DB7-0762-BFA5-12D0-A9B5CE35D0E9}"/>
                </a:ext>
              </a:extLst>
            </p:cNvPr>
            <p:cNvSpPr/>
            <p:nvPr/>
          </p:nvSpPr>
          <p:spPr>
            <a:xfrm rot="20594470">
              <a:off x="-271626" y="-129362"/>
              <a:ext cx="1576820" cy="1589212"/>
            </a:xfrm>
            <a:custGeom>
              <a:avLst/>
              <a:gdLst>
                <a:gd name="connsiteX0" fmla="*/ 478566 w 1576820"/>
                <a:gd name="connsiteY0" fmla="*/ 0 h 1589212"/>
                <a:gd name="connsiteX1" fmla="*/ 1576820 w 1576820"/>
                <a:gd name="connsiteY1" fmla="*/ 330721 h 1589212"/>
                <a:gd name="connsiteX2" fmla="*/ 1576677 w 1576820"/>
                <a:gd name="connsiteY2" fmla="*/ 331830 h 1589212"/>
                <a:gd name="connsiteX3" fmla="*/ 1556998 w 1576820"/>
                <a:gd name="connsiteY3" fmla="*/ 380207 h 1589212"/>
                <a:gd name="connsiteX4" fmla="*/ 916997 w 1576820"/>
                <a:gd name="connsiteY4" fmla="*/ 1489405 h 1589212"/>
                <a:gd name="connsiteX5" fmla="*/ 745164 w 1576820"/>
                <a:gd name="connsiteY5" fmla="*/ 1589212 h 1589212"/>
                <a:gd name="connsiteX6" fmla="*/ 0 w 1576820"/>
                <a:gd name="connsiteY6" fmla="*/ 1589212 h 158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6820" h="1589212">
                  <a:moveTo>
                    <a:pt x="478566" y="0"/>
                  </a:moveTo>
                  <a:lnTo>
                    <a:pt x="1576820" y="330721"/>
                  </a:lnTo>
                  <a:lnTo>
                    <a:pt x="1576677" y="331830"/>
                  </a:lnTo>
                  <a:cubicBezTo>
                    <a:pt x="1572304" y="348503"/>
                    <a:pt x="1565744" y="364773"/>
                    <a:pt x="1556998" y="380207"/>
                  </a:cubicBezTo>
                  <a:lnTo>
                    <a:pt x="916997" y="1489405"/>
                  </a:lnTo>
                  <a:cubicBezTo>
                    <a:pt x="882013" y="1551142"/>
                    <a:pt x="816161" y="1589213"/>
                    <a:pt x="745164" y="1589212"/>
                  </a:cubicBezTo>
                  <a:lnTo>
                    <a:pt x="0" y="1589212"/>
                  </a:lnTo>
                  <a:close/>
                </a:path>
              </a:pathLst>
            </a:custGeom>
            <a:solidFill>
              <a:schemeClr val="accent4"/>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EB58F002-12BC-1491-8CE1-D4D3B5FC5EB0}"/>
                </a:ext>
              </a:extLst>
            </p:cNvPr>
            <p:cNvSpPr/>
            <p:nvPr/>
          </p:nvSpPr>
          <p:spPr>
            <a:xfrm rot="20594470">
              <a:off x="-266846" y="-96910"/>
              <a:ext cx="1351724" cy="1589212"/>
            </a:xfrm>
            <a:custGeom>
              <a:avLst/>
              <a:gdLst>
                <a:gd name="connsiteX0" fmla="*/ 478566 w 1351724"/>
                <a:gd name="connsiteY0" fmla="*/ 0 h 1589212"/>
                <a:gd name="connsiteX1" fmla="*/ 1349282 w 1351724"/>
                <a:gd name="connsiteY1" fmla="*/ 262202 h 1589212"/>
                <a:gd name="connsiteX2" fmla="*/ 1351724 w 1351724"/>
                <a:gd name="connsiteY2" fmla="*/ 281043 h 1589212"/>
                <a:gd name="connsiteX3" fmla="*/ 1325486 w 1351724"/>
                <a:gd name="connsiteY3" fmla="*/ 380207 h 1589212"/>
                <a:gd name="connsiteX4" fmla="*/ 685485 w 1351724"/>
                <a:gd name="connsiteY4" fmla="*/ 1489405 h 1589212"/>
                <a:gd name="connsiteX5" fmla="*/ 513652 w 1351724"/>
                <a:gd name="connsiteY5" fmla="*/ 1589212 h 1589212"/>
                <a:gd name="connsiteX6" fmla="*/ 0 w 1351724"/>
                <a:gd name="connsiteY6" fmla="*/ 1589212 h 158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1724" h="1589212">
                  <a:moveTo>
                    <a:pt x="478566" y="0"/>
                  </a:moveTo>
                  <a:lnTo>
                    <a:pt x="1349282" y="262202"/>
                  </a:lnTo>
                  <a:lnTo>
                    <a:pt x="1351724" y="281043"/>
                  </a:lnTo>
                  <a:cubicBezTo>
                    <a:pt x="1351724" y="315126"/>
                    <a:pt x="1342978" y="349339"/>
                    <a:pt x="1325486" y="380207"/>
                  </a:cubicBezTo>
                  <a:lnTo>
                    <a:pt x="685485" y="1489405"/>
                  </a:lnTo>
                  <a:cubicBezTo>
                    <a:pt x="650501" y="1551142"/>
                    <a:pt x="584649" y="1589212"/>
                    <a:pt x="513652" y="1589212"/>
                  </a:cubicBezTo>
                  <a:lnTo>
                    <a:pt x="0" y="1589212"/>
                  </a:lnTo>
                  <a:close/>
                </a:path>
              </a:pathLst>
            </a:custGeom>
            <a:solidFill>
              <a:schemeClr val="accent3"/>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400114AB-2F10-9D1A-24FC-C09D4CD89883}"/>
                </a:ext>
              </a:extLst>
            </p:cNvPr>
            <p:cNvSpPr/>
            <p:nvPr/>
          </p:nvSpPr>
          <p:spPr>
            <a:xfrm rot="20594470">
              <a:off x="-261166" y="-58340"/>
              <a:ext cx="1084200" cy="1589212"/>
            </a:xfrm>
            <a:custGeom>
              <a:avLst/>
              <a:gdLst>
                <a:gd name="connsiteX0" fmla="*/ 478566 w 1084200"/>
                <a:gd name="connsiteY0" fmla="*/ 0 h 1589212"/>
                <a:gd name="connsiteX1" fmla="*/ 1052270 w 1084200"/>
                <a:gd name="connsiteY1" fmla="*/ 172761 h 1589212"/>
                <a:gd name="connsiteX2" fmla="*/ 1057962 w 1084200"/>
                <a:gd name="connsiteY2" fmla="*/ 182650 h 1589212"/>
                <a:gd name="connsiteX3" fmla="*/ 1057962 w 1084200"/>
                <a:gd name="connsiteY3" fmla="*/ 380207 h 1589212"/>
                <a:gd name="connsiteX4" fmla="*/ 417961 w 1084200"/>
                <a:gd name="connsiteY4" fmla="*/ 1489405 h 1589212"/>
                <a:gd name="connsiteX5" fmla="*/ 246128 w 1084200"/>
                <a:gd name="connsiteY5" fmla="*/ 1589212 h 1589212"/>
                <a:gd name="connsiteX6" fmla="*/ 0 w 1084200"/>
                <a:gd name="connsiteY6" fmla="*/ 1589212 h 158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4200" h="1589212">
                  <a:moveTo>
                    <a:pt x="478566" y="0"/>
                  </a:moveTo>
                  <a:lnTo>
                    <a:pt x="1052270" y="172761"/>
                  </a:lnTo>
                  <a:lnTo>
                    <a:pt x="1057962" y="182650"/>
                  </a:lnTo>
                  <a:cubicBezTo>
                    <a:pt x="1092946" y="243358"/>
                    <a:pt x="1092946" y="318470"/>
                    <a:pt x="1057962" y="380207"/>
                  </a:cubicBezTo>
                  <a:lnTo>
                    <a:pt x="417961" y="1489405"/>
                  </a:lnTo>
                  <a:cubicBezTo>
                    <a:pt x="382977" y="1551142"/>
                    <a:pt x="317125" y="1589212"/>
                    <a:pt x="246128" y="1589212"/>
                  </a:cubicBezTo>
                  <a:lnTo>
                    <a:pt x="0" y="1589212"/>
                  </a:lnTo>
                  <a:close/>
                </a:path>
              </a:pathLst>
            </a:custGeom>
            <a:solidFill>
              <a:schemeClr val="accent2"/>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40" name="Freeform: Shape 39">
              <a:extLst>
                <a:ext uri="{FF2B5EF4-FFF2-40B4-BE49-F238E27FC236}">
                  <a16:creationId xmlns:a16="http://schemas.microsoft.com/office/drawing/2014/main" id="{B3763B93-0612-B258-2676-F5328B10C3F4}"/>
                </a:ext>
              </a:extLst>
            </p:cNvPr>
            <p:cNvSpPr/>
            <p:nvPr/>
          </p:nvSpPr>
          <p:spPr>
            <a:xfrm rot="20594470">
              <a:off x="-254514" y="-18095"/>
              <a:ext cx="802913" cy="1584515"/>
            </a:xfrm>
            <a:custGeom>
              <a:avLst/>
              <a:gdLst>
                <a:gd name="connsiteX0" fmla="*/ 477152 w 802913"/>
                <a:gd name="connsiteY0" fmla="*/ 0 h 1584515"/>
                <a:gd name="connsiteX1" fmla="*/ 712294 w 802913"/>
                <a:gd name="connsiteY1" fmla="*/ 70810 h 1584515"/>
                <a:gd name="connsiteX2" fmla="*/ 776675 w 802913"/>
                <a:gd name="connsiteY2" fmla="*/ 182651 h 1584515"/>
                <a:gd name="connsiteX3" fmla="*/ 776675 w 802913"/>
                <a:gd name="connsiteY3" fmla="*/ 380208 h 1584515"/>
                <a:gd name="connsiteX4" fmla="*/ 136674 w 802913"/>
                <a:gd name="connsiteY4" fmla="*/ 1489406 h 1584515"/>
                <a:gd name="connsiteX5" fmla="*/ 16577 w 802913"/>
                <a:gd name="connsiteY5" fmla="*/ 1582300 h 1584515"/>
                <a:gd name="connsiteX6" fmla="*/ 0 w 802913"/>
                <a:gd name="connsiteY6" fmla="*/ 1584515 h 158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913" h="1584515">
                  <a:moveTo>
                    <a:pt x="477152" y="0"/>
                  </a:moveTo>
                  <a:lnTo>
                    <a:pt x="712294" y="70810"/>
                  </a:lnTo>
                  <a:lnTo>
                    <a:pt x="776675" y="182651"/>
                  </a:lnTo>
                  <a:cubicBezTo>
                    <a:pt x="811659" y="243359"/>
                    <a:pt x="811659" y="318471"/>
                    <a:pt x="776675" y="380208"/>
                  </a:cubicBezTo>
                  <a:lnTo>
                    <a:pt x="136674" y="1489406"/>
                  </a:lnTo>
                  <a:cubicBezTo>
                    <a:pt x="109664" y="1535709"/>
                    <a:pt x="66449" y="1568699"/>
                    <a:pt x="16577" y="1582300"/>
                  </a:cubicBezTo>
                  <a:lnTo>
                    <a:pt x="0" y="1584515"/>
                  </a:lnTo>
                  <a:close/>
                </a:path>
              </a:pathLst>
            </a:custGeom>
            <a:solidFill>
              <a:schemeClr val="accent1"/>
            </a:solidFill>
            <a:ln w="30359" cap="flat">
              <a:noFill/>
              <a:prstDash val="solid"/>
              <a:miter/>
            </a:ln>
          </p:spPr>
          <p:txBody>
            <a:bodyPr wrap="square" rtlCol="0" anchor="ctr">
              <a:noAutofit/>
            </a:bodyPr>
            <a:lstStyle/>
            <a:p>
              <a:endParaRPr lang="en-US" sz="1500" dirty="0">
                <a:latin typeface="Calibri" panose="020F0502020204030204" pitchFamily="34" charset="0"/>
                <a:ea typeface="Calibri" panose="020F0502020204030204" pitchFamily="34" charset="0"/>
                <a:cs typeface="Calibri" panose="020F0502020204030204" pitchFamily="34" charset="0"/>
              </a:endParaRPr>
            </a:p>
          </p:txBody>
        </p:sp>
      </p:grpSp>
      <p:sp>
        <p:nvSpPr>
          <p:cNvPr id="17" name="Freeform: Shape 16">
            <a:extLst>
              <a:ext uri="{FF2B5EF4-FFF2-40B4-BE49-F238E27FC236}">
                <a16:creationId xmlns:a16="http://schemas.microsoft.com/office/drawing/2014/main" id="{834A9469-EA66-B5E7-7DD9-0D3BC3D2C925}"/>
              </a:ext>
            </a:extLst>
          </p:cNvPr>
          <p:cNvSpPr/>
          <p:nvPr/>
        </p:nvSpPr>
        <p:spPr>
          <a:xfrm>
            <a:off x="5752051" y="-16814"/>
            <a:ext cx="3391949" cy="886968"/>
          </a:xfrm>
          <a:custGeom>
            <a:avLst/>
            <a:gdLst>
              <a:gd name="connsiteX0" fmla="*/ 0 w 3391949"/>
              <a:gd name="connsiteY0" fmla="*/ 0 h 886968"/>
              <a:gd name="connsiteX1" fmla="*/ 3391949 w 3391949"/>
              <a:gd name="connsiteY1" fmla="*/ 0 h 886968"/>
              <a:gd name="connsiteX2" fmla="*/ 3391949 w 3391949"/>
              <a:gd name="connsiteY2" fmla="*/ 886968 h 886968"/>
              <a:gd name="connsiteX3" fmla="*/ 503163 w 3391949"/>
              <a:gd name="connsiteY3" fmla="*/ 886968 h 886968"/>
              <a:gd name="connsiteX4" fmla="*/ 0 w 3391949"/>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1949" h="886968">
                <a:moveTo>
                  <a:pt x="0" y="0"/>
                </a:moveTo>
                <a:lnTo>
                  <a:pt x="3391949" y="0"/>
                </a:lnTo>
                <a:lnTo>
                  <a:pt x="3391949" y="886968"/>
                </a:lnTo>
                <a:lnTo>
                  <a:pt x="503163"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a:extLst>
              <a:ext uri="{FF2B5EF4-FFF2-40B4-BE49-F238E27FC236}">
                <a16:creationId xmlns:a16="http://schemas.microsoft.com/office/drawing/2014/main" id="{091698AE-A547-BD1D-A5EB-B4792FD87E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130" y="1009692"/>
            <a:ext cx="4174256" cy="3905250"/>
          </a:xfrm>
          <a:prstGeom prst="roundRect">
            <a:avLst>
              <a:gd name="adj" fmla="val 3914"/>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Hộp Văn bản 4">
            <a:extLst>
              <a:ext uri="{FF2B5EF4-FFF2-40B4-BE49-F238E27FC236}">
                <a16:creationId xmlns:a16="http://schemas.microsoft.com/office/drawing/2014/main" id="{6CAB90F4-35B8-0E1B-2638-A057CA9B87EA}"/>
              </a:ext>
            </a:extLst>
          </p:cNvPr>
          <p:cNvSpPr txBox="1"/>
          <p:nvPr/>
        </p:nvSpPr>
        <p:spPr>
          <a:xfrm>
            <a:off x="5365373" y="1009692"/>
            <a:ext cx="3643873" cy="4016484"/>
          </a:xfrm>
          <a:prstGeom prst="rect">
            <a:avLst/>
          </a:prstGeom>
          <a:noFill/>
        </p:spPr>
        <p:txBody>
          <a:bodyPr wrap="square">
            <a:spAutoFit/>
          </a:bodyPr>
          <a:lstStyle/>
          <a:p>
            <a:pPr algn="just" rtl="0" fontAlgn="base">
              <a:spcBef>
                <a:spcPts val="1200"/>
              </a:spcBef>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Nhóm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Music</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có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Engagement</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Rate</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cao nhất (2.15%), cho thấy lượng khán giả nhỏ nhưng tương tác tích cực.</a:t>
            </a:r>
            <a:endPar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algn="just" rtl="0" fontAlgn="base">
              <a:spcBef>
                <a:spcPts val="1200"/>
              </a:spcBef>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Nhóm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Sports</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dẫn đầu về lượt tương tác trung bình trên mỗi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(74,236), chứng tỏ nội dung thu hút nhiều bình luận và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like</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t>
            </a:r>
            <a:endPar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algn="just" rtl="0" fontAlgn="base">
              <a:spcBef>
                <a:spcPts val="1200"/>
              </a:spcBef>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Nhóm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Gaming</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có ER thấp nhất (1.63%) và lượt tương tác trung bình thấp (22,235), mặc dù nội dung được đánh giá tích cực về cảm xúc, nghĩa là chưa chuyển hóa tốt thành hành động tương tác.</a:t>
            </a:r>
            <a:endParaRPr lang="vi-VN" sz="15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pPr algn="just" rtl="0" fontAlgn="base">
              <a:spcBef>
                <a:spcPts val="1200"/>
              </a:spcBef>
              <a:buFont typeface="Arial" panose="020B0604020202020204" pitchFamily="34" charset="0"/>
              <a:buChar char="•"/>
            </a:pP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Top</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5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có ER cao nhất đều đạt trên 6.5%, cho thấy một số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có khả năng tạo tương tác mạnh; các mô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típ</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này có thể tham khảo để tăng hiệu quả cho các </a:t>
            </a:r>
            <a:r>
              <a:rPr lang="vi-VN"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khác.</a:t>
            </a:r>
          </a:p>
        </p:txBody>
      </p:sp>
      <p:sp>
        <p:nvSpPr>
          <p:cNvPr id="6" name="Text Placeholder 3">
            <a:extLst>
              <a:ext uri="{FF2B5EF4-FFF2-40B4-BE49-F238E27FC236}">
                <a16:creationId xmlns:a16="http://schemas.microsoft.com/office/drawing/2014/main" id="{27F72927-6079-7CB2-ADA3-F274E105593E}"/>
              </a:ext>
            </a:extLst>
          </p:cNvPr>
          <p:cNvSpPr txBox="1">
            <a:spLocks/>
          </p:cNvSpPr>
          <p:nvPr/>
        </p:nvSpPr>
        <p:spPr>
          <a:xfrm>
            <a:off x="1285292" y="521304"/>
            <a:ext cx="4502132" cy="35278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lang="en-US" sz="2400" b="1" i="0" kern="1200" spc="0" baseline="0" dirty="0">
                <a:solidFill>
                  <a:schemeClr val="tx1"/>
                </a:solidFill>
                <a:effectLst/>
                <a:latin typeface="+mj-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vi-VN" sz="2500">
                <a:latin typeface="Calibri" panose="020F0502020204030204" pitchFamily="34" charset="0"/>
                <a:ea typeface="Calibri" panose="020F0502020204030204" pitchFamily="34" charset="0"/>
                <a:cs typeface="Calibri" panose="020F0502020204030204" pitchFamily="34" charset="0"/>
              </a:rPr>
              <a:t>Chỉ số phân tích tương tác</a:t>
            </a:r>
            <a:endParaRPr lang="vi-VN" sz="2500" b="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1298912"/>
      </p:ext>
    </p:extLst>
  </p:cSld>
  <p:clrMapOvr>
    <a:masterClrMapping/>
  </p:clrMapOvr>
  <p:transition spd="slow">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7F088ACB-E905-4F34-B7B7-A9583AC6D85E}"/>
              </a:ext>
            </a:extLst>
          </p:cNvPr>
          <p:cNvGrpSpPr/>
          <p:nvPr/>
        </p:nvGrpSpPr>
        <p:grpSpPr>
          <a:xfrm>
            <a:off x="-9012" y="3095764"/>
            <a:ext cx="3655432" cy="2052805"/>
            <a:chOff x="-9012" y="3095764"/>
            <a:chExt cx="3655432" cy="2052805"/>
          </a:xfrm>
        </p:grpSpPr>
        <p:sp>
          <p:nvSpPr>
            <p:cNvPr id="14" name="Freeform: Shape 13">
              <a:extLst>
                <a:ext uri="{FF2B5EF4-FFF2-40B4-BE49-F238E27FC236}">
                  <a16:creationId xmlns:a16="http://schemas.microsoft.com/office/drawing/2014/main" id="{0051B378-2322-41BE-9019-AC966227F133}"/>
                </a:ext>
              </a:extLst>
            </p:cNvPr>
            <p:cNvSpPr/>
            <p:nvPr/>
          </p:nvSpPr>
          <p:spPr>
            <a:xfrm rot="5400000" flipH="1" flipV="1">
              <a:off x="792302" y="2294450"/>
              <a:ext cx="2052804" cy="3655432"/>
            </a:xfrm>
            <a:custGeom>
              <a:avLst/>
              <a:gdLst>
                <a:gd name="connsiteX0" fmla="*/ 2052804 w 2052804"/>
                <a:gd name="connsiteY0" fmla="*/ 0 h 3655432"/>
                <a:gd name="connsiteX1" fmla="*/ 2049774 w 2052804"/>
                <a:gd name="connsiteY1" fmla="*/ 47187 h 3655432"/>
                <a:gd name="connsiteX2" fmla="*/ 1977166 w 2052804"/>
                <a:gd name="connsiteY2" fmla="*/ 264528 h 3655432"/>
                <a:gd name="connsiteX3" fmla="*/ 88043 w 2052804"/>
                <a:gd name="connsiteY3" fmla="*/ 3538604 h 3655432"/>
                <a:gd name="connsiteX4" fmla="*/ 45196 w 2052804"/>
                <a:gd name="connsiteY4" fmla="*/ 3603583 h 3655432"/>
                <a:gd name="connsiteX5" fmla="*/ 0 w 2052804"/>
                <a:gd name="connsiteY5" fmla="*/ 3655432 h 3655432"/>
                <a:gd name="connsiteX6" fmla="*/ 0 w 2052804"/>
                <a:gd name="connsiteY6" fmla="*/ 0 h 365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2804" h="3655432">
                  <a:moveTo>
                    <a:pt x="2052804" y="0"/>
                  </a:moveTo>
                  <a:lnTo>
                    <a:pt x="2049774" y="47187"/>
                  </a:lnTo>
                  <a:cubicBezTo>
                    <a:pt x="2040093" y="122303"/>
                    <a:pt x="2015890" y="196192"/>
                    <a:pt x="1977166" y="264528"/>
                  </a:cubicBezTo>
                  <a:lnTo>
                    <a:pt x="88043" y="3538604"/>
                  </a:lnTo>
                  <a:cubicBezTo>
                    <a:pt x="75135" y="3561383"/>
                    <a:pt x="60803" y="3583070"/>
                    <a:pt x="45196" y="3603583"/>
                  </a:cubicBezTo>
                  <a:lnTo>
                    <a:pt x="0" y="3655432"/>
                  </a:lnTo>
                  <a:lnTo>
                    <a:pt x="0" y="0"/>
                  </a:lnTo>
                  <a:close/>
                </a:path>
              </a:pathLst>
            </a:custGeom>
            <a:solidFill>
              <a:schemeClr val="accent4"/>
            </a:solidFill>
            <a:ln w="30359"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A418C2DE-6199-4FC0-B953-FBB2D6C474E9}"/>
                </a:ext>
              </a:extLst>
            </p:cNvPr>
            <p:cNvSpPr/>
            <p:nvPr/>
          </p:nvSpPr>
          <p:spPr>
            <a:xfrm rot="5400000" flipH="1" flipV="1">
              <a:off x="559689" y="3210427"/>
              <a:ext cx="1369440" cy="2506842"/>
            </a:xfrm>
            <a:custGeom>
              <a:avLst/>
              <a:gdLst>
                <a:gd name="connsiteX0" fmla="*/ 1369440 w 1369440"/>
                <a:gd name="connsiteY0" fmla="*/ 0 h 2506842"/>
                <a:gd name="connsiteX1" fmla="*/ 1366410 w 1369440"/>
                <a:gd name="connsiteY1" fmla="*/ 47187 h 2506842"/>
                <a:gd name="connsiteX2" fmla="*/ 1293802 w 1369440"/>
                <a:gd name="connsiteY2" fmla="*/ 264528 h 2506842"/>
                <a:gd name="connsiteX3" fmla="*/ 0 w 1369440"/>
                <a:gd name="connsiteY3" fmla="*/ 2506842 h 2506842"/>
                <a:gd name="connsiteX4" fmla="*/ 0 w 1369440"/>
                <a:gd name="connsiteY4" fmla="*/ 0 h 2506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9440" h="2506842">
                  <a:moveTo>
                    <a:pt x="1369440" y="0"/>
                  </a:moveTo>
                  <a:lnTo>
                    <a:pt x="1366410" y="47187"/>
                  </a:lnTo>
                  <a:cubicBezTo>
                    <a:pt x="1356729" y="122303"/>
                    <a:pt x="1332526" y="196192"/>
                    <a:pt x="1293802" y="264528"/>
                  </a:cubicBezTo>
                  <a:lnTo>
                    <a:pt x="0" y="2506842"/>
                  </a:lnTo>
                  <a:lnTo>
                    <a:pt x="0" y="0"/>
                  </a:lnTo>
                  <a:close/>
                </a:path>
              </a:pathLst>
            </a:custGeom>
            <a:solidFill>
              <a:schemeClr val="accent3"/>
            </a:solidFill>
            <a:ln w="30359"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C1EC9AFE-130D-4942-BC7F-8BF917BD991A}"/>
                </a:ext>
              </a:extLst>
            </p:cNvPr>
            <p:cNvSpPr/>
            <p:nvPr/>
          </p:nvSpPr>
          <p:spPr>
            <a:xfrm rot="5400000" flipH="1" flipV="1">
              <a:off x="270230" y="4289553"/>
              <a:ext cx="579774" cy="1138257"/>
            </a:xfrm>
            <a:custGeom>
              <a:avLst/>
              <a:gdLst>
                <a:gd name="connsiteX0" fmla="*/ 579774 w 579774"/>
                <a:gd name="connsiteY0" fmla="*/ 0 h 1138257"/>
                <a:gd name="connsiteX1" fmla="*/ 576744 w 579774"/>
                <a:gd name="connsiteY1" fmla="*/ 47187 h 1138257"/>
                <a:gd name="connsiteX2" fmla="*/ 504136 w 579774"/>
                <a:gd name="connsiteY2" fmla="*/ 264528 h 1138257"/>
                <a:gd name="connsiteX3" fmla="*/ 0 w 579774"/>
                <a:gd name="connsiteY3" fmla="*/ 1138257 h 1138257"/>
                <a:gd name="connsiteX4" fmla="*/ 0 w 579774"/>
                <a:gd name="connsiteY4" fmla="*/ 0 h 1138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774" h="1138257">
                  <a:moveTo>
                    <a:pt x="579774" y="0"/>
                  </a:moveTo>
                  <a:lnTo>
                    <a:pt x="576744" y="47187"/>
                  </a:lnTo>
                  <a:cubicBezTo>
                    <a:pt x="567063" y="122303"/>
                    <a:pt x="542860" y="196192"/>
                    <a:pt x="504136" y="264528"/>
                  </a:cubicBezTo>
                  <a:lnTo>
                    <a:pt x="0" y="1138257"/>
                  </a:lnTo>
                  <a:lnTo>
                    <a:pt x="0" y="0"/>
                  </a:lnTo>
                  <a:close/>
                </a:path>
              </a:pathLst>
            </a:custGeom>
            <a:solidFill>
              <a:schemeClr val="accent2"/>
            </a:solidFill>
            <a:ln w="30359" cap="flat">
              <a:noFill/>
              <a:prstDash val="solid"/>
              <a:miter/>
            </a:ln>
          </p:spPr>
          <p:txBody>
            <a:bodyPr wrap="square" rtlCol="0" anchor="ctr">
              <a:noAutofit/>
            </a:bodyPr>
            <a:lstStyle/>
            <a:p>
              <a:endParaRPr lang="en-US"/>
            </a:p>
          </p:txBody>
        </p:sp>
      </p:grpSp>
      <p:graphicFrame>
        <p:nvGraphicFramePr>
          <p:cNvPr id="9" name="Chart Placeholder 28">
            <a:extLst>
              <a:ext uri="{FF2B5EF4-FFF2-40B4-BE49-F238E27FC236}">
                <a16:creationId xmlns:a16="http://schemas.microsoft.com/office/drawing/2014/main" id="{0EB9F53D-3B86-45C2-8F68-8F245ACA3E37}"/>
              </a:ext>
            </a:extLst>
          </p:cNvPr>
          <p:cNvGraphicFramePr>
            <a:graphicFrameLocks/>
          </p:cNvGraphicFramePr>
          <p:nvPr/>
        </p:nvGraphicFramePr>
        <p:xfrm>
          <a:off x="536222" y="536966"/>
          <a:ext cx="8071556" cy="188513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Placeholder 11">
            <a:extLst>
              <a:ext uri="{FF2B5EF4-FFF2-40B4-BE49-F238E27FC236}">
                <a16:creationId xmlns:a16="http://schemas.microsoft.com/office/drawing/2014/main" id="{CB0292FE-668A-4A2F-826A-6CC9D49DA48E}"/>
              </a:ext>
            </a:extLst>
          </p:cNvPr>
          <p:cNvSpPr txBox="1">
            <a:spLocks/>
          </p:cNvSpPr>
          <p:nvPr/>
        </p:nvSpPr>
        <p:spPr>
          <a:xfrm>
            <a:off x="1474608" y="2989886"/>
            <a:ext cx="7133170" cy="713646"/>
          </a:xfrm>
          <a:prstGeom prst="rect">
            <a:avLst/>
          </a:prstGeom>
        </p:spPr>
        <p:txBody>
          <a:bodyPr vert="horz" lIns="91440" tIns="45720" rIns="91440" bIns="45720" rtlCol="0">
            <a:noAutofit/>
          </a:bodyPr>
          <a:lstStyle>
            <a:lvl1pPr indent="0" defTabSz="685800">
              <a:lnSpc>
                <a:spcPct val="90000"/>
              </a:lnSpc>
              <a:spcBef>
                <a:spcPts val="750"/>
              </a:spcBef>
              <a:buFont typeface="Arial" panose="020B0604020202020204" pitchFamily="34" charset="0"/>
              <a:buNone/>
              <a:defRPr sz="4800" b="1" baseline="0">
                <a:ln w="12700">
                  <a:noFill/>
                </a:ln>
                <a:latin typeface="+mj-lt"/>
                <a:cs typeface="+mj-cs"/>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algn="r"/>
            <a:r>
              <a:rPr lang="en-US" sz="4500" dirty="0" err="1">
                <a:solidFill>
                  <a:srgbClr val="1F1F1F"/>
                </a:solidFill>
                <a:ea typeface="Calibri" panose="020F0502020204030204" pitchFamily="34" charset="0"/>
                <a:cs typeface="Calibri" panose="020F0502020204030204" pitchFamily="34" charset="0"/>
              </a:rPr>
              <a:t>Thiết</a:t>
            </a:r>
            <a:r>
              <a:rPr lang="en-US" sz="4500" dirty="0">
                <a:solidFill>
                  <a:srgbClr val="1F1F1F"/>
                </a:solidFill>
                <a:ea typeface="Calibri" panose="020F0502020204030204" pitchFamily="34" charset="0"/>
                <a:cs typeface="Calibri" panose="020F0502020204030204" pitchFamily="34" charset="0"/>
              </a:rPr>
              <a:t> </a:t>
            </a:r>
            <a:r>
              <a:rPr lang="en-US" sz="4500" dirty="0" err="1">
                <a:solidFill>
                  <a:srgbClr val="1F1F1F"/>
                </a:solidFill>
                <a:ea typeface="Calibri" panose="020F0502020204030204" pitchFamily="34" charset="0"/>
                <a:cs typeface="Calibri" panose="020F0502020204030204" pitchFamily="34" charset="0"/>
              </a:rPr>
              <a:t>kế</a:t>
            </a:r>
            <a:r>
              <a:rPr lang="en-US" sz="4500" dirty="0">
                <a:solidFill>
                  <a:srgbClr val="1F1F1F"/>
                </a:solidFill>
                <a:ea typeface="Calibri" panose="020F0502020204030204" pitchFamily="34" charset="0"/>
                <a:cs typeface="Calibri" panose="020F0502020204030204" pitchFamily="34" charset="0"/>
              </a:rPr>
              <a:t> </a:t>
            </a:r>
            <a:r>
              <a:rPr lang="vi-VN" sz="4500" dirty="0">
                <a:solidFill>
                  <a:srgbClr val="1F1F1F"/>
                </a:solidFill>
                <a:ea typeface="Calibri" panose="020F0502020204030204" pitchFamily="34" charset="0"/>
                <a:cs typeface="Calibri" panose="020F0502020204030204" pitchFamily="34" charset="0"/>
              </a:rPr>
              <a:t>t</a:t>
            </a:r>
            <a:r>
              <a:rPr lang="en-US" sz="4500" dirty="0" err="1">
                <a:solidFill>
                  <a:srgbClr val="1F1F1F"/>
                </a:solidFill>
                <a:ea typeface="Calibri" panose="020F0502020204030204" pitchFamily="34" charset="0"/>
                <a:cs typeface="Calibri" panose="020F0502020204030204" pitchFamily="34" charset="0"/>
              </a:rPr>
              <a:t>rực</a:t>
            </a:r>
            <a:r>
              <a:rPr lang="en-US" sz="4500" dirty="0">
                <a:solidFill>
                  <a:srgbClr val="1F1F1F"/>
                </a:solidFill>
                <a:ea typeface="Calibri" panose="020F0502020204030204" pitchFamily="34" charset="0"/>
                <a:cs typeface="Calibri" panose="020F0502020204030204" pitchFamily="34" charset="0"/>
              </a:rPr>
              <a:t> </a:t>
            </a:r>
            <a:r>
              <a:rPr lang="en-US" sz="4500" dirty="0" err="1">
                <a:solidFill>
                  <a:srgbClr val="1F1F1F"/>
                </a:solidFill>
                <a:ea typeface="Calibri" panose="020F0502020204030204" pitchFamily="34" charset="0"/>
                <a:cs typeface="Calibri" panose="020F0502020204030204" pitchFamily="34" charset="0"/>
              </a:rPr>
              <a:t>quan</a:t>
            </a:r>
            <a:endParaRPr lang="vi-VN" sz="4500" dirty="0">
              <a:solidFill>
                <a:srgbClr val="1F1F1F"/>
              </a:solidFill>
              <a:ea typeface="Calibri" panose="020F0502020204030204" pitchFamily="34" charset="0"/>
              <a:cs typeface="Calibri" panose="020F0502020204030204" pitchFamily="34" charset="0"/>
            </a:endParaRPr>
          </a:p>
          <a:p>
            <a:pPr algn="r"/>
            <a:r>
              <a:rPr lang="en-US" sz="4500" dirty="0">
                <a:solidFill>
                  <a:srgbClr val="1F1F1F"/>
                </a:solidFill>
                <a:ea typeface="Calibri" panose="020F0502020204030204" pitchFamily="34" charset="0"/>
                <a:cs typeface="Calibri" panose="020F0502020204030204" pitchFamily="34" charset="0"/>
              </a:rPr>
              <a:t>&amp; </a:t>
            </a:r>
            <a:r>
              <a:rPr lang="en-US" sz="4500" dirty="0" err="1">
                <a:solidFill>
                  <a:srgbClr val="1F1F1F"/>
                </a:solidFill>
                <a:ea typeface="Calibri" panose="020F0502020204030204" pitchFamily="34" charset="0"/>
                <a:cs typeface="Calibri" panose="020F0502020204030204" pitchFamily="34" charset="0"/>
              </a:rPr>
              <a:t>báo</a:t>
            </a:r>
            <a:r>
              <a:rPr lang="en-US" sz="4500" dirty="0">
                <a:solidFill>
                  <a:srgbClr val="1F1F1F"/>
                </a:solidFill>
                <a:ea typeface="Calibri" panose="020F0502020204030204" pitchFamily="34" charset="0"/>
                <a:cs typeface="Calibri" panose="020F0502020204030204" pitchFamily="34" charset="0"/>
              </a:rPr>
              <a:t> </a:t>
            </a:r>
            <a:r>
              <a:rPr lang="en-US" sz="4500" dirty="0" err="1">
                <a:solidFill>
                  <a:srgbClr val="1F1F1F"/>
                </a:solidFill>
                <a:ea typeface="Calibri" panose="020F0502020204030204" pitchFamily="34" charset="0"/>
                <a:cs typeface="Calibri" panose="020F0502020204030204" pitchFamily="34" charset="0"/>
              </a:rPr>
              <a:t>cáo</a:t>
            </a:r>
            <a:endParaRPr lang="en-US" sz="45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89020647"/>
      </p:ext>
    </p:extLst>
  </p:cSld>
  <p:clrMapOvr>
    <a:masterClrMapping/>
  </p:clrMapOvr>
  <p:transition spd="slow">
    <p:strips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2F1E9-64D9-D06A-CD92-20CDC7D5CCD5}"/>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BD6C254A-551C-8CCD-6808-6E93E4FC775C}"/>
              </a:ext>
            </a:extLst>
          </p:cNvPr>
          <p:cNvSpPr/>
          <p:nvPr/>
        </p:nvSpPr>
        <p:spPr>
          <a:xfrm>
            <a:off x="3342074" y="0"/>
            <a:ext cx="5801926"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28" name="Freeform: Shape 27">
            <a:extLst>
              <a:ext uri="{FF2B5EF4-FFF2-40B4-BE49-F238E27FC236}">
                <a16:creationId xmlns:a16="http://schemas.microsoft.com/office/drawing/2014/main" id="{160ECD20-2E3E-27DD-27A8-1A00ABB045BC}"/>
              </a:ext>
            </a:extLst>
          </p:cNvPr>
          <p:cNvSpPr/>
          <p:nvPr/>
        </p:nvSpPr>
        <p:spPr>
          <a:xfrm rot="334554">
            <a:off x="-107572" y="3422035"/>
            <a:ext cx="2595550" cy="1841275"/>
          </a:xfrm>
          <a:custGeom>
            <a:avLst/>
            <a:gdLst>
              <a:gd name="connsiteX0" fmla="*/ 0 w 2595550"/>
              <a:gd name="connsiteY0" fmla="*/ 0 h 1841275"/>
              <a:gd name="connsiteX1" fmla="*/ 1393386 w 2595550"/>
              <a:gd name="connsiteY1" fmla="*/ 0 h 1841275"/>
              <a:gd name="connsiteX2" fmla="*/ 1805428 w 2595550"/>
              <a:gd name="connsiteY2" fmla="*/ 238362 h 1841275"/>
              <a:gd name="connsiteX3" fmla="*/ 2595550 w 2595550"/>
              <a:gd name="connsiteY3" fmla="*/ 1605430 h 1841275"/>
              <a:gd name="connsiteX4" fmla="*/ 179756 w 2595550"/>
              <a:gd name="connsiteY4" fmla="*/ 1841275 h 1841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5550" h="1841275">
                <a:moveTo>
                  <a:pt x="0" y="0"/>
                </a:moveTo>
                <a:lnTo>
                  <a:pt x="1393386" y="0"/>
                </a:lnTo>
                <a:cubicBezTo>
                  <a:pt x="1563473" y="0"/>
                  <a:pt x="1720385" y="91033"/>
                  <a:pt x="1805428" y="238362"/>
                </a:cubicBezTo>
                <a:lnTo>
                  <a:pt x="2595550" y="1605430"/>
                </a:lnTo>
                <a:lnTo>
                  <a:pt x="179756" y="1841275"/>
                </a:lnTo>
                <a:close/>
              </a:path>
            </a:pathLst>
          </a:custGeom>
          <a:solidFill>
            <a:schemeClr val="accent4"/>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6FADD7A3-040B-B003-D800-CAA7A13DEF7B}"/>
              </a:ext>
            </a:extLst>
          </p:cNvPr>
          <p:cNvSpPr/>
          <p:nvPr/>
        </p:nvSpPr>
        <p:spPr>
          <a:xfrm rot="334554">
            <a:off x="-87500" y="3792695"/>
            <a:ext cx="2130353" cy="1450795"/>
          </a:xfrm>
          <a:custGeom>
            <a:avLst/>
            <a:gdLst>
              <a:gd name="connsiteX0" fmla="*/ 0 w 2130353"/>
              <a:gd name="connsiteY0" fmla="*/ 0 h 1450795"/>
              <a:gd name="connsiteX1" fmla="*/ 1130081 w 2130353"/>
              <a:gd name="connsiteY1" fmla="*/ 0 h 1450795"/>
              <a:gd name="connsiteX2" fmla="*/ 1543320 w 2130353"/>
              <a:gd name="connsiteY2" fmla="*/ 238362 h 1450795"/>
              <a:gd name="connsiteX3" fmla="*/ 2130353 w 2130353"/>
              <a:gd name="connsiteY3" fmla="*/ 1256644 h 1450795"/>
              <a:gd name="connsiteX4" fmla="*/ 141635 w 2130353"/>
              <a:gd name="connsiteY4" fmla="*/ 1450795 h 145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353" h="1450795">
                <a:moveTo>
                  <a:pt x="0" y="0"/>
                </a:moveTo>
                <a:lnTo>
                  <a:pt x="1130081" y="0"/>
                </a:lnTo>
                <a:cubicBezTo>
                  <a:pt x="1300167" y="0"/>
                  <a:pt x="1457079" y="89835"/>
                  <a:pt x="1543320" y="238362"/>
                </a:cubicBezTo>
                <a:lnTo>
                  <a:pt x="2130353" y="1256644"/>
                </a:lnTo>
                <a:lnTo>
                  <a:pt x="141635" y="1450795"/>
                </a:lnTo>
                <a:close/>
              </a:path>
            </a:pathLst>
          </a:custGeom>
          <a:solidFill>
            <a:schemeClr val="accent3"/>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7136B5D4-8A50-066C-5A30-E4A8B7BE21DD}"/>
              </a:ext>
            </a:extLst>
          </p:cNvPr>
          <p:cNvSpPr/>
          <p:nvPr/>
        </p:nvSpPr>
        <p:spPr>
          <a:xfrm rot="334554">
            <a:off x="-66261" y="4184977"/>
            <a:ext cx="1638431" cy="1037556"/>
          </a:xfrm>
          <a:custGeom>
            <a:avLst/>
            <a:gdLst>
              <a:gd name="connsiteX0" fmla="*/ 0 w 1638431"/>
              <a:gd name="connsiteY0" fmla="*/ 0 h 1037556"/>
              <a:gd name="connsiteX1" fmla="*/ 850179 w 1638431"/>
              <a:gd name="connsiteY1" fmla="*/ 0 h 1037556"/>
              <a:gd name="connsiteX2" fmla="*/ 1263418 w 1638431"/>
              <a:gd name="connsiteY2" fmla="*/ 238362 h 1037556"/>
              <a:gd name="connsiteX3" fmla="*/ 1638431 w 1638431"/>
              <a:gd name="connsiteY3" fmla="*/ 887491 h 1037556"/>
              <a:gd name="connsiteX4" fmla="*/ 101292 w 1638431"/>
              <a:gd name="connsiteY4" fmla="*/ 1037556 h 1037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8431" h="1037556">
                <a:moveTo>
                  <a:pt x="0" y="0"/>
                </a:moveTo>
                <a:lnTo>
                  <a:pt x="850179" y="0"/>
                </a:lnTo>
                <a:cubicBezTo>
                  <a:pt x="1020266" y="0"/>
                  <a:pt x="1178375" y="91032"/>
                  <a:pt x="1263418" y="238362"/>
                </a:cubicBezTo>
                <a:lnTo>
                  <a:pt x="1638431" y="887491"/>
                </a:lnTo>
                <a:lnTo>
                  <a:pt x="101292" y="1037556"/>
                </a:lnTo>
                <a:close/>
              </a:path>
            </a:pathLst>
          </a:custGeom>
          <a:solidFill>
            <a:schemeClr val="accent2"/>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40" name="Freeform: Shape 39">
            <a:extLst>
              <a:ext uri="{FF2B5EF4-FFF2-40B4-BE49-F238E27FC236}">
                <a16:creationId xmlns:a16="http://schemas.microsoft.com/office/drawing/2014/main" id="{A4F446DD-80B6-47B2-C6B3-2721F4C60731}"/>
              </a:ext>
            </a:extLst>
          </p:cNvPr>
          <p:cNvSpPr/>
          <p:nvPr/>
        </p:nvSpPr>
        <p:spPr>
          <a:xfrm rot="334554">
            <a:off x="-46951" y="4536335"/>
            <a:ext cx="1197429" cy="667437"/>
          </a:xfrm>
          <a:custGeom>
            <a:avLst/>
            <a:gdLst>
              <a:gd name="connsiteX0" fmla="*/ 22018 w 1197429"/>
              <a:gd name="connsiteY0" fmla="*/ 0 h 667437"/>
              <a:gd name="connsiteX1" fmla="*/ 600552 w 1197429"/>
              <a:gd name="connsiteY1" fmla="*/ 0 h 667437"/>
              <a:gd name="connsiteX2" fmla="*/ 1013791 w 1197429"/>
              <a:gd name="connsiteY2" fmla="*/ 238362 h 667437"/>
              <a:gd name="connsiteX3" fmla="*/ 1197429 w 1197429"/>
              <a:gd name="connsiteY3" fmla="*/ 556870 h 667437"/>
              <a:gd name="connsiteX4" fmla="*/ 64873 w 1197429"/>
              <a:gd name="connsiteY4" fmla="*/ 667437 h 667437"/>
              <a:gd name="connsiteX5" fmla="*/ 0 w 1197429"/>
              <a:gd name="connsiteY5" fmla="*/ 2926 h 66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429" h="667437">
                <a:moveTo>
                  <a:pt x="22018" y="0"/>
                </a:moveTo>
                <a:lnTo>
                  <a:pt x="600552" y="0"/>
                </a:lnTo>
                <a:cubicBezTo>
                  <a:pt x="770639" y="0"/>
                  <a:pt x="928747" y="91032"/>
                  <a:pt x="1013791" y="238362"/>
                </a:cubicBezTo>
                <a:lnTo>
                  <a:pt x="1197429" y="556870"/>
                </a:lnTo>
                <a:lnTo>
                  <a:pt x="64873" y="667437"/>
                </a:lnTo>
                <a:lnTo>
                  <a:pt x="0" y="2926"/>
                </a:lnTo>
                <a:close/>
              </a:path>
            </a:pathLst>
          </a:custGeom>
          <a:solidFill>
            <a:schemeClr val="accent1"/>
          </a:solidFill>
          <a:ln w="9525"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 name="Hộp Văn bản 4">
            <a:extLst>
              <a:ext uri="{FF2B5EF4-FFF2-40B4-BE49-F238E27FC236}">
                <a16:creationId xmlns:a16="http://schemas.microsoft.com/office/drawing/2014/main" id="{C962A00D-4EB6-DC36-DE7D-829837A5D711}"/>
              </a:ext>
            </a:extLst>
          </p:cNvPr>
          <p:cNvSpPr txBox="1"/>
          <p:nvPr/>
        </p:nvSpPr>
        <p:spPr>
          <a:xfrm>
            <a:off x="88722" y="358323"/>
            <a:ext cx="3059958" cy="1810752"/>
          </a:xfrm>
          <a:prstGeom prst="rect">
            <a:avLst/>
          </a:prstGeom>
          <a:noFill/>
        </p:spPr>
        <p:txBody>
          <a:bodyPr wrap="square">
            <a:spAutoFit/>
          </a:bodyPr>
          <a:lstStyle/>
          <a:p>
            <a:pPr algn="just" rtl="0">
              <a:spcAft>
                <a:spcPts val="800"/>
              </a:spcAft>
              <a:buNone/>
            </a:pP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Để</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chuẩn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bị</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cho</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phần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trực</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quan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hóa</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nhóm</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tiến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hành</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hợp</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nhất</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làm</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sạch</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và</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tạo</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thêm</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các</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chỉ</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số</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mới</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từ</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ba</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nguồn</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dữ</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1F1F1F"/>
                </a:solidFill>
                <a:effectLst/>
                <a:latin typeface="Calibri" panose="020F0502020204030204" pitchFamily="34" charset="0"/>
                <a:ea typeface="Calibri" panose="020F0502020204030204" pitchFamily="34" charset="0"/>
                <a:cs typeface="Calibri" panose="020F0502020204030204" pitchFamily="34" charset="0"/>
              </a:rPr>
              <a:t>liệu</a:t>
            </a: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t>
            </a:r>
            <a:endParaRPr lang="en-US" sz="1500" b="0" dirty="0">
              <a:effectLst/>
              <a:latin typeface="Calibri" panose="020F0502020204030204" pitchFamily="34" charset="0"/>
              <a:ea typeface="Calibri" panose="020F0502020204030204" pitchFamily="34" charset="0"/>
              <a:cs typeface="Calibri" panose="020F0502020204030204" pitchFamily="34" charset="0"/>
            </a:endParaRPr>
          </a:p>
          <a:p>
            <a:pPr algn="just" rtl="0" fontAlgn="base">
              <a:buFont typeface="Arial" panose="020B0604020202020204" pitchFamily="34" charset="0"/>
              <a:buChar char="•"/>
            </a:pP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Youtube_sentiment.csv</a:t>
            </a:r>
          </a:p>
          <a:p>
            <a:pPr algn="just" rtl="0" fontAlgn="base">
              <a:buFont typeface="Arial" panose="020B0604020202020204" pitchFamily="34" charset="0"/>
              <a:buChar char="•"/>
            </a:pP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Youtube_topic.csv</a:t>
            </a:r>
          </a:p>
          <a:p>
            <a:pPr algn="just" rtl="0" fontAlgn="base">
              <a:spcAft>
                <a:spcPts val="800"/>
              </a:spcAft>
              <a:buFont typeface="Arial" panose="020B0604020202020204" pitchFamily="34" charset="0"/>
              <a:buChar char="•"/>
            </a:pPr>
            <a:r>
              <a:rPr lang="en-US" sz="1500" b="0" i="0" u="none" strike="noStrike"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Phan_tich_tuong_tac.csv</a:t>
            </a:r>
          </a:p>
        </p:txBody>
      </p:sp>
      <p:sp>
        <p:nvSpPr>
          <p:cNvPr id="7" name="Hộp Văn bản 6">
            <a:extLst>
              <a:ext uri="{FF2B5EF4-FFF2-40B4-BE49-F238E27FC236}">
                <a16:creationId xmlns:a16="http://schemas.microsoft.com/office/drawing/2014/main" id="{B012B023-8F9B-2433-38F2-528E7DAB193E}"/>
              </a:ext>
            </a:extLst>
          </p:cNvPr>
          <p:cNvSpPr txBox="1"/>
          <p:nvPr/>
        </p:nvSpPr>
        <p:spPr>
          <a:xfrm>
            <a:off x="3444874" y="358323"/>
            <a:ext cx="5610404" cy="4426853"/>
          </a:xfrm>
          <a:prstGeom prst="rect">
            <a:avLst/>
          </a:prstGeom>
          <a:noFill/>
        </p:spPr>
        <p:txBody>
          <a:bodyPr wrap="square">
            <a:spAutoFit/>
          </a:bodyPr>
          <a:lstStyle/>
          <a:p>
            <a:pPr algn="just" rtl="0">
              <a:spcAft>
                <a:spcPts val="800"/>
              </a:spcAft>
              <a:buNone/>
            </a:pP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Bộ dữ liệu YOUTUBE_VIZ.csv là bộ dữ liệu sau khi gộp, chứa thông tin về các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YouTube</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Reels</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như: tiêu đề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kênh, thời lượng, thời điểm đăng tải, lượt xem, lượt thích, bình luận, chủ đề nội dung được phân loại bằng mô hình chủ đề, và phân cực cảm xúc được xác định bằng mô hình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Machine</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Learning</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endParaRPr lang="en-US"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algn="just" rtl="0">
              <a:spcAft>
                <a:spcPts val="800"/>
              </a:spcAft>
              <a:buNone/>
            </a:pPr>
            <a:endParaRPr lang="vi-VN" sz="15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algn="just" rtl="0">
              <a:spcAft>
                <a:spcPts val="800"/>
              </a:spcAft>
              <a:buNone/>
            </a:pP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Sau đó xử lý lại dữ liệu trong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Power</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bi để phục vụ cho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dashboard</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endParaRPr lang="vi-VN" sz="15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algn="just" rtl="0" fontAlgn="base">
              <a:buFont typeface="Arial" panose="020B0604020202020204" pitchFamily="34" charset="0"/>
              <a:buChar char="•"/>
            </a:pPr>
            <a:r>
              <a:rPr lang="en-US"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Các dòng bị thiếu 1% thông tin không đáng kể được loại bỏ để đảm bảo chất lượng phân tích</a:t>
            </a:r>
          </a:p>
          <a:p>
            <a:pPr algn="just" rtl="0" fontAlgn="base">
              <a:spcAft>
                <a:spcPts val="800"/>
              </a:spcAft>
              <a:buFont typeface="Arial" panose="020B0604020202020204" pitchFamily="34" charset="0"/>
              <a:buChar char="•"/>
            </a:pPr>
            <a:r>
              <a:rPr lang="en-US"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Các trường số và chữ được chuẩn hóa về đúng định dạng để phù hợp với các biểu đồ trong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dashboard</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p>
          <a:p>
            <a:pPr algn="just" rtl="0" fontAlgn="base">
              <a:spcAft>
                <a:spcPts val="800"/>
              </a:spcAft>
              <a:buFont typeface="Arial" panose="020B0604020202020204" pitchFamily="34" charset="0"/>
              <a:buChar char="•"/>
            </a:pPr>
            <a:r>
              <a:rPr lang="en-US"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Để hỗ trợ phân tích sâu hơn hành vi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viral</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một số biến mới đã được tạo ra từ các trường dữ liệu ban đầu: nhóm độ dài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duration_group</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trích xuất thời gian đăng tải thành giờ, thứ trong tuần, tháng đăng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publish_hour</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publish_weekday</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publish_month</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phân loại cảm xúc nội dung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sentiment</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và gắn nhãn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viral</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cho các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có lượt xem thuộc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top</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cao nhất (</a:t>
            </a:r>
            <a:r>
              <a:rPr lang="vi-VN" sz="1500" b="0" i="0" u="none" strike="noStrike"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is_viral</a:t>
            </a:r>
            <a:r>
              <a:rPr lang="vi-VN" sz="15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730132461"/>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Freeform: Shape 102">
            <a:extLst>
              <a:ext uri="{FF2B5EF4-FFF2-40B4-BE49-F238E27FC236}">
                <a16:creationId xmlns:a16="http://schemas.microsoft.com/office/drawing/2014/main" id="{C0D850A8-585A-429A-8700-E434519C6294}"/>
              </a:ext>
            </a:extLst>
          </p:cNvPr>
          <p:cNvSpPr/>
          <p:nvPr/>
        </p:nvSpPr>
        <p:spPr>
          <a:xfrm>
            <a:off x="-388639" y="2772157"/>
            <a:ext cx="886968" cy="2371343"/>
          </a:xfrm>
          <a:custGeom>
            <a:avLst/>
            <a:gdLst>
              <a:gd name="connsiteX0" fmla="*/ 0 w 886968"/>
              <a:gd name="connsiteY0" fmla="*/ 0 h 2371343"/>
              <a:gd name="connsiteX1" fmla="*/ 886968 w 886968"/>
              <a:gd name="connsiteY1" fmla="*/ 503162 h 2371343"/>
              <a:gd name="connsiteX2" fmla="*/ 886968 w 886968"/>
              <a:gd name="connsiteY2" fmla="*/ 2371343 h 2371343"/>
              <a:gd name="connsiteX3" fmla="*/ 0 w 886968"/>
              <a:gd name="connsiteY3" fmla="*/ 2371343 h 2371343"/>
              <a:gd name="connsiteX4" fmla="*/ 0 w 886968"/>
              <a:gd name="connsiteY4" fmla="*/ 0 h 237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3">
                <a:moveTo>
                  <a:pt x="0" y="0"/>
                </a:moveTo>
                <a:lnTo>
                  <a:pt x="886968" y="503162"/>
                </a:lnTo>
                <a:lnTo>
                  <a:pt x="886968" y="2371343"/>
                </a:lnTo>
                <a:lnTo>
                  <a:pt x="0" y="2371343"/>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2" name="Freeform: Shape 101">
            <a:extLst>
              <a:ext uri="{FF2B5EF4-FFF2-40B4-BE49-F238E27FC236}">
                <a16:creationId xmlns:a16="http://schemas.microsoft.com/office/drawing/2014/main" id="{0C7F8D72-AD59-46C5-8040-D979E464B988}"/>
              </a:ext>
            </a:extLst>
          </p:cNvPr>
          <p:cNvSpPr/>
          <p:nvPr/>
        </p:nvSpPr>
        <p:spPr>
          <a:xfrm>
            <a:off x="8645673" y="2772158"/>
            <a:ext cx="886968" cy="2371342"/>
          </a:xfrm>
          <a:custGeom>
            <a:avLst/>
            <a:gdLst>
              <a:gd name="connsiteX0" fmla="*/ 886968 w 886968"/>
              <a:gd name="connsiteY0" fmla="*/ 0 h 2371342"/>
              <a:gd name="connsiteX1" fmla="*/ 886968 w 886968"/>
              <a:gd name="connsiteY1" fmla="*/ 2371342 h 2371342"/>
              <a:gd name="connsiteX2" fmla="*/ 0 w 886968"/>
              <a:gd name="connsiteY2" fmla="*/ 2371342 h 2371342"/>
              <a:gd name="connsiteX3" fmla="*/ 0 w 886968"/>
              <a:gd name="connsiteY3" fmla="*/ 503162 h 2371342"/>
              <a:gd name="connsiteX4" fmla="*/ 886968 w 886968"/>
              <a:gd name="connsiteY4" fmla="*/ 0 h 2371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2">
                <a:moveTo>
                  <a:pt x="886968" y="0"/>
                </a:moveTo>
                <a:lnTo>
                  <a:pt x="886968" y="2371342"/>
                </a:lnTo>
                <a:lnTo>
                  <a:pt x="0" y="2371342"/>
                </a:lnTo>
                <a:lnTo>
                  <a:pt x="0" y="503162"/>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pic>
        <p:nvPicPr>
          <p:cNvPr id="8194" name="Picture 2">
            <a:extLst>
              <a:ext uri="{FF2B5EF4-FFF2-40B4-BE49-F238E27FC236}">
                <a16:creationId xmlns:a16="http://schemas.microsoft.com/office/drawing/2014/main" id="{D677A031-5CC0-6A60-3175-236BE1B90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664" y="0"/>
            <a:ext cx="7248672" cy="3525338"/>
          </a:xfrm>
          <a:prstGeom prst="roundRect">
            <a:avLst>
              <a:gd name="adj" fmla="val 5116"/>
            </a:avLst>
          </a:prstGeom>
          <a:noFill/>
          <a:extLst>
            <a:ext uri="{909E8E84-426E-40DD-AFC4-6F175D3DCCD1}">
              <a14:hiddenFill xmlns:a14="http://schemas.microsoft.com/office/drawing/2010/main">
                <a:solidFill>
                  <a:srgbClr val="FFFFFF"/>
                </a:solidFill>
              </a14:hiddenFill>
            </a:ext>
          </a:extLst>
        </p:spPr>
      </p:pic>
      <p:sp>
        <p:nvSpPr>
          <p:cNvPr id="5" name="Hộp Văn bản 4">
            <a:extLst>
              <a:ext uri="{FF2B5EF4-FFF2-40B4-BE49-F238E27FC236}">
                <a16:creationId xmlns:a16="http://schemas.microsoft.com/office/drawing/2014/main" id="{25207A2E-442C-4AC6-634D-2C40DE4DD397}"/>
              </a:ext>
            </a:extLst>
          </p:cNvPr>
          <p:cNvSpPr txBox="1"/>
          <p:nvPr/>
        </p:nvSpPr>
        <p:spPr>
          <a:xfrm>
            <a:off x="677033" y="3841740"/>
            <a:ext cx="7789936" cy="1015663"/>
          </a:xfrm>
          <a:prstGeom prst="rect">
            <a:avLst/>
          </a:prstGeom>
          <a:noFill/>
        </p:spPr>
        <p:txBody>
          <a:bodyPr wrap="square">
            <a:spAutoFit/>
          </a:bodyPr>
          <a:lstStyle/>
          <a:p>
            <a:pPr marL="285750" indent="-285750" algn="just">
              <a:buFont typeface="Arial" panose="020B0604020202020204" pitchFamily="34" charset="0"/>
              <a:buChar char="•"/>
            </a:pPr>
            <a:r>
              <a:rPr lang="vi-VN" sz="1500" dirty="0" err="1">
                <a:latin typeface="Calibri" panose="020F0502020204030204" pitchFamily="34" charset="0"/>
                <a:ea typeface="Calibri" panose="020F0502020204030204" pitchFamily="34" charset="0"/>
                <a:cs typeface="Calibri" panose="020F0502020204030204" pitchFamily="34" charset="0"/>
              </a:rPr>
              <a:t>Dashboard</a:t>
            </a:r>
            <a:r>
              <a:rPr lang="vi-VN" sz="1500" dirty="0">
                <a:latin typeface="Calibri" panose="020F0502020204030204" pitchFamily="34" charset="0"/>
                <a:ea typeface="Calibri" panose="020F0502020204030204" pitchFamily="34" charset="0"/>
                <a:cs typeface="Calibri" panose="020F0502020204030204" pitchFamily="34" charset="0"/>
              </a:rPr>
              <a:t> cho thấy tổng lượt xem rất lớn (10 tỷ), lượt thích 197 triệu và bình luận 6 triệu, nhưng tỷ lệ tương tác trung bình chỉ 0.02, phản ánh mức độ xem cao nhưng tương tác thấp.</a:t>
            </a: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Nhóm nội dung </a:t>
            </a:r>
            <a:r>
              <a:rPr lang="vi-VN" sz="1500" dirty="0" err="1">
                <a:latin typeface="Calibri" panose="020F0502020204030204" pitchFamily="34" charset="0"/>
                <a:ea typeface="Calibri" panose="020F0502020204030204" pitchFamily="34" charset="0"/>
                <a:cs typeface="Calibri" panose="020F0502020204030204" pitchFamily="34" charset="0"/>
              </a:rPr>
              <a:t>Entertainment</a:t>
            </a:r>
            <a:r>
              <a:rPr lang="vi-VN" sz="1500" dirty="0">
                <a:latin typeface="Calibri" panose="020F0502020204030204" pitchFamily="34" charset="0"/>
                <a:ea typeface="Calibri" panose="020F0502020204030204" pitchFamily="34" charset="0"/>
                <a:cs typeface="Calibri" panose="020F0502020204030204" pitchFamily="34" charset="0"/>
              </a:rPr>
              <a:t> dẫn đầu về cả lượt xem lẫn tương tác, cho thấy người dùng phản ứng mạnh nhất với các nội dung giải trí, nhanh và thu hút cảm xúc.</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276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BF8B8-70AF-D0E0-C12B-409B7A373364}"/>
            </a:ext>
          </a:extLst>
        </p:cNvPr>
        <p:cNvGrpSpPr/>
        <p:nvPr/>
      </p:nvGrpSpPr>
      <p:grpSpPr>
        <a:xfrm>
          <a:off x="0" y="0"/>
          <a:ext cx="0" cy="0"/>
          <a:chOff x="0" y="0"/>
          <a:chExt cx="0" cy="0"/>
        </a:xfrm>
      </p:grpSpPr>
      <p:sp>
        <p:nvSpPr>
          <p:cNvPr id="103" name="Freeform: Shape 102">
            <a:extLst>
              <a:ext uri="{FF2B5EF4-FFF2-40B4-BE49-F238E27FC236}">
                <a16:creationId xmlns:a16="http://schemas.microsoft.com/office/drawing/2014/main" id="{BCAB7AC5-C384-C973-A596-D3505AA9710B}"/>
              </a:ext>
            </a:extLst>
          </p:cNvPr>
          <p:cNvSpPr/>
          <p:nvPr/>
        </p:nvSpPr>
        <p:spPr>
          <a:xfrm>
            <a:off x="-388639" y="2772157"/>
            <a:ext cx="886968" cy="2371343"/>
          </a:xfrm>
          <a:custGeom>
            <a:avLst/>
            <a:gdLst>
              <a:gd name="connsiteX0" fmla="*/ 0 w 886968"/>
              <a:gd name="connsiteY0" fmla="*/ 0 h 2371343"/>
              <a:gd name="connsiteX1" fmla="*/ 886968 w 886968"/>
              <a:gd name="connsiteY1" fmla="*/ 503162 h 2371343"/>
              <a:gd name="connsiteX2" fmla="*/ 886968 w 886968"/>
              <a:gd name="connsiteY2" fmla="*/ 2371343 h 2371343"/>
              <a:gd name="connsiteX3" fmla="*/ 0 w 886968"/>
              <a:gd name="connsiteY3" fmla="*/ 2371343 h 2371343"/>
              <a:gd name="connsiteX4" fmla="*/ 0 w 886968"/>
              <a:gd name="connsiteY4" fmla="*/ 0 h 237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3">
                <a:moveTo>
                  <a:pt x="0" y="0"/>
                </a:moveTo>
                <a:lnTo>
                  <a:pt x="886968" y="503162"/>
                </a:lnTo>
                <a:lnTo>
                  <a:pt x="886968" y="2371343"/>
                </a:lnTo>
                <a:lnTo>
                  <a:pt x="0" y="2371343"/>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2" name="Freeform: Shape 101">
            <a:extLst>
              <a:ext uri="{FF2B5EF4-FFF2-40B4-BE49-F238E27FC236}">
                <a16:creationId xmlns:a16="http://schemas.microsoft.com/office/drawing/2014/main" id="{35712DE3-F12A-9EEC-7EB8-326C671ABDB6}"/>
              </a:ext>
            </a:extLst>
          </p:cNvPr>
          <p:cNvSpPr/>
          <p:nvPr/>
        </p:nvSpPr>
        <p:spPr>
          <a:xfrm>
            <a:off x="8645673" y="2772158"/>
            <a:ext cx="886968" cy="2371342"/>
          </a:xfrm>
          <a:custGeom>
            <a:avLst/>
            <a:gdLst>
              <a:gd name="connsiteX0" fmla="*/ 886968 w 886968"/>
              <a:gd name="connsiteY0" fmla="*/ 0 h 2371342"/>
              <a:gd name="connsiteX1" fmla="*/ 886968 w 886968"/>
              <a:gd name="connsiteY1" fmla="*/ 2371342 h 2371342"/>
              <a:gd name="connsiteX2" fmla="*/ 0 w 886968"/>
              <a:gd name="connsiteY2" fmla="*/ 2371342 h 2371342"/>
              <a:gd name="connsiteX3" fmla="*/ 0 w 886968"/>
              <a:gd name="connsiteY3" fmla="*/ 503162 h 2371342"/>
              <a:gd name="connsiteX4" fmla="*/ 886968 w 886968"/>
              <a:gd name="connsiteY4" fmla="*/ 0 h 2371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2">
                <a:moveTo>
                  <a:pt x="886968" y="0"/>
                </a:moveTo>
                <a:lnTo>
                  <a:pt x="886968" y="2371342"/>
                </a:lnTo>
                <a:lnTo>
                  <a:pt x="0" y="2371342"/>
                </a:lnTo>
                <a:lnTo>
                  <a:pt x="0" y="503162"/>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pic>
        <p:nvPicPr>
          <p:cNvPr id="8194" name="Picture 2">
            <a:extLst>
              <a:ext uri="{FF2B5EF4-FFF2-40B4-BE49-F238E27FC236}">
                <a16:creationId xmlns:a16="http://schemas.microsoft.com/office/drawing/2014/main" id="{D70B08F4-AB35-6892-39B1-038FF555B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664" y="0"/>
            <a:ext cx="7248672" cy="3525338"/>
          </a:xfrm>
          <a:prstGeom prst="roundRect">
            <a:avLst>
              <a:gd name="adj" fmla="val 5116"/>
            </a:avLst>
          </a:prstGeom>
          <a:noFill/>
          <a:extLst>
            <a:ext uri="{909E8E84-426E-40DD-AFC4-6F175D3DCCD1}">
              <a14:hiddenFill xmlns:a14="http://schemas.microsoft.com/office/drawing/2010/main">
                <a:solidFill>
                  <a:srgbClr val="FFFFFF"/>
                </a:solidFill>
              </a14:hiddenFill>
            </a:ext>
          </a:extLst>
        </p:spPr>
      </p:pic>
      <p:sp>
        <p:nvSpPr>
          <p:cNvPr id="3" name="Hộp Văn bản 2">
            <a:extLst>
              <a:ext uri="{FF2B5EF4-FFF2-40B4-BE49-F238E27FC236}">
                <a16:creationId xmlns:a16="http://schemas.microsoft.com/office/drawing/2014/main" id="{86F7F218-3F87-E616-2FDB-2EC6D05B727A}"/>
              </a:ext>
            </a:extLst>
          </p:cNvPr>
          <p:cNvSpPr txBox="1"/>
          <p:nvPr/>
        </p:nvSpPr>
        <p:spPr>
          <a:xfrm>
            <a:off x="1254882" y="3741238"/>
            <a:ext cx="6634236" cy="1246495"/>
          </a:xfrm>
          <a:prstGeom prst="rect">
            <a:avLst/>
          </a:prstGeom>
          <a:noFill/>
        </p:spPr>
        <p:txBody>
          <a:bodyPr wrap="square">
            <a:spAutoFit/>
          </a:bodyPr>
          <a:lstStyle/>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Biểu đồ tương quan giữa </a:t>
            </a:r>
            <a:r>
              <a:rPr lang="vi-VN" sz="1500" dirty="0" err="1">
                <a:latin typeface="Calibri" panose="020F0502020204030204" pitchFamily="34" charset="0"/>
                <a:ea typeface="Calibri" panose="020F0502020204030204" pitchFamily="34" charset="0"/>
                <a:cs typeface="Calibri" panose="020F0502020204030204" pitchFamily="34" charset="0"/>
              </a:rPr>
              <a:t>Subscribers</a:t>
            </a:r>
            <a:r>
              <a:rPr lang="vi-VN" sz="1500" dirty="0">
                <a:latin typeface="Calibri" panose="020F0502020204030204" pitchFamily="34" charset="0"/>
                <a:ea typeface="Calibri" panose="020F0502020204030204" pitchFamily="34" charset="0"/>
                <a:cs typeface="Calibri" panose="020F0502020204030204" pitchFamily="34" charset="0"/>
              </a:rPr>
              <a:t> – </a:t>
            </a:r>
            <a:r>
              <a:rPr lang="vi-VN" sz="1500" dirty="0" err="1">
                <a:latin typeface="Calibri" panose="020F0502020204030204" pitchFamily="34" charset="0"/>
                <a:ea typeface="Calibri" panose="020F0502020204030204" pitchFamily="34" charset="0"/>
                <a:cs typeface="Calibri" panose="020F0502020204030204" pitchFamily="34" charset="0"/>
              </a:rPr>
              <a:t>Views</a:t>
            </a:r>
            <a:r>
              <a:rPr lang="vi-VN" sz="1500" dirty="0">
                <a:latin typeface="Calibri" panose="020F0502020204030204" pitchFamily="34" charset="0"/>
                <a:ea typeface="Calibri" panose="020F0502020204030204" pitchFamily="34" charset="0"/>
                <a:cs typeface="Calibri" panose="020F0502020204030204" pitchFamily="34" charset="0"/>
              </a:rPr>
              <a:t> chỉ ra rằng số lượng người theo dõi không quyết định khả năng </a:t>
            </a:r>
            <a:r>
              <a:rPr lang="vi-VN" sz="1500" dirty="0" err="1">
                <a:latin typeface="Calibri" panose="020F0502020204030204" pitchFamily="34" charset="0"/>
                <a:ea typeface="Calibri" panose="020F0502020204030204" pitchFamily="34" charset="0"/>
                <a:cs typeface="Calibri" panose="020F0502020204030204" pitchFamily="34" charset="0"/>
              </a:rPr>
              <a:t>viral</a:t>
            </a:r>
            <a:r>
              <a:rPr lang="vi-VN" sz="1500" dirty="0">
                <a:latin typeface="Calibri" panose="020F0502020204030204" pitchFamily="34" charset="0"/>
                <a:ea typeface="Calibri" panose="020F0502020204030204" pitchFamily="34" charset="0"/>
                <a:cs typeface="Calibri" panose="020F0502020204030204" pitchFamily="34" charset="0"/>
              </a:rPr>
              <a:t>, vì nhiều kênh lớn vẫn có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ít lượt xem. Điều này chứng minh ý tưởng nội dung quan trọng hơn độ lớn kênh.</a:t>
            </a: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Cuối cùng, một số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có lượt xem vượt trội hẳn so với phần còn lại, thể hiện rõ hiện tượng “</a:t>
            </a:r>
            <a:r>
              <a:rPr lang="vi-VN" sz="1500" dirty="0" err="1">
                <a:latin typeface="Calibri" panose="020F0502020204030204" pitchFamily="34" charset="0"/>
                <a:ea typeface="Calibri" panose="020F0502020204030204" pitchFamily="34" charset="0"/>
                <a:cs typeface="Calibri" panose="020F0502020204030204" pitchFamily="34" charset="0"/>
              </a:rPr>
              <a:t>viral</a:t>
            </a:r>
            <a:r>
              <a:rPr lang="vi-VN" sz="1500" dirty="0">
                <a:latin typeface="Calibri" panose="020F0502020204030204" pitchFamily="34" charset="0"/>
                <a:ea typeface="Calibri" panose="020F0502020204030204" pitchFamily="34" charset="0"/>
                <a:cs typeface="Calibri" panose="020F0502020204030204" pitchFamily="34" charset="0"/>
              </a:rPr>
              <a:t> bùng nổ” xảy ra không đồng đều trong tập dữ liệu.</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3401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53E53-DC70-2003-0D42-D7CB1ACB3B13}"/>
            </a:ext>
          </a:extLst>
        </p:cNvPr>
        <p:cNvGrpSpPr/>
        <p:nvPr/>
      </p:nvGrpSpPr>
      <p:grpSpPr>
        <a:xfrm>
          <a:off x="0" y="0"/>
          <a:ext cx="0" cy="0"/>
          <a:chOff x="0" y="0"/>
          <a:chExt cx="0" cy="0"/>
        </a:xfrm>
      </p:grpSpPr>
      <p:sp>
        <p:nvSpPr>
          <p:cNvPr id="30" name="Freeform: Shape 29">
            <a:extLst>
              <a:ext uri="{FF2B5EF4-FFF2-40B4-BE49-F238E27FC236}">
                <a16:creationId xmlns:a16="http://schemas.microsoft.com/office/drawing/2014/main" id="{96AC31A2-EEAA-A131-5CA0-86838A9487F6}"/>
              </a:ext>
            </a:extLst>
          </p:cNvPr>
          <p:cNvSpPr/>
          <p:nvPr/>
        </p:nvSpPr>
        <p:spPr>
          <a:xfrm>
            <a:off x="-392658" y="0"/>
            <a:ext cx="886968" cy="2095988"/>
          </a:xfrm>
          <a:custGeom>
            <a:avLst/>
            <a:gdLst>
              <a:gd name="connsiteX0" fmla="*/ 0 w 886968"/>
              <a:gd name="connsiteY0" fmla="*/ 0 h 2095988"/>
              <a:gd name="connsiteX1" fmla="*/ 886968 w 886968"/>
              <a:gd name="connsiteY1" fmla="*/ 0 h 2095988"/>
              <a:gd name="connsiteX2" fmla="*/ 886968 w 886968"/>
              <a:gd name="connsiteY2" fmla="*/ 1592826 h 2095988"/>
              <a:gd name="connsiteX3" fmla="*/ 0 w 886968"/>
              <a:gd name="connsiteY3" fmla="*/ 2095988 h 2095988"/>
              <a:gd name="connsiteX4" fmla="*/ 0 w 886968"/>
              <a:gd name="connsiteY4" fmla="*/ 0 h 2095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095988">
                <a:moveTo>
                  <a:pt x="0" y="0"/>
                </a:moveTo>
                <a:lnTo>
                  <a:pt x="886968" y="0"/>
                </a:lnTo>
                <a:lnTo>
                  <a:pt x="886968" y="1592826"/>
                </a:lnTo>
                <a:lnTo>
                  <a:pt x="0" y="209598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AAAAB232-87F1-3FC7-4C80-B5CC797185C6}"/>
              </a:ext>
            </a:extLst>
          </p:cNvPr>
          <p:cNvSpPr/>
          <p:nvPr/>
        </p:nvSpPr>
        <p:spPr>
          <a:xfrm>
            <a:off x="8649692" y="1"/>
            <a:ext cx="886968" cy="2095989"/>
          </a:xfrm>
          <a:custGeom>
            <a:avLst/>
            <a:gdLst>
              <a:gd name="connsiteX0" fmla="*/ 0 w 886968"/>
              <a:gd name="connsiteY0" fmla="*/ 0 h 2095989"/>
              <a:gd name="connsiteX1" fmla="*/ 886968 w 886968"/>
              <a:gd name="connsiteY1" fmla="*/ 0 h 2095989"/>
              <a:gd name="connsiteX2" fmla="*/ 886968 w 886968"/>
              <a:gd name="connsiteY2" fmla="*/ 2095989 h 2095989"/>
              <a:gd name="connsiteX3" fmla="*/ 0 w 886968"/>
              <a:gd name="connsiteY3" fmla="*/ 1592827 h 2095989"/>
              <a:gd name="connsiteX4" fmla="*/ 0 w 886968"/>
              <a:gd name="connsiteY4" fmla="*/ 0 h 2095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095989">
                <a:moveTo>
                  <a:pt x="0" y="0"/>
                </a:moveTo>
                <a:lnTo>
                  <a:pt x="886968" y="0"/>
                </a:lnTo>
                <a:lnTo>
                  <a:pt x="886968" y="2095989"/>
                </a:lnTo>
                <a:lnTo>
                  <a:pt x="0" y="1592827"/>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 name="Hộp Văn bản 4">
            <a:extLst>
              <a:ext uri="{FF2B5EF4-FFF2-40B4-BE49-F238E27FC236}">
                <a16:creationId xmlns:a16="http://schemas.microsoft.com/office/drawing/2014/main" id="{FEDF7019-20F1-D661-E1A3-8C9E5B1B1E8F}"/>
              </a:ext>
            </a:extLst>
          </p:cNvPr>
          <p:cNvSpPr txBox="1"/>
          <p:nvPr/>
        </p:nvSpPr>
        <p:spPr>
          <a:xfrm>
            <a:off x="739775" y="295514"/>
            <a:ext cx="7664450" cy="1015663"/>
          </a:xfrm>
          <a:prstGeom prst="rect">
            <a:avLst/>
          </a:prstGeom>
          <a:noFill/>
        </p:spPr>
        <p:txBody>
          <a:bodyPr wrap="square">
            <a:spAutoFit/>
          </a:bodyPr>
          <a:lstStyle/>
          <a:p>
            <a:pPr algn="just"/>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dưới 60 giây đạt tổng lượt xem cao hơn đáng kể so với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dài (6 tỷ so với 4 tỷ), phù hợp với hành vi xem nhanh của người dùng trên nền tảng </a:t>
            </a:r>
            <a:r>
              <a:rPr lang="vi-VN" sz="1500" dirty="0" err="1">
                <a:latin typeface="Calibri" panose="020F0502020204030204" pitchFamily="34" charset="0"/>
                <a:ea typeface="Calibri" panose="020F0502020204030204" pitchFamily="34" charset="0"/>
                <a:cs typeface="Calibri" panose="020F0502020204030204" pitchFamily="34" charset="0"/>
              </a:rPr>
              <a:t>short-form</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càng ngắn và thu hút từ đầu thì khả năng </a:t>
            </a:r>
            <a:r>
              <a:rPr lang="vi-VN" sz="1500" dirty="0" err="1">
                <a:latin typeface="Calibri" panose="020F0502020204030204" pitchFamily="34" charset="0"/>
                <a:ea typeface="Calibri" panose="020F0502020204030204" pitchFamily="34" charset="0"/>
                <a:cs typeface="Calibri" panose="020F0502020204030204" pitchFamily="34" charset="0"/>
              </a:rPr>
              <a:t>viral</a:t>
            </a:r>
            <a:r>
              <a:rPr lang="vi-VN" sz="1500" dirty="0">
                <a:latin typeface="Calibri" panose="020F0502020204030204" pitchFamily="34" charset="0"/>
                <a:ea typeface="Calibri" panose="020F0502020204030204" pitchFamily="34" charset="0"/>
                <a:cs typeface="Calibri" panose="020F0502020204030204" pitchFamily="34" charset="0"/>
              </a:rPr>
              <a:t> càng cao. </a:t>
            </a:r>
            <a:r>
              <a:rPr lang="vi-VN" sz="1500" dirty="0" err="1">
                <a:latin typeface="Calibri" panose="020F0502020204030204" pitchFamily="34" charset="0"/>
                <a:ea typeface="Calibri" panose="020F0502020204030204" pitchFamily="34" charset="0"/>
                <a:cs typeface="Calibri" panose="020F0502020204030204" pitchFamily="34" charset="0"/>
              </a:rPr>
              <a:t>Scatter</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Plot</a:t>
            </a:r>
            <a:r>
              <a:rPr lang="vi-VN" sz="1500" dirty="0">
                <a:latin typeface="Calibri" panose="020F0502020204030204" pitchFamily="34" charset="0"/>
                <a:ea typeface="Calibri" panose="020F0502020204030204" pitchFamily="34" charset="0"/>
                <a:cs typeface="Calibri" panose="020F0502020204030204" pitchFamily="34" charset="0"/>
              </a:rPr>
              <a:t> cũng cho thấy không có mối quan hệ tuyến tính rõ ràng giữa độ dài và lượt xem, nhưng các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viral</a:t>
            </a:r>
            <a:r>
              <a:rPr lang="vi-VN" sz="1500" dirty="0">
                <a:latin typeface="Calibri" panose="020F0502020204030204" pitchFamily="34" charset="0"/>
                <a:ea typeface="Calibri" panose="020F0502020204030204" pitchFamily="34" charset="0"/>
                <a:cs typeface="Calibri" panose="020F0502020204030204" pitchFamily="34" charset="0"/>
              </a:rPr>
              <a:t> nhất thường có thời lượng ngắn.</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4" name="Hình ảnh 3">
            <a:extLst>
              <a:ext uri="{FF2B5EF4-FFF2-40B4-BE49-F238E27FC236}">
                <a16:creationId xmlns:a16="http://schemas.microsoft.com/office/drawing/2014/main" id="{F0BEF037-FF2A-1B84-D7C0-8FED1B218C8F}"/>
              </a:ext>
            </a:extLst>
          </p:cNvPr>
          <p:cNvPicPr>
            <a:picLocks noChangeAspect="1"/>
          </p:cNvPicPr>
          <p:nvPr/>
        </p:nvPicPr>
        <p:blipFill>
          <a:blip r:embed="rId2"/>
          <a:stretch>
            <a:fillRect/>
          </a:stretch>
        </p:blipFill>
        <p:spPr>
          <a:xfrm>
            <a:off x="896681" y="1618161"/>
            <a:ext cx="7350638" cy="3525339"/>
          </a:xfrm>
          <a:prstGeom prst="roundRect">
            <a:avLst/>
          </a:prstGeom>
        </p:spPr>
      </p:pic>
    </p:spTree>
    <p:extLst>
      <p:ext uri="{BB962C8B-B14F-4D97-AF65-F5344CB8AC3E}">
        <p14:creationId xmlns:p14="http://schemas.microsoft.com/office/powerpoint/2010/main" val="1706204410"/>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1E9F-863F-5A23-D98F-46965FFCA7EB}"/>
            </a:ext>
          </a:extLst>
        </p:cNvPr>
        <p:cNvGrpSpPr/>
        <p:nvPr/>
      </p:nvGrpSpPr>
      <p:grpSpPr>
        <a:xfrm>
          <a:off x="0" y="0"/>
          <a:ext cx="0" cy="0"/>
          <a:chOff x="0" y="0"/>
          <a:chExt cx="0" cy="0"/>
        </a:xfrm>
      </p:grpSpPr>
      <p:sp>
        <p:nvSpPr>
          <p:cNvPr id="30" name="Freeform: Shape 29">
            <a:extLst>
              <a:ext uri="{FF2B5EF4-FFF2-40B4-BE49-F238E27FC236}">
                <a16:creationId xmlns:a16="http://schemas.microsoft.com/office/drawing/2014/main" id="{209CBF5F-7E8D-F577-67A6-115F719B7352}"/>
              </a:ext>
            </a:extLst>
          </p:cNvPr>
          <p:cNvSpPr/>
          <p:nvPr/>
        </p:nvSpPr>
        <p:spPr>
          <a:xfrm>
            <a:off x="-392658" y="0"/>
            <a:ext cx="886968" cy="2095988"/>
          </a:xfrm>
          <a:custGeom>
            <a:avLst/>
            <a:gdLst>
              <a:gd name="connsiteX0" fmla="*/ 0 w 886968"/>
              <a:gd name="connsiteY0" fmla="*/ 0 h 2095988"/>
              <a:gd name="connsiteX1" fmla="*/ 886968 w 886968"/>
              <a:gd name="connsiteY1" fmla="*/ 0 h 2095988"/>
              <a:gd name="connsiteX2" fmla="*/ 886968 w 886968"/>
              <a:gd name="connsiteY2" fmla="*/ 1592826 h 2095988"/>
              <a:gd name="connsiteX3" fmla="*/ 0 w 886968"/>
              <a:gd name="connsiteY3" fmla="*/ 2095988 h 2095988"/>
              <a:gd name="connsiteX4" fmla="*/ 0 w 886968"/>
              <a:gd name="connsiteY4" fmla="*/ 0 h 2095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095988">
                <a:moveTo>
                  <a:pt x="0" y="0"/>
                </a:moveTo>
                <a:lnTo>
                  <a:pt x="886968" y="0"/>
                </a:lnTo>
                <a:lnTo>
                  <a:pt x="886968" y="1592826"/>
                </a:lnTo>
                <a:lnTo>
                  <a:pt x="0" y="209598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29" name="Freeform: Shape 28">
            <a:extLst>
              <a:ext uri="{FF2B5EF4-FFF2-40B4-BE49-F238E27FC236}">
                <a16:creationId xmlns:a16="http://schemas.microsoft.com/office/drawing/2014/main" id="{026AFF3B-869E-A123-A06F-81CCE985100B}"/>
              </a:ext>
            </a:extLst>
          </p:cNvPr>
          <p:cNvSpPr/>
          <p:nvPr/>
        </p:nvSpPr>
        <p:spPr>
          <a:xfrm>
            <a:off x="8649692" y="1"/>
            <a:ext cx="886968" cy="2095989"/>
          </a:xfrm>
          <a:custGeom>
            <a:avLst/>
            <a:gdLst>
              <a:gd name="connsiteX0" fmla="*/ 0 w 886968"/>
              <a:gd name="connsiteY0" fmla="*/ 0 h 2095989"/>
              <a:gd name="connsiteX1" fmla="*/ 886968 w 886968"/>
              <a:gd name="connsiteY1" fmla="*/ 0 h 2095989"/>
              <a:gd name="connsiteX2" fmla="*/ 886968 w 886968"/>
              <a:gd name="connsiteY2" fmla="*/ 2095989 h 2095989"/>
              <a:gd name="connsiteX3" fmla="*/ 0 w 886968"/>
              <a:gd name="connsiteY3" fmla="*/ 1592827 h 2095989"/>
              <a:gd name="connsiteX4" fmla="*/ 0 w 886968"/>
              <a:gd name="connsiteY4" fmla="*/ 0 h 2095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095989">
                <a:moveTo>
                  <a:pt x="0" y="0"/>
                </a:moveTo>
                <a:lnTo>
                  <a:pt x="886968" y="0"/>
                </a:lnTo>
                <a:lnTo>
                  <a:pt x="886968" y="2095989"/>
                </a:lnTo>
                <a:lnTo>
                  <a:pt x="0" y="1592827"/>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4" name="Hộp Văn bản 3">
            <a:extLst>
              <a:ext uri="{FF2B5EF4-FFF2-40B4-BE49-F238E27FC236}">
                <a16:creationId xmlns:a16="http://schemas.microsoft.com/office/drawing/2014/main" id="{8C47D5D0-E95C-2EA0-B38E-F268FC90A29D}"/>
              </a:ext>
            </a:extLst>
          </p:cNvPr>
          <p:cNvSpPr txBox="1"/>
          <p:nvPr/>
        </p:nvSpPr>
        <p:spPr>
          <a:xfrm>
            <a:off x="947665" y="311488"/>
            <a:ext cx="7182842" cy="1015663"/>
          </a:xfrm>
          <a:prstGeom prst="rect">
            <a:avLst/>
          </a:prstGeom>
          <a:noFill/>
        </p:spPr>
        <p:txBody>
          <a:bodyPr wrap="square">
            <a:spAutoFit/>
          </a:bodyPr>
          <a:lstStyle/>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Về thời điểm đăng, lượt xem trung bình theo giờ xuất hiện hai “đỉnh vàng”: 3–4h sáng và 10–12h trưa, phản ánh thời điểm người dùng hoạt động mạnh.</a:t>
            </a: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Theo thứ trong tuần, Thứ 7 và Chủ nhật đạt trung bình khoảng 2 tỷ lượt xem, cao hơn rõ rệt so với ngày thường (~1 tỷ).</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3" name="Hình ảnh 2">
            <a:extLst>
              <a:ext uri="{FF2B5EF4-FFF2-40B4-BE49-F238E27FC236}">
                <a16:creationId xmlns:a16="http://schemas.microsoft.com/office/drawing/2014/main" id="{DCD02C2E-5138-A23C-1568-E66A5CFC7407}"/>
              </a:ext>
            </a:extLst>
          </p:cNvPr>
          <p:cNvPicPr>
            <a:picLocks noChangeAspect="1"/>
          </p:cNvPicPr>
          <p:nvPr/>
        </p:nvPicPr>
        <p:blipFill>
          <a:blip r:embed="rId2"/>
          <a:stretch>
            <a:fillRect/>
          </a:stretch>
        </p:blipFill>
        <p:spPr>
          <a:xfrm>
            <a:off x="896681" y="1618161"/>
            <a:ext cx="7350638" cy="3525339"/>
          </a:xfrm>
          <a:prstGeom prst="roundRect">
            <a:avLst/>
          </a:prstGeom>
        </p:spPr>
      </p:pic>
    </p:spTree>
    <p:extLst>
      <p:ext uri="{BB962C8B-B14F-4D97-AF65-F5344CB8AC3E}">
        <p14:creationId xmlns:p14="http://schemas.microsoft.com/office/powerpoint/2010/main" val="1431521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DFF0F-78A0-0A68-2B53-43E50A97921F}"/>
            </a:ext>
          </a:extLst>
        </p:cNvPr>
        <p:cNvGrpSpPr/>
        <p:nvPr/>
      </p:nvGrpSpPr>
      <p:grpSpPr>
        <a:xfrm>
          <a:off x="0" y="0"/>
          <a:ext cx="0" cy="0"/>
          <a:chOff x="0" y="0"/>
          <a:chExt cx="0" cy="0"/>
        </a:xfrm>
      </p:grpSpPr>
      <p:sp>
        <p:nvSpPr>
          <p:cNvPr id="103" name="Freeform: Shape 102">
            <a:extLst>
              <a:ext uri="{FF2B5EF4-FFF2-40B4-BE49-F238E27FC236}">
                <a16:creationId xmlns:a16="http://schemas.microsoft.com/office/drawing/2014/main" id="{DF474F4F-974E-D6D3-8D4F-662D86C18BF9}"/>
              </a:ext>
            </a:extLst>
          </p:cNvPr>
          <p:cNvSpPr/>
          <p:nvPr/>
        </p:nvSpPr>
        <p:spPr>
          <a:xfrm>
            <a:off x="-388639" y="2772157"/>
            <a:ext cx="886968" cy="2371343"/>
          </a:xfrm>
          <a:custGeom>
            <a:avLst/>
            <a:gdLst>
              <a:gd name="connsiteX0" fmla="*/ 0 w 886968"/>
              <a:gd name="connsiteY0" fmla="*/ 0 h 2371343"/>
              <a:gd name="connsiteX1" fmla="*/ 886968 w 886968"/>
              <a:gd name="connsiteY1" fmla="*/ 503162 h 2371343"/>
              <a:gd name="connsiteX2" fmla="*/ 886968 w 886968"/>
              <a:gd name="connsiteY2" fmla="*/ 2371343 h 2371343"/>
              <a:gd name="connsiteX3" fmla="*/ 0 w 886968"/>
              <a:gd name="connsiteY3" fmla="*/ 2371343 h 2371343"/>
              <a:gd name="connsiteX4" fmla="*/ 0 w 886968"/>
              <a:gd name="connsiteY4" fmla="*/ 0 h 237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3">
                <a:moveTo>
                  <a:pt x="0" y="0"/>
                </a:moveTo>
                <a:lnTo>
                  <a:pt x="886968" y="503162"/>
                </a:lnTo>
                <a:lnTo>
                  <a:pt x="886968" y="2371343"/>
                </a:lnTo>
                <a:lnTo>
                  <a:pt x="0" y="2371343"/>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2" name="Freeform: Shape 101">
            <a:extLst>
              <a:ext uri="{FF2B5EF4-FFF2-40B4-BE49-F238E27FC236}">
                <a16:creationId xmlns:a16="http://schemas.microsoft.com/office/drawing/2014/main" id="{A56CE9E8-FB9C-72BB-C072-646C850E6872}"/>
              </a:ext>
            </a:extLst>
          </p:cNvPr>
          <p:cNvSpPr/>
          <p:nvPr/>
        </p:nvSpPr>
        <p:spPr>
          <a:xfrm>
            <a:off x="8645673" y="2772158"/>
            <a:ext cx="886968" cy="2371342"/>
          </a:xfrm>
          <a:custGeom>
            <a:avLst/>
            <a:gdLst>
              <a:gd name="connsiteX0" fmla="*/ 886968 w 886968"/>
              <a:gd name="connsiteY0" fmla="*/ 0 h 2371342"/>
              <a:gd name="connsiteX1" fmla="*/ 886968 w 886968"/>
              <a:gd name="connsiteY1" fmla="*/ 2371342 h 2371342"/>
              <a:gd name="connsiteX2" fmla="*/ 0 w 886968"/>
              <a:gd name="connsiteY2" fmla="*/ 2371342 h 2371342"/>
              <a:gd name="connsiteX3" fmla="*/ 0 w 886968"/>
              <a:gd name="connsiteY3" fmla="*/ 503162 h 2371342"/>
              <a:gd name="connsiteX4" fmla="*/ 886968 w 886968"/>
              <a:gd name="connsiteY4" fmla="*/ 0 h 2371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2">
                <a:moveTo>
                  <a:pt x="886968" y="0"/>
                </a:moveTo>
                <a:lnTo>
                  <a:pt x="886968" y="2371342"/>
                </a:lnTo>
                <a:lnTo>
                  <a:pt x="0" y="2371342"/>
                </a:lnTo>
                <a:lnTo>
                  <a:pt x="0" y="503162"/>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306B0974-E720-0713-280F-112A8B71BFE7}"/>
              </a:ext>
            </a:extLst>
          </p:cNvPr>
          <p:cNvSpPr txBox="1"/>
          <p:nvPr/>
        </p:nvSpPr>
        <p:spPr>
          <a:xfrm>
            <a:off x="722998" y="3560963"/>
            <a:ext cx="7698006" cy="1477328"/>
          </a:xfrm>
          <a:prstGeom prst="rect">
            <a:avLst/>
          </a:prstGeom>
          <a:noFill/>
        </p:spPr>
        <p:txBody>
          <a:bodyPr wrap="square">
            <a:spAutoFit/>
          </a:bodyPr>
          <a:lstStyle/>
          <a:p>
            <a:pPr marL="342900" indent="-342900" algn="just">
              <a:buAutoNum type="arabicPeriod"/>
            </a:pPr>
            <a:r>
              <a:rPr lang="vi-VN" sz="1500" dirty="0">
                <a:latin typeface="Calibri" panose="020F0502020204030204" pitchFamily="34" charset="0"/>
                <a:ea typeface="Calibri" panose="020F0502020204030204" pitchFamily="34" charset="0"/>
                <a:cs typeface="Calibri" panose="020F0502020204030204" pitchFamily="34" charset="0"/>
              </a:rPr>
              <a:t>Phân bố cảm xúc trong </a:t>
            </a:r>
            <a:r>
              <a:rPr lang="vi-VN" sz="1500" dirty="0" err="1">
                <a:latin typeface="Calibri" panose="020F0502020204030204" pitchFamily="34" charset="0"/>
                <a:ea typeface="Calibri" panose="020F0502020204030204" pitchFamily="34" charset="0"/>
                <a:cs typeface="Calibri" panose="020F0502020204030204" pitchFamily="34" charset="0"/>
              </a:rPr>
              <a:t>video</a:t>
            </a:r>
            <a:endParaRPr lang="vi-VN" sz="15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Phần lớn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mang cảm xúc </a:t>
            </a:r>
            <a:r>
              <a:rPr lang="vi-VN" sz="1500" dirty="0" err="1">
                <a:latin typeface="Calibri" panose="020F0502020204030204" pitchFamily="34" charset="0"/>
                <a:ea typeface="Calibri" panose="020F0502020204030204" pitchFamily="34" charset="0"/>
                <a:cs typeface="Calibri" panose="020F0502020204030204" pitchFamily="34" charset="0"/>
              </a:rPr>
              <a:t>Neutral</a:t>
            </a:r>
            <a:r>
              <a:rPr lang="vi-VN" sz="1500" dirty="0">
                <a:latin typeface="Calibri" panose="020F0502020204030204" pitchFamily="34" charset="0"/>
                <a:ea typeface="Calibri" panose="020F0502020204030204" pitchFamily="34" charset="0"/>
                <a:cs typeface="Calibri" panose="020F0502020204030204" pitchFamily="34" charset="0"/>
              </a:rPr>
              <a:t>, vượt xa </a:t>
            </a:r>
            <a:r>
              <a:rPr lang="vi-VN" sz="1500" dirty="0" err="1">
                <a:latin typeface="Calibri" panose="020F0502020204030204" pitchFamily="34" charset="0"/>
                <a:ea typeface="Calibri" panose="020F0502020204030204" pitchFamily="34" charset="0"/>
                <a:cs typeface="Calibri" panose="020F0502020204030204" pitchFamily="34" charset="0"/>
              </a:rPr>
              <a:t>Positive</a:t>
            </a:r>
            <a:r>
              <a:rPr lang="vi-VN" sz="1500" dirty="0">
                <a:latin typeface="Calibri" panose="020F0502020204030204" pitchFamily="34" charset="0"/>
                <a:ea typeface="Calibri" panose="020F0502020204030204" pitchFamily="34" charset="0"/>
                <a:cs typeface="Calibri" panose="020F0502020204030204" pitchFamily="34" charset="0"/>
              </a:rPr>
              <a:t> và </a:t>
            </a:r>
            <a:r>
              <a:rPr lang="vi-VN" sz="1500" dirty="0" err="1">
                <a:latin typeface="Calibri" panose="020F0502020204030204" pitchFamily="34" charset="0"/>
                <a:ea typeface="Calibri" panose="020F0502020204030204" pitchFamily="34" charset="0"/>
                <a:cs typeface="Calibri" panose="020F0502020204030204" pitchFamily="34" charset="0"/>
              </a:rPr>
              <a:t>Negative</a:t>
            </a:r>
            <a:r>
              <a:rPr lang="vi-VN" sz="1500" dirty="0">
                <a:latin typeface="Calibri" panose="020F0502020204030204" pitchFamily="34" charset="0"/>
                <a:ea typeface="Calibri" panose="020F0502020204030204" pitchFamily="34" charset="0"/>
                <a:cs typeface="Calibri" panose="020F0502020204030204" pitchFamily="34" charset="0"/>
              </a:rPr>
              <a:t>.</a:t>
            </a: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Tuy nhiên, về hiệu quả: </a:t>
            </a:r>
            <a:r>
              <a:rPr lang="vi-VN" sz="1500" dirty="0" err="1">
                <a:latin typeface="Calibri" panose="020F0502020204030204" pitchFamily="34" charset="0"/>
                <a:ea typeface="Calibri" panose="020F0502020204030204" pitchFamily="34" charset="0"/>
                <a:cs typeface="Calibri" panose="020F0502020204030204" pitchFamily="34" charset="0"/>
              </a:rPr>
              <a:t>Negative</a:t>
            </a:r>
            <a:r>
              <a:rPr lang="vi-VN" sz="1500" dirty="0">
                <a:latin typeface="Calibri" panose="020F0502020204030204" pitchFamily="34" charset="0"/>
                <a:ea typeface="Calibri" panose="020F0502020204030204" pitchFamily="34" charset="0"/>
                <a:cs typeface="Calibri" panose="020F0502020204030204" pitchFamily="34" charset="0"/>
              </a:rPr>
              <a:t> có </a:t>
            </a:r>
            <a:r>
              <a:rPr lang="vi-VN" sz="1500" dirty="0" err="1">
                <a:latin typeface="Calibri" panose="020F0502020204030204" pitchFamily="34" charset="0"/>
                <a:ea typeface="Calibri" panose="020F0502020204030204" pitchFamily="34" charset="0"/>
                <a:cs typeface="Calibri" panose="020F0502020204030204" pitchFamily="34" charset="0"/>
              </a:rPr>
              <a:t>Engagement</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Rate</a:t>
            </a:r>
            <a:r>
              <a:rPr lang="vi-VN" sz="1500" dirty="0">
                <a:latin typeface="Calibri" panose="020F0502020204030204" pitchFamily="34" charset="0"/>
                <a:ea typeface="Calibri" panose="020F0502020204030204" pitchFamily="34" charset="0"/>
                <a:cs typeface="Calibri" panose="020F0502020204030204" pitchFamily="34" charset="0"/>
              </a:rPr>
              <a:t> cao nhất, sau đó là </a:t>
            </a:r>
            <a:r>
              <a:rPr lang="vi-VN" sz="1500" dirty="0" err="1">
                <a:latin typeface="Calibri" panose="020F0502020204030204" pitchFamily="34" charset="0"/>
                <a:ea typeface="Calibri" panose="020F0502020204030204" pitchFamily="34" charset="0"/>
                <a:cs typeface="Calibri" panose="020F0502020204030204" pitchFamily="34" charset="0"/>
              </a:rPr>
              <a:t>Positive</a:t>
            </a:r>
            <a:r>
              <a:rPr lang="vi-VN" sz="1500" dirty="0">
                <a:latin typeface="Calibri" panose="020F0502020204030204" pitchFamily="34" charset="0"/>
                <a:ea typeface="Calibri" panose="020F0502020204030204" pitchFamily="34" charset="0"/>
                <a:cs typeface="Calibri" panose="020F0502020204030204" pitchFamily="34" charset="0"/>
              </a:rPr>
              <a:t>, thấp nhất là </a:t>
            </a:r>
            <a:r>
              <a:rPr lang="vi-VN" sz="1500" dirty="0" err="1">
                <a:latin typeface="Calibri" panose="020F0502020204030204" pitchFamily="34" charset="0"/>
                <a:ea typeface="Calibri" panose="020F0502020204030204" pitchFamily="34" charset="0"/>
                <a:cs typeface="Calibri" panose="020F0502020204030204" pitchFamily="34" charset="0"/>
              </a:rPr>
              <a:t>Neutral</a:t>
            </a:r>
            <a:r>
              <a:rPr lang="vi-VN" sz="1500" dirty="0">
                <a:latin typeface="Calibri" panose="020F0502020204030204" pitchFamily="34" charset="0"/>
                <a:ea typeface="Calibri" panose="020F0502020204030204" pitchFamily="34" charset="0"/>
                <a:cs typeface="Calibri" panose="020F0502020204030204" pitchFamily="34" charset="0"/>
              </a:rPr>
              <a:t>.</a:t>
            </a:r>
          </a:p>
          <a:p>
            <a:pPr algn="just"/>
            <a:r>
              <a:rPr lang="vi-VN" sz="1500" dirty="0">
                <a:latin typeface="Calibri" panose="020F0502020204030204" pitchFamily="34" charset="0"/>
                <a:ea typeface="Calibri" panose="020F0502020204030204" pitchFamily="34" charset="0"/>
                <a:cs typeface="Calibri" panose="020F0502020204030204" pitchFamily="34" charset="0"/>
              </a:rPr>
              <a:t>→ Cảm xúc mạnh (tích cực hoặc tiêu cực) thúc đẩy tương tác, đặc biệt là nội dung gây tranh cãi, kích thích bình luận – đặc trưng của </a:t>
            </a:r>
            <a:r>
              <a:rPr lang="vi-VN" sz="1500" dirty="0" err="1">
                <a:latin typeface="Calibri" panose="020F0502020204030204" pitchFamily="34" charset="0"/>
                <a:ea typeface="Calibri" panose="020F0502020204030204" pitchFamily="34" charset="0"/>
                <a:cs typeface="Calibri" panose="020F0502020204030204" pitchFamily="34" charset="0"/>
              </a:rPr>
              <a:t>short-form</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viral</a:t>
            </a:r>
            <a:r>
              <a:rPr lang="vi-VN" sz="1500" dirty="0">
                <a:latin typeface="Calibri" panose="020F0502020204030204" pitchFamily="34" charset="0"/>
                <a:ea typeface="Calibri" panose="020F0502020204030204" pitchFamily="34" charset="0"/>
                <a:cs typeface="Calibri" panose="020F0502020204030204" pitchFamily="34" charset="0"/>
              </a:rPr>
              <a:t>.</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4" name="Hình ảnh 3">
            <a:extLst>
              <a:ext uri="{FF2B5EF4-FFF2-40B4-BE49-F238E27FC236}">
                <a16:creationId xmlns:a16="http://schemas.microsoft.com/office/drawing/2014/main" id="{A9262070-4722-2544-489F-DDAE388FCB3B}"/>
              </a:ext>
            </a:extLst>
          </p:cNvPr>
          <p:cNvPicPr>
            <a:picLocks noChangeAspect="1"/>
          </p:cNvPicPr>
          <p:nvPr/>
        </p:nvPicPr>
        <p:blipFill>
          <a:blip r:embed="rId2"/>
          <a:stretch>
            <a:fillRect/>
          </a:stretch>
        </p:blipFill>
        <p:spPr>
          <a:xfrm>
            <a:off x="947665" y="0"/>
            <a:ext cx="7248672" cy="3525338"/>
          </a:xfrm>
          <a:prstGeom prst="roundRect">
            <a:avLst/>
          </a:prstGeom>
        </p:spPr>
      </p:pic>
    </p:spTree>
    <p:extLst>
      <p:ext uri="{BB962C8B-B14F-4D97-AF65-F5344CB8AC3E}">
        <p14:creationId xmlns:p14="http://schemas.microsoft.com/office/powerpoint/2010/main" val="228888114"/>
      </p:ext>
    </p:extLst>
  </p:cSld>
  <p:clrMapOvr>
    <a:masterClrMapping/>
  </p:clrMapOvr>
  <p:transition spd="slow">
    <p:push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D37B-AD79-A0D8-483D-69EECB840A3F}"/>
            </a:ext>
          </a:extLst>
        </p:cNvPr>
        <p:cNvGrpSpPr/>
        <p:nvPr/>
      </p:nvGrpSpPr>
      <p:grpSpPr>
        <a:xfrm>
          <a:off x="0" y="0"/>
          <a:ext cx="0" cy="0"/>
          <a:chOff x="0" y="0"/>
          <a:chExt cx="0" cy="0"/>
        </a:xfrm>
      </p:grpSpPr>
      <p:sp>
        <p:nvSpPr>
          <p:cNvPr id="103" name="Freeform: Shape 102">
            <a:extLst>
              <a:ext uri="{FF2B5EF4-FFF2-40B4-BE49-F238E27FC236}">
                <a16:creationId xmlns:a16="http://schemas.microsoft.com/office/drawing/2014/main" id="{0AD309F9-D993-9455-8DE4-014A9C2FE7F1}"/>
              </a:ext>
            </a:extLst>
          </p:cNvPr>
          <p:cNvSpPr/>
          <p:nvPr/>
        </p:nvSpPr>
        <p:spPr>
          <a:xfrm>
            <a:off x="-388639" y="2772157"/>
            <a:ext cx="886968" cy="2371343"/>
          </a:xfrm>
          <a:custGeom>
            <a:avLst/>
            <a:gdLst>
              <a:gd name="connsiteX0" fmla="*/ 0 w 886968"/>
              <a:gd name="connsiteY0" fmla="*/ 0 h 2371343"/>
              <a:gd name="connsiteX1" fmla="*/ 886968 w 886968"/>
              <a:gd name="connsiteY1" fmla="*/ 503162 h 2371343"/>
              <a:gd name="connsiteX2" fmla="*/ 886968 w 886968"/>
              <a:gd name="connsiteY2" fmla="*/ 2371343 h 2371343"/>
              <a:gd name="connsiteX3" fmla="*/ 0 w 886968"/>
              <a:gd name="connsiteY3" fmla="*/ 2371343 h 2371343"/>
              <a:gd name="connsiteX4" fmla="*/ 0 w 886968"/>
              <a:gd name="connsiteY4" fmla="*/ 0 h 237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3">
                <a:moveTo>
                  <a:pt x="0" y="0"/>
                </a:moveTo>
                <a:lnTo>
                  <a:pt x="886968" y="503162"/>
                </a:lnTo>
                <a:lnTo>
                  <a:pt x="886968" y="2371343"/>
                </a:lnTo>
                <a:lnTo>
                  <a:pt x="0" y="2371343"/>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2" name="Freeform: Shape 101">
            <a:extLst>
              <a:ext uri="{FF2B5EF4-FFF2-40B4-BE49-F238E27FC236}">
                <a16:creationId xmlns:a16="http://schemas.microsoft.com/office/drawing/2014/main" id="{45D6EB72-A8DE-D2BC-7EEF-B713D07D8F77}"/>
              </a:ext>
            </a:extLst>
          </p:cNvPr>
          <p:cNvSpPr/>
          <p:nvPr/>
        </p:nvSpPr>
        <p:spPr>
          <a:xfrm>
            <a:off x="8645673" y="2772158"/>
            <a:ext cx="886968" cy="2371342"/>
          </a:xfrm>
          <a:custGeom>
            <a:avLst/>
            <a:gdLst>
              <a:gd name="connsiteX0" fmla="*/ 886968 w 886968"/>
              <a:gd name="connsiteY0" fmla="*/ 0 h 2371342"/>
              <a:gd name="connsiteX1" fmla="*/ 886968 w 886968"/>
              <a:gd name="connsiteY1" fmla="*/ 2371342 h 2371342"/>
              <a:gd name="connsiteX2" fmla="*/ 0 w 886968"/>
              <a:gd name="connsiteY2" fmla="*/ 2371342 h 2371342"/>
              <a:gd name="connsiteX3" fmla="*/ 0 w 886968"/>
              <a:gd name="connsiteY3" fmla="*/ 503162 h 2371342"/>
              <a:gd name="connsiteX4" fmla="*/ 886968 w 886968"/>
              <a:gd name="connsiteY4" fmla="*/ 0 h 2371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2">
                <a:moveTo>
                  <a:pt x="886968" y="0"/>
                </a:moveTo>
                <a:lnTo>
                  <a:pt x="886968" y="2371342"/>
                </a:lnTo>
                <a:lnTo>
                  <a:pt x="0" y="2371342"/>
                </a:lnTo>
                <a:lnTo>
                  <a:pt x="0" y="503162"/>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9A368427-D9D5-CC22-818B-8B74E92A9D13}"/>
              </a:ext>
            </a:extLst>
          </p:cNvPr>
          <p:cNvSpPr txBox="1"/>
          <p:nvPr/>
        </p:nvSpPr>
        <p:spPr>
          <a:xfrm>
            <a:off x="665453" y="3822037"/>
            <a:ext cx="8087098" cy="1015663"/>
          </a:xfrm>
          <a:prstGeom prst="rect">
            <a:avLst/>
          </a:prstGeom>
          <a:noFill/>
        </p:spPr>
        <p:txBody>
          <a:bodyPr wrap="square">
            <a:spAutoFit/>
          </a:bodyPr>
          <a:lstStyle/>
          <a:p>
            <a:pPr algn="just"/>
            <a:r>
              <a:rPr lang="vi-VN" sz="1500" dirty="0">
                <a:latin typeface="Calibri" panose="020F0502020204030204" pitchFamily="34" charset="0"/>
                <a:ea typeface="Calibri" panose="020F0502020204030204" pitchFamily="34" charset="0"/>
                <a:cs typeface="Calibri" panose="020F0502020204030204" pitchFamily="34" charset="0"/>
              </a:rPr>
              <a:t>2. Ảnh hưởng của chủ đề (</a:t>
            </a:r>
            <a:r>
              <a:rPr lang="vi-VN" sz="1500" dirty="0" err="1">
                <a:latin typeface="Calibri" panose="020F0502020204030204" pitchFamily="34" charset="0"/>
                <a:ea typeface="Calibri" panose="020F0502020204030204" pitchFamily="34" charset="0"/>
                <a:cs typeface="Calibri" panose="020F0502020204030204" pitchFamily="34" charset="0"/>
              </a:rPr>
              <a:t>Topic</a:t>
            </a:r>
            <a:r>
              <a:rPr lang="vi-VN" sz="1500" dirty="0">
                <a:latin typeface="Calibri" panose="020F0502020204030204" pitchFamily="34" charset="0"/>
                <a:ea typeface="Calibri" panose="020F0502020204030204" pitchFamily="34" charset="0"/>
                <a:cs typeface="Calibri" panose="020F0502020204030204" pitchFamily="34" charset="0"/>
              </a:rPr>
              <a:t>)</a:t>
            </a:r>
          </a:p>
          <a:p>
            <a:pPr marL="285750" indent="-285750" algn="just">
              <a:buFont typeface="Arial" panose="020B0604020202020204" pitchFamily="34" charset="0"/>
              <a:buChar char="•"/>
            </a:pPr>
            <a:r>
              <a:rPr lang="vi-VN" sz="1500" dirty="0" err="1">
                <a:latin typeface="Calibri" panose="020F0502020204030204" pitchFamily="34" charset="0"/>
                <a:ea typeface="Calibri" panose="020F0502020204030204" pitchFamily="34" charset="0"/>
                <a:cs typeface="Calibri" panose="020F0502020204030204" pitchFamily="34" charset="0"/>
              </a:rPr>
              <a:t>Treemap</a:t>
            </a:r>
            <a:r>
              <a:rPr lang="vi-VN" sz="1500" dirty="0">
                <a:latin typeface="Calibri" panose="020F0502020204030204" pitchFamily="34" charset="0"/>
                <a:ea typeface="Calibri" panose="020F0502020204030204" pitchFamily="34" charset="0"/>
                <a:cs typeface="Calibri" panose="020F0502020204030204" pitchFamily="34" charset="0"/>
              </a:rPr>
              <a:t> cho thấy một số chủ đề lớn (như thể thao, sự kiện nóng) đóng góp phần lớn lượt xem.</a:t>
            </a:r>
          </a:p>
          <a:p>
            <a:pPr marL="285750" indent="-285750" algn="just">
              <a:buFont typeface="Arial" panose="020B0604020202020204" pitchFamily="34" charset="0"/>
              <a:buChar char="•"/>
            </a:pPr>
            <a:r>
              <a:rPr lang="vi-VN" sz="1500" dirty="0">
                <a:latin typeface="Calibri" panose="020F0502020204030204" pitchFamily="34" charset="0"/>
                <a:ea typeface="Calibri" panose="020F0502020204030204" pitchFamily="34" charset="0"/>
                <a:cs typeface="Calibri" panose="020F0502020204030204" pitchFamily="34" charset="0"/>
              </a:rPr>
              <a:t>Các chủ đề nhỏ hơn vẫn có lượng xem đáng kể, phản ánh nhu cầu đa dạng của người dùng.</a:t>
            </a:r>
          </a:p>
          <a:p>
            <a:pPr algn="just"/>
            <a:r>
              <a:rPr lang="vi-VN" sz="1500" dirty="0">
                <a:latin typeface="Calibri" panose="020F0502020204030204" pitchFamily="34" charset="0"/>
                <a:ea typeface="Calibri" panose="020F0502020204030204" pitchFamily="34" charset="0"/>
                <a:cs typeface="Calibri" panose="020F0502020204030204" pitchFamily="34" charset="0"/>
              </a:rPr>
              <a:t>→ Chủ đề rộng, ăn theo xu hướng xã hội có khả năng </a:t>
            </a:r>
            <a:r>
              <a:rPr lang="vi-VN" sz="1500" dirty="0" err="1">
                <a:latin typeface="Calibri" panose="020F0502020204030204" pitchFamily="34" charset="0"/>
                <a:ea typeface="Calibri" panose="020F0502020204030204" pitchFamily="34" charset="0"/>
                <a:cs typeface="Calibri" panose="020F0502020204030204" pitchFamily="34" charset="0"/>
              </a:rPr>
              <a:t>viral</a:t>
            </a:r>
            <a:r>
              <a:rPr lang="vi-VN" sz="1500" dirty="0">
                <a:latin typeface="Calibri" panose="020F0502020204030204" pitchFamily="34" charset="0"/>
                <a:ea typeface="Calibri" panose="020F0502020204030204" pitchFamily="34" charset="0"/>
                <a:cs typeface="Calibri" panose="020F0502020204030204" pitchFamily="34" charset="0"/>
              </a:rPr>
              <a:t> cao hơn.</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2" name="Hình ảnh 1">
            <a:extLst>
              <a:ext uri="{FF2B5EF4-FFF2-40B4-BE49-F238E27FC236}">
                <a16:creationId xmlns:a16="http://schemas.microsoft.com/office/drawing/2014/main" id="{7EFA70BE-69E3-5832-DF58-241481359074}"/>
              </a:ext>
            </a:extLst>
          </p:cNvPr>
          <p:cNvPicPr>
            <a:picLocks noChangeAspect="1"/>
          </p:cNvPicPr>
          <p:nvPr/>
        </p:nvPicPr>
        <p:blipFill>
          <a:blip r:embed="rId2"/>
          <a:stretch>
            <a:fillRect/>
          </a:stretch>
        </p:blipFill>
        <p:spPr>
          <a:xfrm>
            <a:off x="947665" y="0"/>
            <a:ext cx="7248672" cy="3525338"/>
          </a:xfrm>
          <a:prstGeom prst="roundRect">
            <a:avLst/>
          </a:prstGeom>
        </p:spPr>
      </p:pic>
    </p:spTree>
    <p:extLst>
      <p:ext uri="{BB962C8B-B14F-4D97-AF65-F5344CB8AC3E}">
        <p14:creationId xmlns:p14="http://schemas.microsoft.com/office/powerpoint/2010/main" val="3091578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5AFF-D654-68C2-F22B-2FD00FF7D07E}"/>
            </a:ext>
          </a:extLst>
        </p:cNvPr>
        <p:cNvGrpSpPr/>
        <p:nvPr/>
      </p:nvGrpSpPr>
      <p:grpSpPr>
        <a:xfrm>
          <a:off x="0" y="0"/>
          <a:ext cx="0" cy="0"/>
          <a:chOff x="0" y="0"/>
          <a:chExt cx="0" cy="0"/>
        </a:xfrm>
      </p:grpSpPr>
      <p:sp>
        <p:nvSpPr>
          <p:cNvPr id="103" name="Freeform: Shape 102">
            <a:extLst>
              <a:ext uri="{FF2B5EF4-FFF2-40B4-BE49-F238E27FC236}">
                <a16:creationId xmlns:a16="http://schemas.microsoft.com/office/drawing/2014/main" id="{75DAD1DA-0B8F-1668-6C54-084A640CB32D}"/>
              </a:ext>
            </a:extLst>
          </p:cNvPr>
          <p:cNvSpPr/>
          <p:nvPr/>
        </p:nvSpPr>
        <p:spPr>
          <a:xfrm>
            <a:off x="-388639" y="2772157"/>
            <a:ext cx="886968" cy="2371343"/>
          </a:xfrm>
          <a:custGeom>
            <a:avLst/>
            <a:gdLst>
              <a:gd name="connsiteX0" fmla="*/ 0 w 886968"/>
              <a:gd name="connsiteY0" fmla="*/ 0 h 2371343"/>
              <a:gd name="connsiteX1" fmla="*/ 886968 w 886968"/>
              <a:gd name="connsiteY1" fmla="*/ 503162 h 2371343"/>
              <a:gd name="connsiteX2" fmla="*/ 886968 w 886968"/>
              <a:gd name="connsiteY2" fmla="*/ 2371343 h 2371343"/>
              <a:gd name="connsiteX3" fmla="*/ 0 w 886968"/>
              <a:gd name="connsiteY3" fmla="*/ 2371343 h 2371343"/>
              <a:gd name="connsiteX4" fmla="*/ 0 w 886968"/>
              <a:gd name="connsiteY4" fmla="*/ 0 h 237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3">
                <a:moveTo>
                  <a:pt x="0" y="0"/>
                </a:moveTo>
                <a:lnTo>
                  <a:pt x="886968" y="503162"/>
                </a:lnTo>
                <a:lnTo>
                  <a:pt x="886968" y="2371343"/>
                </a:lnTo>
                <a:lnTo>
                  <a:pt x="0" y="2371343"/>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102" name="Freeform: Shape 101">
            <a:extLst>
              <a:ext uri="{FF2B5EF4-FFF2-40B4-BE49-F238E27FC236}">
                <a16:creationId xmlns:a16="http://schemas.microsoft.com/office/drawing/2014/main" id="{9C7FF3A9-01EC-7585-CD46-E3F7B9F0E974}"/>
              </a:ext>
            </a:extLst>
          </p:cNvPr>
          <p:cNvSpPr/>
          <p:nvPr/>
        </p:nvSpPr>
        <p:spPr>
          <a:xfrm>
            <a:off x="8645673" y="2772158"/>
            <a:ext cx="886968" cy="2371342"/>
          </a:xfrm>
          <a:custGeom>
            <a:avLst/>
            <a:gdLst>
              <a:gd name="connsiteX0" fmla="*/ 886968 w 886968"/>
              <a:gd name="connsiteY0" fmla="*/ 0 h 2371342"/>
              <a:gd name="connsiteX1" fmla="*/ 886968 w 886968"/>
              <a:gd name="connsiteY1" fmla="*/ 2371342 h 2371342"/>
              <a:gd name="connsiteX2" fmla="*/ 0 w 886968"/>
              <a:gd name="connsiteY2" fmla="*/ 2371342 h 2371342"/>
              <a:gd name="connsiteX3" fmla="*/ 0 w 886968"/>
              <a:gd name="connsiteY3" fmla="*/ 503162 h 2371342"/>
              <a:gd name="connsiteX4" fmla="*/ 886968 w 886968"/>
              <a:gd name="connsiteY4" fmla="*/ 0 h 2371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2">
                <a:moveTo>
                  <a:pt x="886968" y="0"/>
                </a:moveTo>
                <a:lnTo>
                  <a:pt x="886968" y="2371342"/>
                </a:lnTo>
                <a:lnTo>
                  <a:pt x="0" y="2371342"/>
                </a:lnTo>
                <a:lnTo>
                  <a:pt x="0" y="503162"/>
                </a:lnTo>
                <a:lnTo>
                  <a:pt x="88696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D07A5471-838E-BB17-B4F9-B057910B2BAB}"/>
              </a:ext>
            </a:extLst>
          </p:cNvPr>
          <p:cNvSpPr txBox="1"/>
          <p:nvPr/>
        </p:nvSpPr>
        <p:spPr>
          <a:xfrm>
            <a:off x="1358320" y="3810346"/>
            <a:ext cx="7730837" cy="1015663"/>
          </a:xfrm>
          <a:prstGeom prst="rect">
            <a:avLst/>
          </a:prstGeom>
          <a:noFill/>
        </p:spPr>
        <p:txBody>
          <a:bodyPr wrap="square">
            <a:spAutoFit/>
          </a:bodyPr>
          <a:lstStyle/>
          <a:p>
            <a:pPr algn="just"/>
            <a:r>
              <a:rPr lang="vi-VN" sz="1500" dirty="0">
                <a:latin typeface="Calibri" panose="020F0502020204030204" pitchFamily="34" charset="0"/>
                <a:ea typeface="Calibri" panose="020F0502020204030204" pitchFamily="34" charset="0"/>
                <a:cs typeface="Calibri" panose="020F0502020204030204" pitchFamily="34" charset="0"/>
              </a:rPr>
              <a:t>3. </a:t>
            </a:r>
            <a:r>
              <a:rPr lang="vi-VN" sz="1500" dirty="0" err="1">
                <a:latin typeface="Calibri" panose="020F0502020204030204" pitchFamily="34" charset="0"/>
                <a:ea typeface="Calibri" panose="020F0502020204030204" pitchFamily="34" charset="0"/>
                <a:cs typeface="Calibri" panose="020F0502020204030204" pitchFamily="34" charset="0"/>
              </a:rPr>
              <a:t>WordCloud</a:t>
            </a:r>
            <a:r>
              <a:rPr lang="vi-VN" sz="1500" dirty="0">
                <a:latin typeface="Calibri" panose="020F0502020204030204" pitchFamily="34" charset="0"/>
                <a:ea typeface="Calibri" panose="020F0502020204030204" pitchFamily="34" charset="0"/>
                <a:cs typeface="Calibri" panose="020F0502020204030204" pitchFamily="34" charset="0"/>
              </a:rPr>
              <a:t> theo cảm xúc</a:t>
            </a:r>
          </a:p>
          <a:p>
            <a:pPr marL="285750" indent="-285750" algn="just">
              <a:buFont typeface="Arial" panose="020B0604020202020204" pitchFamily="34" charset="0"/>
              <a:buChar char="•"/>
            </a:pPr>
            <a:r>
              <a:rPr lang="vi-VN" sz="1500" dirty="0" err="1">
                <a:latin typeface="Calibri" panose="020F0502020204030204" pitchFamily="34" charset="0"/>
                <a:ea typeface="Calibri" panose="020F0502020204030204" pitchFamily="34" charset="0"/>
                <a:cs typeface="Calibri" panose="020F0502020204030204" pitchFamily="34" charset="0"/>
              </a:rPr>
              <a:t>Negative</a:t>
            </a:r>
            <a:r>
              <a:rPr lang="vi-VN" sz="1500" dirty="0">
                <a:latin typeface="Calibri" panose="020F0502020204030204" pitchFamily="34" charset="0"/>
                <a:ea typeface="Calibri" panose="020F0502020204030204" pitchFamily="34" charset="0"/>
                <a:cs typeface="Calibri" panose="020F0502020204030204" pitchFamily="34" charset="0"/>
              </a:rPr>
              <a:t>: nhiều từ khóa mang tính xung đột, tranh cãi → kéo tương tác mạnh.</a:t>
            </a:r>
          </a:p>
          <a:p>
            <a:pPr marL="285750" indent="-285750" algn="just">
              <a:buFont typeface="Arial" panose="020B0604020202020204" pitchFamily="34" charset="0"/>
              <a:buChar char="•"/>
            </a:pPr>
            <a:r>
              <a:rPr lang="vi-VN" sz="1500" dirty="0" err="1">
                <a:latin typeface="Calibri" panose="020F0502020204030204" pitchFamily="34" charset="0"/>
                <a:ea typeface="Calibri" panose="020F0502020204030204" pitchFamily="34" charset="0"/>
                <a:cs typeface="Calibri" panose="020F0502020204030204" pitchFamily="34" charset="0"/>
              </a:rPr>
              <a:t>Positive</a:t>
            </a:r>
            <a:r>
              <a:rPr lang="vi-VN" sz="1500" dirty="0">
                <a:latin typeface="Calibri" panose="020F0502020204030204" pitchFamily="34" charset="0"/>
                <a:ea typeface="Calibri" panose="020F0502020204030204" pitchFamily="34" charset="0"/>
                <a:cs typeface="Calibri" panose="020F0502020204030204" pitchFamily="34" charset="0"/>
              </a:rPr>
              <a:t>: tập trung vào chiến thắng, thành tựu → dễ lan tỏa và được yêu thích.</a:t>
            </a:r>
          </a:p>
          <a:p>
            <a:pPr marL="285750" indent="-285750" algn="just">
              <a:buFont typeface="Arial" panose="020B0604020202020204" pitchFamily="34" charset="0"/>
              <a:buChar char="•"/>
            </a:pPr>
            <a:r>
              <a:rPr lang="vi-VN" sz="1500" dirty="0" err="1">
                <a:latin typeface="Calibri" panose="020F0502020204030204" pitchFamily="34" charset="0"/>
                <a:ea typeface="Calibri" panose="020F0502020204030204" pitchFamily="34" charset="0"/>
                <a:cs typeface="Calibri" panose="020F0502020204030204" pitchFamily="34" charset="0"/>
              </a:rPr>
              <a:t>Neutral</a:t>
            </a:r>
            <a:r>
              <a:rPr lang="vi-VN" sz="1500" dirty="0">
                <a:latin typeface="Calibri" panose="020F0502020204030204" pitchFamily="34" charset="0"/>
                <a:ea typeface="Calibri" panose="020F0502020204030204" pitchFamily="34" charset="0"/>
                <a:cs typeface="Calibri" panose="020F0502020204030204" pitchFamily="34" charset="0"/>
              </a:rPr>
              <a:t>: chủ yếu mô tả thông tin → mức tương tác thấp.</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pic>
        <p:nvPicPr>
          <p:cNvPr id="2" name="Hình ảnh 1">
            <a:extLst>
              <a:ext uri="{FF2B5EF4-FFF2-40B4-BE49-F238E27FC236}">
                <a16:creationId xmlns:a16="http://schemas.microsoft.com/office/drawing/2014/main" id="{14AC6A4E-9B5D-FF75-9CE9-EB725A3CDC9B}"/>
              </a:ext>
            </a:extLst>
          </p:cNvPr>
          <p:cNvPicPr>
            <a:picLocks noChangeAspect="1"/>
          </p:cNvPicPr>
          <p:nvPr/>
        </p:nvPicPr>
        <p:blipFill>
          <a:blip r:embed="rId2"/>
          <a:stretch>
            <a:fillRect/>
          </a:stretch>
        </p:blipFill>
        <p:spPr>
          <a:xfrm>
            <a:off x="947665" y="0"/>
            <a:ext cx="7248672" cy="3525338"/>
          </a:xfrm>
          <a:prstGeom prst="roundRect">
            <a:avLst/>
          </a:prstGeom>
        </p:spPr>
      </p:pic>
    </p:spTree>
    <p:extLst>
      <p:ext uri="{BB962C8B-B14F-4D97-AF65-F5344CB8AC3E}">
        <p14:creationId xmlns:p14="http://schemas.microsoft.com/office/powerpoint/2010/main" val="1114740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A3179-F20C-FD0C-B036-02B40424F88E}"/>
            </a:ext>
          </a:extLst>
        </p:cNvPr>
        <p:cNvGrpSpPr/>
        <p:nvPr/>
      </p:nvGrpSpPr>
      <p:grpSpPr>
        <a:xfrm>
          <a:off x="0" y="0"/>
          <a:ext cx="0" cy="0"/>
          <a:chOff x="0" y="0"/>
          <a:chExt cx="0" cy="0"/>
        </a:xfrm>
      </p:grpSpPr>
      <p:sp>
        <p:nvSpPr>
          <p:cNvPr id="55" name="Rectangle 54">
            <a:extLst>
              <a:ext uri="{FF2B5EF4-FFF2-40B4-BE49-F238E27FC236}">
                <a16:creationId xmlns:a16="http://schemas.microsoft.com/office/drawing/2014/main" id="{69FF405A-C71B-7528-26EB-FE2B5E68FA77}"/>
              </a:ext>
            </a:extLst>
          </p:cNvPr>
          <p:cNvSpPr/>
          <p:nvPr userDrawn="1"/>
        </p:nvSpPr>
        <p:spPr>
          <a:xfrm>
            <a:off x="4727035" y="1919668"/>
            <a:ext cx="1879655" cy="2576132"/>
          </a:xfrm>
          <a:prstGeom prst="roundRect">
            <a:avLst/>
          </a:prstGeom>
          <a:solidFill>
            <a:schemeClr val="accent1"/>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6">
            <a:extLst>
              <a:ext uri="{FF2B5EF4-FFF2-40B4-BE49-F238E27FC236}">
                <a16:creationId xmlns:a16="http://schemas.microsoft.com/office/drawing/2014/main" id="{B8EBDFD0-49DD-6722-62EE-A32AF33961BC}"/>
              </a:ext>
            </a:extLst>
          </p:cNvPr>
          <p:cNvSpPr>
            <a:spLocks noGrp="1"/>
          </p:cNvSpPr>
          <p:nvPr>
            <p:ph type="body" sz="quarter" idx="14"/>
          </p:nvPr>
        </p:nvSpPr>
        <p:spPr/>
        <p:txBody>
          <a:bodyPr/>
          <a:lstStyle/>
          <a:p>
            <a:pPr marL="0" indent="0">
              <a:buNone/>
            </a:pPr>
            <a:r>
              <a:rPr lang="vi-VN" dirty="0">
                <a:latin typeface="Calibri" panose="020F0502020204030204" pitchFamily="34" charset="0"/>
                <a:ea typeface="Calibri" panose="020F0502020204030204" pitchFamily="34" charset="0"/>
                <a:cs typeface="Calibri" panose="020F0502020204030204" pitchFamily="34" charset="0"/>
              </a:rPr>
              <a:t>PHÂN CÔNG &amp; TÀI NGUYÊN</a:t>
            </a: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34" name="Group 33">
            <a:extLst>
              <a:ext uri="{FF2B5EF4-FFF2-40B4-BE49-F238E27FC236}">
                <a16:creationId xmlns:a16="http://schemas.microsoft.com/office/drawing/2014/main" id="{517D391C-53BA-C9A0-A36F-9FFB5B7005FB}"/>
              </a:ext>
            </a:extLst>
          </p:cNvPr>
          <p:cNvGrpSpPr/>
          <p:nvPr/>
        </p:nvGrpSpPr>
        <p:grpSpPr>
          <a:xfrm rot="334554">
            <a:off x="-575666" y="-1072572"/>
            <a:ext cx="2167326" cy="1933930"/>
            <a:chOff x="2652473" y="862012"/>
            <a:chExt cx="3834288" cy="3421380"/>
          </a:xfrm>
        </p:grpSpPr>
        <p:sp>
          <p:nvSpPr>
            <p:cNvPr id="35" name="Freeform: Shape 34">
              <a:extLst>
                <a:ext uri="{FF2B5EF4-FFF2-40B4-BE49-F238E27FC236}">
                  <a16:creationId xmlns:a16="http://schemas.microsoft.com/office/drawing/2014/main" id="{10AFC1AF-C237-1709-F7DB-FAB9682FE8D2}"/>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 name="Freeform: Shape 35">
              <a:extLst>
                <a:ext uri="{FF2B5EF4-FFF2-40B4-BE49-F238E27FC236}">
                  <a16:creationId xmlns:a16="http://schemas.microsoft.com/office/drawing/2014/main" id="{CB1D4933-846C-DF98-20CF-9643304D527B}"/>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 name="Freeform: Shape 36">
              <a:extLst>
                <a:ext uri="{FF2B5EF4-FFF2-40B4-BE49-F238E27FC236}">
                  <a16:creationId xmlns:a16="http://schemas.microsoft.com/office/drawing/2014/main" id="{D7AAE210-643F-7323-C7BB-4DBC11593F58}"/>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 name="Freeform: Shape 37">
              <a:extLst>
                <a:ext uri="{FF2B5EF4-FFF2-40B4-BE49-F238E27FC236}">
                  <a16:creationId xmlns:a16="http://schemas.microsoft.com/office/drawing/2014/main" id="{FB804487-F313-31BA-F122-BA2F3E529002}"/>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grpSp>
        <p:nvGrpSpPr>
          <p:cNvPr id="40" name="Group 39">
            <a:extLst>
              <a:ext uri="{FF2B5EF4-FFF2-40B4-BE49-F238E27FC236}">
                <a16:creationId xmlns:a16="http://schemas.microsoft.com/office/drawing/2014/main" id="{9434A48B-B719-B359-ACA2-454834E318E2}"/>
              </a:ext>
            </a:extLst>
          </p:cNvPr>
          <p:cNvGrpSpPr/>
          <p:nvPr/>
        </p:nvGrpSpPr>
        <p:grpSpPr>
          <a:xfrm rot="21265446" flipH="1">
            <a:off x="7557491" y="-1072573"/>
            <a:ext cx="2167326" cy="1933930"/>
            <a:chOff x="2652473" y="862012"/>
            <a:chExt cx="3834288" cy="3421380"/>
          </a:xfrm>
        </p:grpSpPr>
        <p:sp>
          <p:nvSpPr>
            <p:cNvPr id="41" name="Freeform: Shape 40">
              <a:extLst>
                <a:ext uri="{FF2B5EF4-FFF2-40B4-BE49-F238E27FC236}">
                  <a16:creationId xmlns:a16="http://schemas.microsoft.com/office/drawing/2014/main" id="{9EE92701-29E2-378F-144E-6F1152D59903}"/>
                </a:ext>
              </a:extLst>
            </p:cNvPr>
            <p:cNvSpPr/>
            <p:nvPr/>
          </p:nvSpPr>
          <p:spPr>
            <a:xfrm>
              <a:off x="2652473" y="862012"/>
              <a:ext cx="3834288" cy="3421380"/>
            </a:xfrm>
            <a:custGeom>
              <a:avLst/>
              <a:gdLst>
                <a:gd name="connsiteX0" fmla="*/ 2686288 w 3834288"/>
                <a:gd name="connsiteY0" fmla="*/ 0 h 3421380"/>
                <a:gd name="connsiteX1" fmla="*/ 1148001 w 3834288"/>
                <a:gd name="connsiteY1" fmla="*/ 0 h 3421380"/>
                <a:gd name="connsiteX2" fmla="*/ 819388 w 3834288"/>
                <a:gd name="connsiteY2" fmla="*/ 189548 h 3421380"/>
                <a:gd name="connsiteX3" fmla="*/ 50721 w 3834288"/>
                <a:gd name="connsiteY3" fmla="*/ 1521143 h 3421380"/>
                <a:gd name="connsiteX4" fmla="*/ 50721 w 3834288"/>
                <a:gd name="connsiteY4" fmla="*/ 1900238 h 3421380"/>
                <a:gd name="connsiteX5" fmla="*/ 819388 w 3834288"/>
                <a:gd name="connsiteY5" fmla="*/ 3231833 h 3421380"/>
                <a:gd name="connsiteX6" fmla="*/ 1148001 w 3834288"/>
                <a:gd name="connsiteY6" fmla="*/ 3421380 h 3421380"/>
                <a:gd name="connsiteX7" fmla="*/ 2686288 w 3834288"/>
                <a:gd name="connsiteY7" fmla="*/ 3421380 h 3421380"/>
                <a:gd name="connsiteX8" fmla="*/ 3014901 w 3834288"/>
                <a:gd name="connsiteY8" fmla="*/ 3231833 h 3421380"/>
                <a:gd name="connsiteX9" fmla="*/ 3783568 w 3834288"/>
                <a:gd name="connsiteY9" fmla="*/ 1900238 h 3421380"/>
                <a:gd name="connsiteX10" fmla="*/ 3783568 w 3834288"/>
                <a:gd name="connsiteY10" fmla="*/ 1521143 h 3421380"/>
                <a:gd name="connsiteX11" fmla="*/ 3013948 w 3834288"/>
                <a:gd name="connsiteY11" fmla="*/ 189548 h 3421380"/>
                <a:gd name="connsiteX12" fmla="*/ 2686288 w 3834288"/>
                <a:gd name="connsiteY12" fmla="*/ 0 h 342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34288" h="3421380">
                  <a:moveTo>
                    <a:pt x="2686288" y="0"/>
                  </a:moveTo>
                  <a:lnTo>
                    <a:pt x="1148001" y="0"/>
                  </a:lnTo>
                  <a:cubicBezTo>
                    <a:pt x="1012746" y="0"/>
                    <a:pt x="887968" y="72390"/>
                    <a:pt x="819388" y="189548"/>
                  </a:cubicBezTo>
                  <a:lnTo>
                    <a:pt x="50721" y="1521143"/>
                  </a:lnTo>
                  <a:cubicBezTo>
                    <a:pt x="-16907" y="1638300"/>
                    <a:pt x="-16907" y="1783080"/>
                    <a:pt x="50721" y="1900238"/>
                  </a:cubicBezTo>
                  <a:lnTo>
                    <a:pt x="819388" y="3231833"/>
                  </a:lnTo>
                  <a:cubicBezTo>
                    <a:pt x="887016" y="3348990"/>
                    <a:pt x="1012746" y="3421380"/>
                    <a:pt x="1148001" y="3421380"/>
                  </a:cubicBezTo>
                  <a:lnTo>
                    <a:pt x="2686288" y="3421380"/>
                  </a:lnTo>
                  <a:cubicBezTo>
                    <a:pt x="2821543" y="3421380"/>
                    <a:pt x="2947273" y="3348990"/>
                    <a:pt x="3014901" y="3231833"/>
                  </a:cubicBezTo>
                  <a:lnTo>
                    <a:pt x="3783568" y="1900238"/>
                  </a:lnTo>
                  <a:cubicBezTo>
                    <a:pt x="3851196" y="1783080"/>
                    <a:pt x="3851196" y="1638300"/>
                    <a:pt x="3783568" y="1521143"/>
                  </a:cubicBezTo>
                  <a:lnTo>
                    <a:pt x="3013948" y="189548"/>
                  </a:lnTo>
                  <a:cubicBezTo>
                    <a:pt x="2946321" y="72390"/>
                    <a:pt x="2821543" y="0"/>
                    <a:pt x="2686288" y="0"/>
                  </a:cubicBezTo>
                  <a:close/>
                </a:path>
              </a:pathLst>
            </a:custGeom>
            <a:solidFill>
              <a:schemeClr val="accent4"/>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3B5F65E4-037F-5EE6-BEFE-836B745505A4}"/>
                </a:ext>
              </a:extLst>
            </p:cNvPr>
            <p:cNvSpPr/>
            <p:nvPr/>
          </p:nvSpPr>
          <p:spPr>
            <a:xfrm>
              <a:off x="3010613" y="1172526"/>
              <a:ext cx="3117056" cy="2800350"/>
            </a:xfrm>
            <a:custGeom>
              <a:avLst/>
              <a:gdLst>
                <a:gd name="connsiteX0" fmla="*/ 2149078 w 3117056"/>
                <a:gd name="connsiteY0" fmla="*/ 0 h 2800350"/>
                <a:gd name="connsiteX1" fmla="*/ 968931 w 3117056"/>
                <a:gd name="connsiteY1" fmla="*/ 0 h 2800350"/>
                <a:gd name="connsiteX2" fmla="*/ 640318 w 3117056"/>
                <a:gd name="connsiteY2" fmla="*/ 189548 h 2800350"/>
                <a:gd name="connsiteX3" fmla="*/ 50721 w 3117056"/>
                <a:gd name="connsiteY3" fmla="*/ 1210628 h 2800350"/>
                <a:gd name="connsiteX4" fmla="*/ 50721 w 3117056"/>
                <a:gd name="connsiteY4" fmla="*/ 1589723 h 2800350"/>
                <a:gd name="connsiteX5" fmla="*/ 640318 w 3117056"/>
                <a:gd name="connsiteY5" fmla="*/ 2610803 h 2800350"/>
                <a:gd name="connsiteX6" fmla="*/ 968931 w 3117056"/>
                <a:gd name="connsiteY6" fmla="*/ 2800350 h 2800350"/>
                <a:gd name="connsiteX7" fmla="*/ 2148126 w 3117056"/>
                <a:gd name="connsiteY7" fmla="*/ 2800350 h 2800350"/>
                <a:gd name="connsiteX8" fmla="*/ 2476738 w 3117056"/>
                <a:gd name="connsiteY8" fmla="*/ 2610803 h 2800350"/>
                <a:gd name="connsiteX9" fmla="*/ 3066336 w 3117056"/>
                <a:gd name="connsiteY9" fmla="*/ 1589723 h 2800350"/>
                <a:gd name="connsiteX10" fmla="*/ 3066336 w 3117056"/>
                <a:gd name="connsiteY10" fmla="*/ 1210628 h 2800350"/>
                <a:gd name="connsiteX11" fmla="*/ 2477691 w 3117056"/>
                <a:gd name="connsiteY11" fmla="*/ 189548 h 2800350"/>
                <a:gd name="connsiteX12" fmla="*/ 2149078 w 3117056"/>
                <a:gd name="connsiteY12" fmla="*/ 0 h 280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7056" h="2800350">
                  <a:moveTo>
                    <a:pt x="2149078" y="0"/>
                  </a:moveTo>
                  <a:lnTo>
                    <a:pt x="968931" y="0"/>
                  </a:lnTo>
                  <a:cubicBezTo>
                    <a:pt x="833676" y="0"/>
                    <a:pt x="707946" y="72390"/>
                    <a:pt x="640318" y="189548"/>
                  </a:cubicBezTo>
                  <a:lnTo>
                    <a:pt x="50721" y="1210628"/>
                  </a:lnTo>
                  <a:cubicBezTo>
                    <a:pt x="-16907" y="1327785"/>
                    <a:pt x="-16907" y="1472565"/>
                    <a:pt x="50721" y="1589723"/>
                  </a:cubicBezTo>
                  <a:lnTo>
                    <a:pt x="640318" y="2610803"/>
                  </a:lnTo>
                  <a:cubicBezTo>
                    <a:pt x="707946" y="2727960"/>
                    <a:pt x="833676" y="2800350"/>
                    <a:pt x="968931" y="2800350"/>
                  </a:cubicBezTo>
                  <a:lnTo>
                    <a:pt x="2148126" y="2800350"/>
                  </a:lnTo>
                  <a:cubicBezTo>
                    <a:pt x="2283381" y="2800350"/>
                    <a:pt x="2409111" y="2727960"/>
                    <a:pt x="2476738" y="2610803"/>
                  </a:cubicBezTo>
                  <a:lnTo>
                    <a:pt x="3066336" y="1589723"/>
                  </a:lnTo>
                  <a:cubicBezTo>
                    <a:pt x="3133963" y="1472565"/>
                    <a:pt x="3133963" y="1327785"/>
                    <a:pt x="3066336" y="1210628"/>
                  </a:cubicBezTo>
                  <a:lnTo>
                    <a:pt x="2477691" y="189548"/>
                  </a:lnTo>
                  <a:cubicBezTo>
                    <a:pt x="2409111" y="71438"/>
                    <a:pt x="2284333" y="0"/>
                    <a:pt x="2149078" y="0"/>
                  </a:cubicBezTo>
                  <a:close/>
                </a:path>
              </a:pathLst>
            </a:custGeom>
            <a:solidFill>
              <a:schemeClr val="accent3"/>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 name="Freeform: Shape 42">
              <a:extLst>
                <a:ext uri="{FF2B5EF4-FFF2-40B4-BE49-F238E27FC236}">
                  <a16:creationId xmlns:a16="http://schemas.microsoft.com/office/drawing/2014/main" id="{BDB41AEC-3AB2-89FD-5312-E1B4944D3A1B}"/>
                </a:ext>
              </a:extLst>
            </p:cNvPr>
            <p:cNvSpPr/>
            <p:nvPr/>
          </p:nvSpPr>
          <p:spPr>
            <a:xfrm>
              <a:off x="3390661" y="1501139"/>
              <a:ext cx="2357913" cy="2143125"/>
            </a:xfrm>
            <a:custGeom>
              <a:avLst/>
              <a:gdLst>
                <a:gd name="connsiteX0" fmla="*/ 1578531 w 2357913"/>
                <a:gd name="connsiteY0" fmla="*/ 0 h 2143125"/>
                <a:gd name="connsiteX1" fmla="*/ 779383 w 2357913"/>
                <a:gd name="connsiteY1" fmla="*/ 0 h 2143125"/>
                <a:gd name="connsiteX2" fmla="*/ 450771 w 2357913"/>
                <a:gd name="connsiteY2" fmla="*/ 189548 h 2143125"/>
                <a:gd name="connsiteX3" fmla="*/ 50721 w 2357913"/>
                <a:gd name="connsiteY3" fmla="*/ 882015 h 2143125"/>
                <a:gd name="connsiteX4" fmla="*/ 50721 w 2357913"/>
                <a:gd name="connsiteY4" fmla="*/ 1261110 h 2143125"/>
                <a:gd name="connsiteX5" fmla="*/ 450771 w 2357913"/>
                <a:gd name="connsiteY5" fmla="*/ 1953578 h 2143125"/>
                <a:gd name="connsiteX6" fmla="*/ 779383 w 2357913"/>
                <a:gd name="connsiteY6" fmla="*/ 2143125 h 2143125"/>
                <a:gd name="connsiteX7" fmla="*/ 1578531 w 2357913"/>
                <a:gd name="connsiteY7" fmla="*/ 2143125 h 2143125"/>
                <a:gd name="connsiteX8" fmla="*/ 1907143 w 2357913"/>
                <a:gd name="connsiteY8" fmla="*/ 1953578 h 2143125"/>
                <a:gd name="connsiteX9" fmla="*/ 2307193 w 2357913"/>
                <a:gd name="connsiteY9" fmla="*/ 1261110 h 2143125"/>
                <a:gd name="connsiteX10" fmla="*/ 2307193 w 2357913"/>
                <a:gd name="connsiteY10" fmla="*/ 882015 h 2143125"/>
                <a:gd name="connsiteX11" fmla="*/ 1907143 w 2357913"/>
                <a:gd name="connsiteY11" fmla="*/ 189548 h 2143125"/>
                <a:gd name="connsiteX12" fmla="*/ 1578531 w 2357913"/>
                <a:gd name="connsiteY12" fmla="*/ 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7913" h="2143125">
                  <a:moveTo>
                    <a:pt x="1578531" y="0"/>
                  </a:moveTo>
                  <a:lnTo>
                    <a:pt x="779383" y="0"/>
                  </a:lnTo>
                  <a:cubicBezTo>
                    <a:pt x="644128" y="0"/>
                    <a:pt x="518398" y="72390"/>
                    <a:pt x="450771" y="189548"/>
                  </a:cubicBezTo>
                  <a:lnTo>
                    <a:pt x="50721" y="882015"/>
                  </a:lnTo>
                  <a:cubicBezTo>
                    <a:pt x="-16907" y="999173"/>
                    <a:pt x="-16907" y="1143953"/>
                    <a:pt x="50721" y="1261110"/>
                  </a:cubicBezTo>
                  <a:lnTo>
                    <a:pt x="450771" y="1953578"/>
                  </a:lnTo>
                  <a:cubicBezTo>
                    <a:pt x="518398" y="2070735"/>
                    <a:pt x="644128" y="2143125"/>
                    <a:pt x="779383" y="2143125"/>
                  </a:cubicBezTo>
                  <a:lnTo>
                    <a:pt x="1578531" y="2143125"/>
                  </a:lnTo>
                  <a:cubicBezTo>
                    <a:pt x="1713786" y="2143125"/>
                    <a:pt x="1839516" y="2070735"/>
                    <a:pt x="1907143" y="1953578"/>
                  </a:cubicBezTo>
                  <a:lnTo>
                    <a:pt x="2307193" y="1261110"/>
                  </a:lnTo>
                  <a:cubicBezTo>
                    <a:pt x="2374821" y="1143953"/>
                    <a:pt x="2374821" y="999173"/>
                    <a:pt x="2307193" y="882015"/>
                  </a:cubicBezTo>
                  <a:lnTo>
                    <a:pt x="1907143" y="189548"/>
                  </a:lnTo>
                  <a:cubicBezTo>
                    <a:pt x="1839516" y="72390"/>
                    <a:pt x="1713786" y="0"/>
                    <a:pt x="1578531" y="0"/>
                  </a:cubicBezTo>
                  <a:close/>
                </a:path>
              </a:pathLst>
            </a:custGeom>
            <a:solidFill>
              <a:schemeClr val="accent2"/>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 name="Freeform: Shape 43">
              <a:extLst>
                <a:ext uri="{FF2B5EF4-FFF2-40B4-BE49-F238E27FC236}">
                  <a16:creationId xmlns:a16="http://schemas.microsoft.com/office/drawing/2014/main" id="{D32D6852-9E99-6B03-04AC-3950A781168B}"/>
                </a:ext>
              </a:extLst>
            </p:cNvPr>
            <p:cNvSpPr/>
            <p:nvPr/>
          </p:nvSpPr>
          <p:spPr>
            <a:xfrm>
              <a:off x="3730703" y="1795462"/>
              <a:ext cx="1677828" cy="1554480"/>
            </a:xfrm>
            <a:custGeom>
              <a:avLst/>
              <a:gdLst>
                <a:gd name="connsiteX0" fmla="*/ 1068943 w 1677828"/>
                <a:gd name="connsiteY0" fmla="*/ 0 h 1554480"/>
                <a:gd name="connsiteX1" fmla="*/ 608886 w 1677828"/>
                <a:gd name="connsiteY1" fmla="*/ 0 h 1554480"/>
                <a:gd name="connsiteX2" fmla="*/ 280273 w 1677828"/>
                <a:gd name="connsiteY2" fmla="*/ 189548 h 1554480"/>
                <a:gd name="connsiteX3" fmla="*/ 50721 w 1677828"/>
                <a:gd name="connsiteY3" fmla="*/ 587693 h 1554480"/>
                <a:gd name="connsiteX4" fmla="*/ 50721 w 1677828"/>
                <a:gd name="connsiteY4" fmla="*/ 966788 h 1554480"/>
                <a:gd name="connsiteX5" fmla="*/ 280273 w 1677828"/>
                <a:gd name="connsiteY5" fmla="*/ 1364933 h 1554480"/>
                <a:gd name="connsiteX6" fmla="*/ 608886 w 1677828"/>
                <a:gd name="connsiteY6" fmla="*/ 1554480 h 1554480"/>
                <a:gd name="connsiteX7" fmla="*/ 1068943 w 1677828"/>
                <a:gd name="connsiteY7" fmla="*/ 1554480 h 1554480"/>
                <a:gd name="connsiteX8" fmla="*/ 1397556 w 1677828"/>
                <a:gd name="connsiteY8" fmla="*/ 1364933 h 1554480"/>
                <a:gd name="connsiteX9" fmla="*/ 1627108 w 1677828"/>
                <a:gd name="connsiteY9" fmla="*/ 966788 h 1554480"/>
                <a:gd name="connsiteX10" fmla="*/ 1627108 w 1677828"/>
                <a:gd name="connsiteY10" fmla="*/ 587693 h 1554480"/>
                <a:gd name="connsiteX11" fmla="*/ 1397556 w 1677828"/>
                <a:gd name="connsiteY11" fmla="*/ 189548 h 1554480"/>
                <a:gd name="connsiteX12" fmla="*/ 1068943 w 1677828"/>
                <a:gd name="connsiteY12" fmla="*/ 0 h 1554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7828" h="1554480">
                  <a:moveTo>
                    <a:pt x="1068943" y="0"/>
                  </a:moveTo>
                  <a:lnTo>
                    <a:pt x="608886" y="0"/>
                  </a:lnTo>
                  <a:cubicBezTo>
                    <a:pt x="473631" y="0"/>
                    <a:pt x="347901" y="72390"/>
                    <a:pt x="280273" y="189548"/>
                  </a:cubicBezTo>
                  <a:lnTo>
                    <a:pt x="50721" y="587693"/>
                  </a:lnTo>
                  <a:cubicBezTo>
                    <a:pt x="-16907" y="704850"/>
                    <a:pt x="-16907" y="849630"/>
                    <a:pt x="50721" y="966788"/>
                  </a:cubicBezTo>
                  <a:lnTo>
                    <a:pt x="280273" y="1364933"/>
                  </a:lnTo>
                  <a:cubicBezTo>
                    <a:pt x="347901" y="1482090"/>
                    <a:pt x="473631" y="1554480"/>
                    <a:pt x="608886" y="1554480"/>
                  </a:cubicBezTo>
                  <a:lnTo>
                    <a:pt x="1068943" y="1554480"/>
                  </a:lnTo>
                  <a:cubicBezTo>
                    <a:pt x="1204198" y="1554480"/>
                    <a:pt x="1329928" y="1482090"/>
                    <a:pt x="1397556" y="1364933"/>
                  </a:cubicBezTo>
                  <a:lnTo>
                    <a:pt x="1627108" y="966788"/>
                  </a:lnTo>
                  <a:cubicBezTo>
                    <a:pt x="1694736" y="849630"/>
                    <a:pt x="1694736" y="704850"/>
                    <a:pt x="1627108" y="587693"/>
                  </a:cubicBezTo>
                  <a:lnTo>
                    <a:pt x="1397556" y="189548"/>
                  </a:lnTo>
                  <a:cubicBezTo>
                    <a:pt x="1329928" y="72390"/>
                    <a:pt x="1204198" y="0"/>
                    <a:pt x="1068943" y="0"/>
                  </a:cubicBezTo>
                  <a:close/>
                </a:path>
              </a:pathLst>
            </a:custGeom>
            <a:solidFill>
              <a:schemeClr val="accent1"/>
            </a:solidFill>
            <a:ln w="9525" cap="flat">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57" name="Rectangle 54">
            <a:extLst>
              <a:ext uri="{FF2B5EF4-FFF2-40B4-BE49-F238E27FC236}">
                <a16:creationId xmlns:a16="http://schemas.microsoft.com/office/drawing/2014/main" id="{88A266FD-D277-AF82-E139-7E23DBB1FD63}"/>
              </a:ext>
            </a:extLst>
          </p:cNvPr>
          <p:cNvSpPr/>
          <p:nvPr userDrawn="1"/>
        </p:nvSpPr>
        <p:spPr>
          <a:xfrm>
            <a:off x="6881146" y="1919668"/>
            <a:ext cx="1879655" cy="2576132"/>
          </a:xfrm>
          <a:prstGeom prst="roundRect">
            <a:avLst/>
          </a:prstGeom>
          <a:solidFill>
            <a:schemeClr val="accent1"/>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0" name="Rectangle 54">
            <a:extLst>
              <a:ext uri="{FF2B5EF4-FFF2-40B4-BE49-F238E27FC236}">
                <a16:creationId xmlns:a16="http://schemas.microsoft.com/office/drawing/2014/main" id="{03F5B9A4-9791-23C3-BB01-7A3E10155A09}"/>
              </a:ext>
            </a:extLst>
          </p:cNvPr>
          <p:cNvSpPr/>
          <p:nvPr userDrawn="1"/>
        </p:nvSpPr>
        <p:spPr>
          <a:xfrm>
            <a:off x="2537311" y="1919668"/>
            <a:ext cx="1879655" cy="2576132"/>
          </a:xfrm>
          <a:prstGeom prst="roundRect">
            <a:avLst/>
          </a:prstGeom>
          <a:solidFill>
            <a:schemeClr val="accent1"/>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3" name="Rectangle 54">
            <a:extLst>
              <a:ext uri="{FF2B5EF4-FFF2-40B4-BE49-F238E27FC236}">
                <a16:creationId xmlns:a16="http://schemas.microsoft.com/office/drawing/2014/main" id="{35BD9DE4-EAEE-FDC2-F042-60A36D193CAE}"/>
              </a:ext>
            </a:extLst>
          </p:cNvPr>
          <p:cNvSpPr/>
          <p:nvPr userDrawn="1"/>
        </p:nvSpPr>
        <p:spPr>
          <a:xfrm>
            <a:off x="383200" y="1919668"/>
            <a:ext cx="1879655" cy="2576132"/>
          </a:xfrm>
          <a:prstGeom prst="roundRect">
            <a:avLst/>
          </a:prstGeom>
          <a:solidFill>
            <a:schemeClr val="accent1"/>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5" name="Hình chữ nhật: Góc Tròn 64">
            <a:extLst>
              <a:ext uri="{FF2B5EF4-FFF2-40B4-BE49-F238E27FC236}">
                <a16:creationId xmlns:a16="http://schemas.microsoft.com/office/drawing/2014/main" id="{6FA9D310-6D1E-91A0-B3E4-C90C6A9CA2AD}"/>
              </a:ext>
            </a:extLst>
          </p:cNvPr>
          <p:cNvSpPr/>
          <p:nvPr/>
        </p:nvSpPr>
        <p:spPr>
          <a:xfrm>
            <a:off x="560767" y="2133028"/>
            <a:ext cx="1524520" cy="139062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ình chữ nhật: Góc Tròn 65">
            <a:extLst>
              <a:ext uri="{FF2B5EF4-FFF2-40B4-BE49-F238E27FC236}">
                <a16:creationId xmlns:a16="http://schemas.microsoft.com/office/drawing/2014/main" id="{9630C8E8-D519-27B5-F90A-291B46A8C18B}"/>
              </a:ext>
            </a:extLst>
          </p:cNvPr>
          <p:cNvSpPr/>
          <p:nvPr/>
        </p:nvSpPr>
        <p:spPr>
          <a:xfrm>
            <a:off x="2697072" y="2131064"/>
            <a:ext cx="1524520" cy="139062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ình chữ nhật: Góc Tròn 70">
            <a:extLst>
              <a:ext uri="{FF2B5EF4-FFF2-40B4-BE49-F238E27FC236}">
                <a16:creationId xmlns:a16="http://schemas.microsoft.com/office/drawing/2014/main" id="{2BE75EDB-609B-A796-8834-7C909D01B909}"/>
              </a:ext>
            </a:extLst>
          </p:cNvPr>
          <p:cNvSpPr/>
          <p:nvPr/>
        </p:nvSpPr>
        <p:spPr>
          <a:xfrm>
            <a:off x="7064623" y="2131064"/>
            <a:ext cx="1524520" cy="139062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ình chữ nhật: Góc Tròn 71">
            <a:extLst>
              <a:ext uri="{FF2B5EF4-FFF2-40B4-BE49-F238E27FC236}">
                <a16:creationId xmlns:a16="http://schemas.microsoft.com/office/drawing/2014/main" id="{89F0E955-3036-95D2-803F-AF08B3C6CEF5}"/>
              </a:ext>
            </a:extLst>
          </p:cNvPr>
          <p:cNvSpPr/>
          <p:nvPr/>
        </p:nvSpPr>
        <p:spPr>
          <a:xfrm>
            <a:off x="4886796" y="2131064"/>
            <a:ext cx="1524520" cy="1390626"/>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ộp Văn bản 4">
            <a:extLst>
              <a:ext uri="{FF2B5EF4-FFF2-40B4-BE49-F238E27FC236}">
                <a16:creationId xmlns:a16="http://schemas.microsoft.com/office/drawing/2014/main" id="{01203FED-998E-51EB-0AAE-4B15CC8B0625}"/>
              </a:ext>
            </a:extLst>
          </p:cNvPr>
          <p:cNvSpPr txBox="1"/>
          <p:nvPr/>
        </p:nvSpPr>
        <p:spPr>
          <a:xfrm>
            <a:off x="325229" y="3857104"/>
            <a:ext cx="1976544" cy="553998"/>
          </a:xfrm>
          <a:prstGeom prst="rect">
            <a:avLst/>
          </a:prstGeom>
          <a:noFill/>
        </p:spPr>
        <p:txBody>
          <a:bodyPr wrap="square" rtlCol="0">
            <a:spAutoFit/>
          </a:bodyPr>
          <a:lstStyle/>
          <a:p>
            <a:pPr algn="ctr"/>
            <a:r>
              <a:rPr lang="vi-VN" sz="1500" b="1" dirty="0">
                <a:solidFill>
                  <a:schemeClr val="bg1"/>
                </a:solidFill>
                <a:latin typeface="Calibri" panose="020F0502020204030204" pitchFamily="34" charset="0"/>
                <a:ea typeface="Calibri" panose="020F0502020204030204" pitchFamily="34" charset="0"/>
                <a:cs typeface="Calibri" panose="020F0502020204030204" pitchFamily="34" charset="0"/>
              </a:rPr>
              <a:t>Thu thập và tiền xử lý dữ liệu cơ bản</a:t>
            </a:r>
            <a:endParaRPr lang="en-US" sz="15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Hộp Văn bản 7">
            <a:extLst>
              <a:ext uri="{FF2B5EF4-FFF2-40B4-BE49-F238E27FC236}">
                <a16:creationId xmlns:a16="http://schemas.microsoft.com/office/drawing/2014/main" id="{C9E04396-0DAA-CB1F-434F-596E2FA2E4BE}"/>
              </a:ext>
            </a:extLst>
          </p:cNvPr>
          <p:cNvSpPr txBox="1"/>
          <p:nvPr/>
        </p:nvSpPr>
        <p:spPr>
          <a:xfrm>
            <a:off x="2493671" y="3866300"/>
            <a:ext cx="1976544" cy="553998"/>
          </a:xfrm>
          <a:prstGeom prst="rect">
            <a:avLst/>
          </a:prstGeom>
          <a:noFill/>
        </p:spPr>
        <p:txBody>
          <a:bodyPr wrap="square" rtlCol="0">
            <a:spAutoFit/>
          </a:bodyPr>
          <a:lstStyle/>
          <a:p>
            <a:pPr algn="ctr"/>
            <a:r>
              <a:rPr lang="vi-VN" sz="1500" b="1" dirty="0">
                <a:solidFill>
                  <a:schemeClr val="bg1"/>
                </a:solidFill>
                <a:latin typeface="Calibri" panose="020F0502020204030204" pitchFamily="34" charset="0"/>
                <a:ea typeface="Calibri" panose="020F0502020204030204" pitchFamily="34" charset="0"/>
                <a:cs typeface="Calibri" panose="020F0502020204030204" pitchFamily="34" charset="0"/>
              </a:rPr>
              <a:t>Chuẩn </a:t>
            </a:r>
            <a:r>
              <a:rPr lang="vi-VN" sz="1500" b="1" dirty="0" err="1">
                <a:solidFill>
                  <a:schemeClr val="bg1"/>
                </a:solidFill>
                <a:latin typeface="Calibri" panose="020F0502020204030204" pitchFamily="34" charset="0"/>
                <a:ea typeface="Calibri" panose="020F0502020204030204" pitchFamily="34" charset="0"/>
                <a:cs typeface="Calibri" panose="020F0502020204030204" pitchFamily="34" charset="0"/>
              </a:rPr>
              <a:t>hoá</a:t>
            </a:r>
            <a:r>
              <a:rPr lang="vi-VN" sz="1500" b="1" dirty="0">
                <a:solidFill>
                  <a:schemeClr val="bg1"/>
                </a:solidFill>
                <a:latin typeface="Calibri" panose="020F0502020204030204" pitchFamily="34" charset="0"/>
                <a:ea typeface="Calibri" panose="020F0502020204030204" pitchFamily="34" charset="0"/>
                <a:cs typeface="Calibri" panose="020F0502020204030204" pitchFamily="34" charset="0"/>
              </a:rPr>
              <a:t> nâng cao và làm </a:t>
            </a:r>
            <a:r>
              <a:rPr lang="vi-VN" sz="1500" b="1" dirty="0" err="1">
                <a:solidFill>
                  <a:schemeClr val="bg1"/>
                </a:solidFill>
                <a:latin typeface="Calibri" panose="020F0502020204030204" pitchFamily="34" charset="0"/>
                <a:ea typeface="Calibri" panose="020F0502020204030204" pitchFamily="34" charset="0"/>
                <a:cs typeface="Calibri" panose="020F0502020204030204" pitchFamily="34" charset="0"/>
              </a:rPr>
              <a:t>slide</a:t>
            </a:r>
            <a:endParaRPr lang="en-US" sz="15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Hộp Văn bản 8">
            <a:extLst>
              <a:ext uri="{FF2B5EF4-FFF2-40B4-BE49-F238E27FC236}">
                <a16:creationId xmlns:a16="http://schemas.microsoft.com/office/drawing/2014/main" id="{AED27C69-30A0-F173-5C03-A25081565850}"/>
              </a:ext>
            </a:extLst>
          </p:cNvPr>
          <p:cNvSpPr txBox="1"/>
          <p:nvPr/>
        </p:nvSpPr>
        <p:spPr>
          <a:xfrm>
            <a:off x="4687240" y="3972520"/>
            <a:ext cx="1976544" cy="323165"/>
          </a:xfrm>
          <a:prstGeom prst="rect">
            <a:avLst/>
          </a:prstGeom>
          <a:noFill/>
        </p:spPr>
        <p:txBody>
          <a:bodyPr wrap="square" rtlCol="0">
            <a:spAutoFit/>
          </a:bodyPr>
          <a:lstStyle/>
          <a:p>
            <a:pPr algn="ctr"/>
            <a:r>
              <a:rPr lang="vi-VN" sz="1500" b="1" dirty="0">
                <a:solidFill>
                  <a:schemeClr val="bg1"/>
                </a:solidFill>
                <a:latin typeface="Calibri" panose="020F0502020204030204" pitchFamily="34" charset="0"/>
                <a:ea typeface="Calibri" panose="020F0502020204030204" pitchFamily="34" charset="0"/>
                <a:cs typeface="Calibri" panose="020F0502020204030204" pitchFamily="34" charset="0"/>
              </a:rPr>
              <a:t>Phân tích dữ liệu</a:t>
            </a:r>
            <a:endParaRPr lang="en-US" sz="15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Hộp Văn bản 9">
            <a:extLst>
              <a:ext uri="{FF2B5EF4-FFF2-40B4-BE49-F238E27FC236}">
                <a16:creationId xmlns:a16="http://schemas.microsoft.com/office/drawing/2014/main" id="{2782C2BA-DBB5-1785-0C20-D8F3B424EB00}"/>
              </a:ext>
            </a:extLst>
          </p:cNvPr>
          <p:cNvSpPr txBox="1"/>
          <p:nvPr/>
        </p:nvSpPr>
        <p:spPr>
          <a:xfrm>
            <a:off x="6775271" y="3958346"/>
            <a:ext cx="2091404" cy="323165"/>
          </a:xfrm>
          <a:prstGeom prst="rect">
            <a:avLst/>
          </a:prstGeom>
          <a:noFill/>
        </p:spPr>
        <p:txBody>
          <a:bodyPr wrap="square" rtlCol="0">
            <a:spAutoFit/>
          </a:bodyPr>
          <a:lstStyle/>
          <a:p>
            <a:pPr algn="ctr"/>
            <a:r>
              <a:rPr lang="vi-VN" sz="1500" b="1" dirty="0">
                <a:solidFill>
                  <a:schemeClr val="bg1"/>
                </a:solidFill>
                <a:latin typeface="Calibri" panose="020F0502020204030204" pitchFamily="34" charset="0"/>
                <a:ea typeface="Calibri" panose="020F0502020204030204" pitchFamily="34" charset="0"/>
                <a:cs typeface="Calibri" panose="020F0502020204030204" pitchFamily="34" charset="0"/>
              </a:rPr>
              <a:t>Trực quan </a:t>
            </a:r>
            <a:r>
              <a:rPr lang="vi-VN" sz="1500" b="1" dirty="0" err="1">
                <a:solidFill>
                  <a:schemeClr val="bg1"/>
                </a:solidFill>
                <a:latin typeface="Calibri" panose="020F0502020204030204" pitchFamily="34" charset="0"/>
                <a:ea typeface="Calibri" panose="020F0502020204030204" pitchFamily="34" charset="0"/>
                <a:cs typeface="Calibri" panose="020F0502020204030204" pitchFamily="34" charset="0"/>
              </a:rPr>
              <a:t>hoá</a:t>
            </a:r>
            <a:r>
              <a:rPr lang="vi-VN" sz="1500" b="1" dirty="0">
                <a:solidFill>
                  <a:schemeClr val="bg1"/>
                </a:solidFill>
                <a:latin typeface="Calibri" panose="020F0502020204030204" pitchFamily="34" charset="0"/>
                <a:ea typeface="Calibri" panose="020F0502020204030204" pitchFamily="34" charset="0"/>
                <a:cs typeface="Calibri" panose="020F0502020204030204" pitchFamily="34" charset="0"/>
              </a:rPr>
              <a:t> dữ liệu</a:t>
            </a:r>
            <a:endParaRPr lang="en-US" sz="15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Hộp Văn bản 10">
            <a:extLst>
              <a:ext uri="{FF2B5EF4-FFF2-40B4-BE49-F238E27FC236}">
                <a16:creationId xmlns:a16="http://schemas.microsoft.com/office/drawing/2014/main" id="{2E88A2E5-2CE9-94BD-0F34-96978B4E313A}"/>
              </a:ext>
            </a:extLst>
          </p:cNvPr>
          <p:cNvSpPr txBox="1"/>
          <p:nvPr/>
        </p:nvSpPr>
        <p:spPr>
          <a:xfrm>
            <a:off x="262844" y="4644155"/>
            <a:ext cx="9468985" cy="323165"/>
          </a:xfrm>
          <a:prstGeom prst="rect">
            <a:avLst/>
          </a:prstGeom>
          <a:noFill/>
        </p:spPr>
        <p:txBody>
          <a:bodyPr wrap="square">
            <a:spAutoFit/>
          </a:bodyPr>
          <a:lstStyle/>
          <a:p>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Bên</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cạnh</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các</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nhiệm</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vụ</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cá</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nhân</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các</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thành</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viên</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trong</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nhóm</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cùng</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tham</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gia</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hoàn</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thiện</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báo</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cáo</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thuyết</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trình</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Placeholder 5">
            <a:extLst>
              <a:ext uri="{FF2B5EF4-FFF2-40B4-BE49-F238E27FC236}">
                <a16:creationId xmlns:a16="http://schemas.microsoft.com/office/drawing/2014/main" id="{3C2DC0D6-15DD-44C4-734B-C1E9AE9D6B97}"/>
              </a:ext>
            </a:extLst>
          </p:cNvPr>
          <p:cNvSpPr txBox="1">
            <a:spLocks/>
          </p:cNvSpPr>
          <p:nvPr/>
        </p:nvSpPr>
        <p:spPr>
          <a:xfrm>
            <a:off x="1553267" y="1074894"/>
            <a:ext cx="6037466" cy="373254"/>
          </a:xfrm>
          <a:prstGeom prst="rect">
            <a:avLst/>
          </a:prstGeom>
        </p:spPr>
        <p:txBody>
          <a:bodyPr vert="horz" lIns="91440" tIns="45720" rIns="91440" bIns="45720" rtlCol="0">
            <a:noAutofit/>
          </a:bodyPr>
          <a:lstStyle>
            <a:lvl1pPr marL="0" indent="0" algn="ctr" defTabSz="685800" rtl="0" eaLnBrk="1" latinLnBrk="0" hangingPunct="1">
              <a:lnSpc>
                <a:spcPct val="114000"/>
              </a:lnSpc>
              <a:spcBef>
                <a:spcPts val="750"/>
              </a:spcBef>
              <a:spcAft>
                <a:spcPts val="0"/>
              </a:spcAft>
              <a:buFont typeface="Arial" panose="020B0604020202020204" pitchFamily="34" charset="0"/>
              <a:buNone/>
              <a:defRPr sz="1000" kern="1200" spc="-80" baseline="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vi-VN" sz="1300">
                <a:latin typeface="Calibri" panose="020F0502020204030204" pitchFamily="34" charset="0"/>
                <a:ea typeface="Calibri" panose="020F0502020204030204" pitchFamily="34" charset="0"/>
                <a:cs typeface="Calibri" panose="020F0502020204030204" pitchFamily="34" charset="0"/>
              </a:rPr>
              <a:t>Phân tích xu hướng nội dung video ngắn trên nền tảng Youtube Shorts</a:t>
            </a: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15" name="Hộp Văn bản 14">
            <a:extLst>
              <a:ext uri="{FF2B5EF4-FFF2-40B4-BE49-F238E27FC236}">
                <a16:creationId xmlns:a16="http://schemas.microsoft.com/office/drawing/2014/main" id="{B6E60F49-32D2-4B13-16A8-96F443023FA6}"/>
              </a:ext>
            </a:extLst>
          </p:cNvPr>
          <p:cNvSpPr txBox="1"/>
          <p:nvPr/>
        </p:nvSpPr>
        <p:spPr>
          <a:xfrm>
            <a:off x="1720481" y="1425962"/>
            <a:ext cx="7064813" cy="323165"/>
          </a:xfrm>
          <a:prstGeom prst="rect">
            <a:avLst/>
          </a:prstGeom>
          <a:noFill/>
        </p:spPr>
        <p:txBody>
          <a:bodyPr wrap="square">
            <a:spAutoFit/>
          </a:bodyPr>
          <a:lstStyle/>
          <a:p>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Tài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nguyên</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Python,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Jupyter</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Notebook, Google </a:t>
            </a:r>
            <a:r>
              <a:rPr lang="en-US"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Colab</a:t>
            </a:r>
            <a:r>
              <a:rPr lang="en-US"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API key YouTube.</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2" name="Hình chữ nhật: Góc Tròn 11">
            <a:extLst>
              <a:ext uri="{FF2B5EF4-FFF2-40B4-BE49-F238E27FC236}">
                <a16:creationId xmlns:a16="http://schemas.microsoft.com/office/drawing/2014/main" id="{1D04EC46-0E5D-1937-845E-59F28AFB6A45}"/>
              </a:ext>
            </a:extLst>
          </p:cNvPr>
          <p:cNvSpPr/>
          <p:nvPr/>
        </p:nvSpPr>
        <p:spPr>
          <a:xfrm>
            <a:off x="481443" y="3610909"/>
            <a:ext cx="1675873" cy="28268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ext Placeholder 18">
            <a:extLst>
              <a:ext uri="{FF2B5EF4-FFF2-40B4-BE49-F238E27FC236}">
                <a16:creationId xmlns:a16="http://schemas.microsoft.com/office/drawing/2014/main" id="{93ACF437-F34C-086C-4F91-C59D4B6764BF}"/>
              </a:ext>
            </a:extLst>
          </p:cNvPr>
          <p:cNvSpPr txBox="1">
            <a:spLocks/>
          </p:cNvSpPr>
          <p:nvPr/>
        </p:nvSpPr>
        <p:spPr>
          <a:xfrm>
            <a:off x="696663" y="3600360"/>
            <a:ext cx="1252727" cy="216525"/>
          </a:xfrm>
          <a:prstGeom prst="roundRect">
            <a:avLst/>
          </a:prstGeom>
          <a:effectLst/>
        </p:spPr>
        <p:txBody>
          <a:bodyPr vert="horz" lIns="91440" tIns="45720" rIns="91440" bIns="45720" rtlCol="0">
            <a:noAutofit/>
          </a:bodyPr>
          <a:lstStyle>
            <a:lvl1pPr marL="0" indent="0" algn="ctr" defTabSz="685800" rtl="0" eaLnBrk="1" latinLnBrk="0" hangingPunct="1">
              <a:lnSpc>
                <a:spcPct val="95000"/>
              </a:lnSpc>
              <a:spcBef>
                <a:spcPts val="0"/>
              </a:spcBef>
              <a:buFont typeface="Arial" panose="020B0604020202020204" pitchFamily="34" charset="0"/>
              <a:buNone/>
              <a:defRPr sz="1000" b="0" kern="1200" spc="0" baseline="0">
                <a:solidFill>
                  <a:schemeClr val="bg1"/>
                </a:solidFill>
                <a:effectLst/>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vi-VN" sz="1500" b="1" dirty="0">
                <a:latin typeface="Calibri" panose="020F0502020204030204" pitchFamily="34" charset="0"/>
                <a:ea typeface="Calibri" panose="020F0502020204030204" pitchFamily="34" charset="0"/>
                <a:cs typeface="Calibri" panose="020F0502020204030204" pitchFamily="34" charset="0"/>
              </a:rPr>
              <a:t>Đậu Thị Thảo</a:t>
            </a:r>
            <a:endParaRPr lang="en-US" sz="1500" b="1" dirty="0">
              <a:latin typeface="Calibri" panose="020F0502020204030204" pitchFamily="34" charset="0"/>
              <a:ea typeface="Calibri" panose="020F0502020204030204" pitchFamily="34" charset="0"/>
              <a:cs typeface="Calibri" panose="020F0502020204030204" pitchFamily="34" charset="0"/>
            </a:endParaRPr>
          </a:p>
        </p:txBody>
      </p:sp>
      <p:sp>
        <p:nvSpPr>
          <p:cNvPr id="16" name="Hình chữ nhật: Góc Tròn 15">
            <a:extLst>
              <a:ext uri="{FF2B5EF4-FFF2-40B4-BE49-F238E27FC236}">
                <a16:creationId xmlns:a16="http://schemas.microsoft.com/office/drawing/2014/main" id="{15C26A52-7482-7B66-99EE-449A35E76944}"/>
              </a:ext>
            </a:extLst>
          </p:cNvPr>
          <p:cNvSpPr/>
          <p:nvPr/>
        </p:nvSpPr>
        <p:spPr>
          <a:xfrm>
            <a:off x="6981218" y="3623947"/>
            <a:ext cx="1675873" cy="28268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Hình chữ nhật: Góc Tròn 16">
            <a:extLst>
              <a:ext uri="{FF2B5EF4-FFF2-40B4-BE49-F238E27FC236}">
                <a16:creationId xmlns:a16="http://schemas.microsoft.com/office/drawing/2014/main" id="{A0420BA1-626A-731F-BA28-459D4756DEBC}"/>
              </a:ext>
            </a:extLst>
          </p:cNvPr>
          <p:cNvSpPr/>
          <p:nvPr/>
        </p:nvSpPr>
        <p:spPr>
          <a:xfrm>
            <a:off x="4828925" y="3627321"/>
            <a:ext cx="1675873" cy="28268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Hình chữ nhật: Góc Tròn 17">
            <a:extLst>
              <a:ext uri="{FF2B5EF4-FFF2-40B4-BE49-F238E27FC236}">
                <a16:creationId xmlns:a16="http://schemas.microsoft.com/office/drawing/2014/main" id="{B5208584-4ABD-C21A-8708-62ED650C7B7A}"/>
              </a:ext>
            </a:extLst>
          </p:cNvPr>
          <p:cNvSpPr/>
          <p:nvPr/>
        </p:nvSpPr>
        <p:spPr>
          <a:xfrm>
            <a:off x="2650523" y="3610909"/>
            <a:ext cx="1675873" cy="28268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Text Placeholder 18">
            <a:extLst>
              <a:ext uri="{FF2B5EF4-FFF2-40B4-BE49-F238E27FC236}">
                <a16:creationId xmlns:a16="http://schemas.microsoft.com/office/drawing/2014/main" id="{DCC75024-897D-5619-8094-308C875A7158}"/>
              </a:ext>
            </a:extLst>
          </p:cNvPr>
          <p:cNvSpPr txBox="1">
            <a:spLocks/>
          </p:cNvSpPr>
          <p:nvPr/>
        </p:nvSpPr>
        <p:spPr>
          <a:xfrm>
            <a:off x="2938418" y="3611717"/>
            <a:ext cx="1100085" cy="216525"/>
          </a:xfrm>
          <a:prstGeom prst="roundRect">
            <a:avLst/>
          </a:prstGeom>
          <a:effectLst/>
        </p:spPr>
        <p:txBody>
          <a:bodyPr vert="horz" lIns="91440" tIns="45720" rIns="91440" bIns="45720" rtlCol="0">
            <a:noAutofit/>
          </a:bodyPr>
          <a:lstStyle>
            <a:lvl1pPr marL="0" indent="0" algn="ctr" defTabSz="685800" rtl="0" eaLnBrk="1" latinLnBrk="0" hangingPunct="1">
              <a:lnSpc>
                <a:spcPct val="95000"/>
              </a:lnSpc>
              <a:spcBef>
                <a:spcPts val="0"/>
              </a:spcBef>
              <a:buFont typeface="Arial" panose="020B0604020202020204" pitchFamily="34" charset="0"/>
              <a:buNone/>
              <a:defRPr sz="1000" b="0" kern="1200" spc="0" baseline="0">
                <a:solidFill>
                  <a:schemeClr val="bg1"/>
                </a:solidFill>
                <a:effectLst/>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vi-VN" sz="1500" b="1" dirty="0">
                <a:latin typeface="Calibri" panose="020F0502020204030204" pitchFamily="34" charset="0"/>
                <a:ea typeface="Calibri" panose="020F0502020204030204" pitchFamily="34" charset="0"/>
                <a:cs typeface="Calibri" panose="020F0502020204030204" pitchFamily="34" charset="0"/>
              </a:rPr>
              <a:t>Vũ Như An</a:t>
            </a:r>
            <a:endParaRPr lang="en-US" sz="1500" b="1" dirty="0">
              <a:latin typeface="Calibri" panose="020F0502020204030204" pitchFamily="34" charset="0"/>
              <a:ea typeface="Calibri" panose="020F0502020204030204" pitchFamily="34" charset="0"/>
              <a:cs typeface="Calibri" panose="020F0502020204030204" pitchFamily="34" charset="0"/>
            </a:endParaRPr>
          </a:p>
        </p:txBody>
      </p:sp>
      <p:sp>
        <p:nvSpPr>
          <p:cNvPr id="2" name="Text Placeholder 18">
            <a:extLst>
              <a:ext uri="{FF2B5EF4-FFF2-40B4-BE49-F238E27FC236}">
                <a16:creationId xmlns:a16="http://schemas.microsoft.com/office/drawing/2014/main" id="{E5627AFA-F1FC-CF9B-907A-66659D0C4B1D}"/>
              </a:ext>
            </a:extLst>
          </p:cNvPr>
          <p:cNvSpPr txBox="1">
            <a:spLocks/>
          </p:cNvSpPr>
          <p:nvPr/>
        </p:nvSpPr>
        <p:spPr>
          <a:xfrm>
            <a:off x="4847079" y="3628214"/>
            <a:ext cx="1639566" cy="216525"/>
          </a:xfrm>
          <a:prstGeom prst="roundRect">
            <a:avLst/>
          </a:prstGeom>
          <a:effectLst/>
        </p:spPr>
        <p:txBody>
          <a:bodyPr vert="horz" lIns="91440" tIns="45720" rIns="91440" bIns="45720" rtlCol="0">
            <a:noAutofit/>
          </a:bodyPr>
          <a:lstStyle>
            <a:lvl1pPr marL="0" indent="0" algn="ctr" defTabSz="685800" rtl="0" eaLnBrk="1" latinLnBrk="0" hangingPunct="1">
              <a:lnSpc>
                <a:spcPct val="95000"/>
              </a:lnSpc>
              <a:spcBef>
                <a:spcPts val="0"/>
              </a:spcBef>
              <a:buFont typeface="Arial" panose="020B0604020202020204" pitchFamily="34" charset="0"/>
              <a:buNone/>
              <a:defRPr sz="1000" b="0" kern="1200" spc="0" baseline="0">
                <a:solidFill>
                  <a:schemeClr val="bg1"/>
                </a:solidFill>
                <a:effectLst/>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vi-VN" sz="1500" b="1" dirty="0">
                <a:latin typeface="Calibri" panose="020F0502020204030204" pitchFamily="34" charset="0"/>
                <a:ea typeface="Calibri" panose="020F0502020204030204" pitchFamily="34" charset="0"/>
                <a:cs typeface="Calibri" panose="020F0502020204030204" pitchFamily="34" charset="0"/>
              </a:rPr>
              <a:t>Đoàn Thị Kim Ánh</a:t>
            </a:r>
            <a:endParaRPr lang="en-US" sz="15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Placeholder 18">
            <a:extLst>
              <a:ext uri="{FF2B5EF4-FFF2-40B4-BE49-F238E27FC236}">
                <a16:creationId xmlns:a16="http://schemas.microsoft.com/office/drawing/2014/main" id="{00CE47E1-9D5C-606B-E407-F558D985B0DD}"/>
              </a:ext>
            </a:extLst>
          </p:cNvPr>
          <p:cNvSpPr txBox="1">
            <a:spLocks/>
          </p:cNvSpPr>
          <p:nvPr/>
        </p:nvSpPr>
        <p:spPr>
          <a:xfrm>
            <a:off x="6952920" y="3610909"/>
            <a:ext cx="1736106" cy="216525"/>
          </a:xfrm>
          <a:prstGeom prst="roundRect">
            <a:avLst/>
          </a:prstGeom>
          <a:effectLst/>
        </p:spPr>
        <p:txBody>
          <a:bodyPr vert="horz" lIns="91440" tIns="45720" rIns="91440" bIns="45720" rtlCol="0">
            <a:noAutofit/>
          </a:bodyPr>
          <a:lstStyle>
            <a:lvl1pPr marL="0" indent="0" algn="ctr" defTabSz="685800" rtl="0" eaLnBrk="1" latinLnBrk="0" hangingPunct="1">
              <a:lnSpc>
                <a:spcPct val="95000"/>
              </a:lnSpc>
              <a:spcBef>
                <a:spcPts val="0"/>
              </a:spcBef>
              <a:buFont typeface="Arial" panose="020B0604020202020204" pitchFamily="34" charset="0"/>
              <a:buNone/>
              <a:defRPr sz="1000" b="0" kern="1200" spc="0" baseline="0">
                <a:solidFill>
                  <a:schemeClr val="bg1"/>
                </a:solidFill>
                <a:effectLst/>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vi-VN" sz="1500" b="1" dirty="0">
                <a:latin typeface="Calibri" panose="020F0502020204030204" pitchFamily="34" charset="0"/>
                <a:ea typeface="Calibri" panose="020F0502020204030204" pitchFamily="34" charset="0"/>
                <a:cs typeface="Calibri" panose="020F0502020204030204" pitchFamily="34" charset="0"/>
              </a:rPr>
              <a:t>Phạm Thị Trà Giang</a:t>
            </a:r>
            <a:endParaRPr lang="en-US" sz="1500" b="1"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YouTube Shorts – Wikipedia tiếng Việt">
            <a:extLst>
              <a:ext uri="{FF2B5EF4-FFF2-40B4-BE49-F238E27FC236}">
                <a16:creationId xmlns:a16="http://schemas.microsoft.com/office/drawing/2014/main" id="{CA0E881D-2679-2EB7-9DE1-99CFB07D1A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284" y="2437258"/>
            <a:ext cx="626433" cy="77823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YouTube Shorts – Wikipedia tiếng Việt">
            <a:extLst>
              <a:ext uri="{FF2B5EF4-FFF2-40B4-BE49-F238E27FC236}">
                <a16:creationId xmlns:a16="http://schemas.microsoft.com/office/drawing/2014/main" id="{A9281ACF-F486-C2DA-E3B9-AA333CCC7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7283" y="2428511"/>
            <a:ext cx="626433" cy="77823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YouTube Shorts – Wikipedia tiếng Việt">
            <a:extLst>
              <a:ext uri="{FF2B5EF4-FFF2-40B4-BE49-F238E27FC236}">
                <a16:creationId xmlns:a16="http://schemas.microsoft.com/office/drawing/2014/main" id="{071BAC24-BF9E-7AAF-542D-6A009FC49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5839" y="2437258"/>
            <a:ext cx="626433" cy="77823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YouTube Shorts – Wikipedia tiếng Việt">
            <a:extLst>
              <a:ext uri="{FF2B5EF4-FFF2-40B4-BE49-F238E27FC236}">
                <a16:creationId xmlns:a16="http://schemas.microsoft.com/office/drawing/2014/main" id="{B5B2192E-B72C-7897-A5F7-3CC2B6DF5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115" y="2443148"/>
            <a:ext cx="626433" cy="7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4380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54441413-542A-48C4-A0A9-050F79B89482}"/>
              </a:ext>
            </a:extLst>
          </p:cNvPr>
          <p:cNvGrpSpPr/>
          <p:nvPr/>
        </p:nvGrpSpPr>
        <p:grpSpPr>
          <a:xfrm>
            <a:off x="5029200" y="-241739"/>
            <a:ext cx="4114801" cy="4974894"/>
            <a:chOff x="5029200" y="-241739"/>
            <a:chExt cx="4114801" cy="4974894"/>
          </a:xfrm>
        </p:grpSpPr>
        <p:sp>
          <p:nvSpPr>
            <p:cNvPr id="29" name="Freeform: Shape 28">
              <a:extLst>
                <a:ext uri="{FF2B5EF4-FFF2-40B4-BE49-F238E27FC236}">
                  <a16:creationId xmlns:a16="http://schemas.microsoft.com/office/drawing/2014/main" id="{1524B8C4-8A03-4A49-8AD8-4489C8FEAB4D}"/>
                </a:ext>
              </a:extLst>
            </p:cNvPr>
            <p:cNvSpPr/>
            <p:nvPr/>
          </p:nvSpPr>
          <p:spPr>
            <a:xfrm flipH="1">
              <a:off x="5029200" y="-241739"/>
              <a:ext cx="4114800" cy="4974894"/>
            </a:xfrm>
            <a:custGeom>
              <a:avLst/>
              <a:gdLst>
                <a:gd name="connsiteX0" fmla="*/ 3563553 w 4114800"/>
                <a:gd name="connsiteY0" fmla="*/ 0 h 4974894"/>
                <a:gd name="connsiteX1" fmla="*/ 0 w 4114800"/>
                <a:gd name="connsiteY1" fmla="*/ 0 h 4974894"/>
                <a:gd name="connsiteX2" fmla="*/ 0 w 4114800"/>
                <a:gd name="connsiteY2" fmla="*/ 4974894 h 4974894"/>
                <a:gd name="connsiteX3" fmla="*/ 1641021 w 4114800"/>
                <a:gd name="connsiteY3" fmla="*/ 4974894 h 4974894"/>
                <a:gd name="connsiteX4" fmla="*/ 2148229 w 4114800"/>
                <a:gd name="connsiteY4" fmla="*/ 4680288 h 4974894"/>
                <a:gd name="connsiteX5" fmla="*/ 4037352 w 4114800"/>
                <a:gd name="connsiteY5" fmla="*/ 1406212 h 4974894"/>
                <a:gd name="connsiteX6" fmla="*/ 4037352 w 4114800"/>
                <a:gd name="connsiteY6" fmla="*/ 823075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4800" h="4974894">
                  <a:moveTo>
                    <a:pt x="3563553" y="0"/>
                  </a:moveTo>
                  <a:lnTo>
                    <a:pt x="0" y="0"/>
                  </a:lnTo>
                  <a:lnTo>
                    <a:pt x="0" y="4974894"/>
                  </a:lnTo>
                  <a:lnTo>
                    <a:pt x="1641021" y="4974894"/>
                  </a:lnTo>
                  <a:cubicBezTo>
                    <a:pt x="1850586" y="4974894"/>
                    <a:pt x="2044965" y="4862519"/>
                    <a:pt x="2148229" y="4680288"/>
                  </a:cubicBezTo>
                  <a:lnTo>
                    <a:pt x="4037352" y="1406212"/>
                  </a:lnTo>
                  <a:cubicBezTo>
                    <a:pt x="4140616" y="1223982"/>
                    <a:pt x="4140616" y="1002268"/>
                    <a:pt x="4037352" y="823075"/>
                  </a:cubicBezTo>
                  <a:close/>
                </a:path>
              </a:pathLst>
            </a:custGeom>
            <a:solidFill>
              <a:schemeClr val="accent4"/>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68AB174C-6BB7-47BB-8B48-7A959E645A24}"/>
                </a:ext>
              </a:extLst>
            </p:cNvPr>
            <p:cNvSpPr/>
            <p:nvPr/>
          </p:nvSpPr>
          <p:spPr>
            <a:xfrm flipH="1">
              <a:off x="5712564" y="-241739"/>
              <a:ext cx="3431436" cy="4974894"/>
            </a:xfrm>
            <a:custGeom>
              <a:avLst/>
              <a:gdLst>
                <a:gd name="connsiteX0" fmla="*/ 2880189 w 3431436"/>
                <a:gd name="connsiteY0" fmla="*/ 0 h 4974894"/>
                <a:gd name="connsiteX1" fmla="*/ 0 w 3431436"/>
                <a:gd name="connsiteY1" fmla="*/ 0 h 4974894"/>
                <a:gd name="connsiteX2" fmla="*/ 0 w 3431436"/>
                <a:gd name="connsiteY2" fmla="*/ 4974894 h 4974894"/>
                <a:gd name="connsiteX3" fmla="*/ 957657 w 3431436"/>
                <a:gd name="connsiteY3" fmla="*/ 4974894 h 4974894"/>
                <a:gd name="connsiteX4" fmla="*/ 1464865 w 3431436"/>
                <a:gd name="connsiteY4" fmla="*/ 4680288 h 4974894"/>
                <a:gd name="connsiteX5" fmla="*/ 3353988 w 3431436"/>
                <a:gd name="connsiteY5" fmla="*/ 1406212 h 4974894"/>
                <a:gd name="connsiteX6" fmla="*/ 3353988 w 3431436"/>
                <a:gd name="connsiteY6" fmla="*/ 823075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1436" h="4974894">
                  <a:moveTo>
                    <a:pt x="2880189" y="0"/>
                  </a:moveTo>
                  <a:lnTo>
                    <a:pt x="0" y="0"/>
                  </a:lnTo>
                  <a:lnTo>
                    <a:pt x="0" y="4974894"/>
                  </a:lnTo>
                  <a:lnTo>
                    <a:pt x="957657" y="4974894"/>
                  </a:lnTo>
                  <a:cubicBezTo>
                    <a:pt x="1167222" y="4974894"/>
                    <a:pt x="1361601" y="4862519"/>
                    <a:pt x="1464865" y="4680288"/>
                  </a:cubicBezTo>
                  <a:lnTo>
                    <a:pt x="3353988" y="1406212"/>
                  </a:lnTo>
                  <a:cubicBezTo>
                    <a:pt x="3457252" y="1223982"/>
                    <a:pt x="3457252" y="1002268"/>
                    <a:pt x="3353988" y="823075"/>
                  </a:cubicBezTo>
                  <a:close/>
                </a:path>
              </a:pathLst>
            </a:custGeom>
            <a:solidFill>
              <a:schemeClr val="accent3"/>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B0C222DB-6EB9-4863-AB42-9A3CA4F7153F}"/>
                </a:ext>
              </a:extLst>
            </p:cNvPr>
            <p:cNvSpPr/>
            <p:nvPr/>
          </p:nvSpPr>
          <p:spPr>
            <a:xfrm flipH="1">
              <a:off x="6502230" y="-241739"/>
              <a:ext cx="2641770" cy="4974894"/>
            </a:xfrm>
            <a:custGeom>
              <a:avLst/>
              <a:gdLst>
                <a:gd name="connsiteX0" fmla="*/ 2090523 w 2641770"/>
                <a:gd name="connsiteY0" fmla="*/ 0 h 4974894"/>
                <a:gd name="connsiteX1" fmla="*/ 0 w 2641770"/>
                <a:gd name="connsiteY1" fmla="*/ 0 h 4974894"/>
                <a:gd name="connsiteX2" fmla="*/ 0 w 2641770"/>
                <a:gd name="connsiteY2" fmla="*/ 4974894 h 4974894"/>
                <a:gd name="connsiteX3" fmla="*/ 167991 w 2641770"/>
                <a:gd name="connsiteY3" fmla="*/ 4974894 h 4974894"/>
                <a:gd name="connsiteX4" fmla="*/ 675199 w 2641770"/>
                <a:gd name="connsiteY4" fmla="*/ 4680288 h 4974894"/>
                <a:gd name="connsiteX5" fmla="*/ 2564322 w 2641770"/>
                <a:gd name="connsiteY5" fmla="*/ 1406212 h 4974894"/>
                <a:gd name="connsiteX6" fmla="*/ 2564322 w 2641770"/>
                <a:gd name="connsiteY6" fmla="*/ 823075 h 497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1770" h="4974894">
                  <a:moveTo>
                    <a:pt x="2090523" y="0"/>
                  </a:moveTo>
                  <a:lnTo>
                    <a:pt x="0" y="0"/>
                  </a:lnTo>
                  <a:lnTo>
                    <a:pt x="0" y="4974894"/>
                  </a:lnTo>
                  <a:lnTo>
                    <a:pt x="167991" y="4974894"/>
                  </a:lnTo>
                  <a:cubicBezTo>
                    <a:pt x="377556" y="4974894"/>
                    <a:pt x="571935" y="4862519"/>
                    <a:pt x="675199" y="4680288"/>
                  </a:cubicBezTo>
                  <a:lnTo>
                    <a:pt x="2564322" y="1406212"/>
                  </a:lnTo>
                  <a:cubicBezTo>
                    <a:pt x="2667586" y="1223982"/>
                    <a:pt x="2667586" y="1002268"/>
                    <a:pt x="2564322" y="823075"/>
                  </a:cubicBezTo>
                  <a:close/>
                </a:path>
              </a:pathLst>
            </a:custGeom>
            <a:solidFill>
              <a:schemeClr val="accent2"/>
            </a:solidFill>
            <a:ln w="30359" cap="flat">
              <a:noFill/>
              <a:prstDash val="solid"/>
              <a:miter/>
            </a:ln>
          </p:spPr>
          <p:txBody>
            <a:bodyPr wrap="square" rtlCol="0" anchor="ctr">
              <a:noAutofit/>
            </a:bodyPr>
            <a:lstStyle/>
            <a:p>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38" name="Freeform: Shape 37">
              <a:extLst>
                <a:ext uri="{FF2B5EF4-FFF2-40B4-BE49-F238E27FC236}">
                  <a16:creationId xmlns:a16="http://schemas.microsoft.com/office/drawing/2014/main" id="{D4E8CA8E-520C-49BF-B48D-FB9410F640F0}"/>
                </a:ext>
              </a:extLst>
            </p:cNvPr>
            <p:cNvSpPr/>
            <p:nvPr/>
          </p:nvSpPr>
          <p:spPr>
            <a:xfrm flipH="1">
              <a:off x="7328342" y="-241738"/>
              <a:ext cx="1815659" cy="4418740"/>
            </a:xfrm>
            <a:custGeom>
              <a:avLst/>
              <a:gdLst>
                <a:gd name="connsiteX0" fmla="*/ 1264412 w 1815659"/>
                <a:gd name="connsiteY0" fmla="*/ 0 h 4418740"/>
                <a:gd name="connsiteX1" fmla="*/ 0 w 1815659"/>
                <a:gd name="connsiteY1" fmla="*/ 0 h 4418740"/>
                <a:gd name="connsiteX2" fmla="*/ 0 w 1815659"/>
                <a:gd name="connsiteY2" fmla="*/ 4418740 h 4418740"/>
                <a:gd name="connsiteX3" fmla="*/ 1738211 w 1815659"/>
                <a:gd name="connsiteY3" fmla="*/ 1406212 h 4418740"/>
                <a:gd name="connsiteX4" fmla="*/ 1738211 w 1815659"/>
                <a:gd name="connsiteY4" fmla="*/ 823075 h 4418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5659" h="4418740">
                  <a:moveTo>
                    <a:pt x="1264412" y="0"/>
                  </a:moveTo>
                  <a:lnTo>
                    <a:pt x="0" y="0"/>
                  </a:lnTo>
                  <a:lnTo>
                    <a:pt x="0" y="4418740"/>
                  </a:lnTo>
                  <a:lnTo>
                    <a:pt x="1738211" y="1406212"/>
                  </a:lnTo>
                  <a:cubicBezTo>
                    <a:pt x="1841475" y="1223982"/>
                    <a:pt x="1841475" y="1002268"/>
                    <a:pt x="1738211" y="823075"/>
                  </a:cubicBezTo>
                  <a:close/>
                </a:path>
              </a:pathLst>
            </a:custGeom>
            <a:solidFill>
              <a:schemeClr val="accent1"/>
            </a:solidFill>
            <a:ln w="30359" cap="flat">
              <a:noFill/>
              <a:prstDash val="solid"/>
              <a:miter/>
            </a:ln>
          </p:spPr>
          <p:txBody>
            <a:bodyPr wrap="square" rtlCol="0" anchor="ctr">
              <a:noAutofit/>
            </a:bodyPr>
            <a:lstStyle/>
            <a:p>
              <a:endParaRPr lang="en-US" sz="1500" dirty="0">
                <a:latin typeface="Calibri" panose="020F0502020204030204" pitchFamily="34" charset="0"/>
                <a:ea typeface="Calibri" panose="020F0502020204030204" pitchFamily="34" charset="0"/>
                <a:cs typeface="Calibri" panose="020F0502020204030204" pitchFamily="34" charset="0"/>
              </a:endParaRPr>
            </a:p>
          </p:txBody>
        </p:sp>
      </p:grpSp>
      <p:pic>
        <p:nvPicPr>
          <p:cNvPr id="23" name="Chỗ dành sẵn cho Hình ảnh 22">
            <a:extLst>
              <a:ext uri="{FF2B5EF4-FFF2-40B4-BE49-F238E27FC236}">
                <a16:creationId xmlns:a16="http://schemas.microsoft.com/office/drawing/2014/main" id="{A674B684-1364-3684-84FA-35A42E5DCB0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9001" t="-295" r="65209" b="295"/>
          <a:stretch>
            <a:fillRect/>
          </a:stretch>
        </p:blipFill>
        <p:spPr>
          <a:xfrm>
            <a:off x="5517944" y="882359"/>
            <a:ext cx="1580808" cy="3353035"/>
          </a:xfrm>
        </p:spPr>
      </p:pic>
      <p:pic>
        <p:nvPicPr>
          <p:cNvPr id="15" name="Picture 14">
            <a:extLst>
              <a:ext uri="{FF2B5EF4-FFF2-40B4-BE49-F238E27FC236}">
                <a16:creationId xmlns:a16="http://schemas.microsoft.com/office/drawing/2014/main" id="{2507181E-00B8-4006-8CD6-CC035F329C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9566" y="795959"/>
            <a:ext cx="1748116" cy="3545642"/>
          </a:xfrm>
          <a:prstGeom prst="rect">
            <a:avLst/>
          </a:prstGeom>
        </p:spPr>
      </p:pic>
      <p:sp>
        <p:nvSpPr>
          <p:cNvPr id="43" name="Freeform: Shape 42">
            <a:extLst>
              <a:ext uri="{FF2B5EF4-FFF2-40B4-BE49-F238E27FC236}">
                <a16:creationId xmlns:a16="http://schemas.microsoft.com/office/drawing/2014/main" id="{54E607BC-6AFB-45A1-BEB1-591A898231FC}"/>
              </a:ext>
            </a:extLst>
          </p:cNvPr>
          <p:cNvSpPr/>
          <p:nvPr/>
        </p:nvSpPr>
        <p:spPr>
          <a:xfrm>
            <a:off x="-388639" y="2772158"/>
            <a:ext cx="886968" cy="2371343"/>
          </a:xfrm>
          <a:custGeom>
            <a:avLst/>
            <a:gdLst>
              <a:gd name="connsiteX0" fmla="*/ 0 w 886968"/>
              <a:gd name="connsiteY0" fmla="*/ 0 h 2371343"/>
              <a:gd name="connsiteX1" fmla="*/ 886968 w 886968"/>
              <a:gd name="connsiteY1" fmla="*/ 503162 h 2371343"/>
              <a:gd name="connsiteX2" fmla="*/ 886968 w 886968"/>
              <a:gd name="connsiteY2" fmla="*/ 2371343 h 2371343"/>
              <a:gd name="connsiteX3" fmla="*/ 0 w 886968"/>
              <a:gd name="connsiteY3" fmla="*/ 2371343 h 2371343"/>
              <a:gd name="connsiteX4" fmla="*/ 0 w 886968"/>
              <a:gd name="connsiteY4" fmla="*/ 0 h 237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68" h="2371343">
                <a:moveTo>
                  <a:pt x="0" y="0"/>
                </a:moveTo>
                <a:lnTo>
                  <a:pt x="886968" y="503162"/>
                </a:lnTo>
                <a:lnTo>
                  <a:pt x="886968" y="2371343"/>
                </a:lnTo>
                <a:lnTo>
                  <a:pt x="0" y="2371343"/>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pic>
        <p:nvPicPr>
          <p:cNvPr id="25" name="Chỗ dành sẵn cho Hình ảnh 24">
            <a:extLst>
              <a:ext uri="{FF2B5EF4-FFF2-40B4-BE49-F238E27FC236}">
                <a16:creationId xmlns:a16="http://schemas.microsoft.com/office/drawing/2014/main" id="{99C604A1-1258-CDB9-A1C5-A91D72E743CA}"/>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rcRect l="52279" t="12767" r="30860" b="15656"/>
          <a:stretch>
            <a:fillRect/>
          </a:stretch>
        </p:blipFill>
        <p:spPr>
          <a:xfrm>
            <a:off x="7049829" y="1018214"/>
            <a:ext cx="1437097" cy="3048214"/>
          </a:xfrm>
        </p:spPr>
      </p:pic>
      <p:pic>
        <p:nvPicPr>
          <p:cNvPr id="16" name="Picture 15">
            <a:extLst>
              <a:ext uri="{FF2B5EF4-FFF2-40B4-BE49-F238E27FC236}">
                <a16:creationId xmlns:a16="http://schemas.microsoft.com/office/drawing/2014/main" id="{54B81609-A912-465A-ACAF-E4FBB8C68D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86426" y="923888"/>
            <a:ext cx="1598027" cy="3241894"/>
          </a:xfrm>
          <a:prstGeom prst="rect">
            <a:avLst/>
          </a:prstGeom>
        </p:spPr>
      </p:pic>
      <p:pic>
        <p:nvPicPr>
          <p:cNvPr id="26" name="Picture 2" descr="YouTube Shorts – Wikipedia tiếng Việt">
            <a:extLst>
              <a:ext uri="{FF2B5EF4-FFF2-40B4-BE49-F238E27FC236}">
                <a16:creationId xmlns:a16="http://schemas.microsoft.com/office/drawing/2014/main" id="{FB4F39CB-8F56-AB0B-CFD9-84107BA673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8899" y="2153202"/>
            <a:ext cx="626433" cy="778238"/>
          </a:xfrm>
          <a:prstGeom prst="rect">
            <a:avLst/>
          </a:prstGeom>
          <a:noFill/>
          <a:extLst>
            <a:ext uri="{909E8E84-426E-40DD-AFC4-6F175D3DCCD1}">
              <a14:hiddenFill xmlns:a14="http://schemas.microsoft.com/office/drawing/2010/main">
                <a:solidFill>
                  <a:srgbClr val="FFFFFF"/>
                </a:solidFill>
              </a14:hiddenFill>
            </a:ext>
          </a:extLst>
        </p:spPr>
      </p:pic>
      <p:sp>
        <p:nvSpPr>
          <p:cNvPr id="28" name="Hộp Văn bản 27">
            <a:extLst>
              <a:ext uri="{FF2B5EF4-FFF2-40B4-BE49-F238E27FC236}">
                <a16:creationId xmlns:a16="http://schemas.microsoft.com/office/drawing/2014/main" id="{6AFD775C-6322-2C0B-169F-971983B32221}"/>
              </a:ext>
            </a:extLst>
          </p:cNvPr>
          <p:cNvSpPr txBox="1"/>
          <p:nvPr/>
        </p:nvSpPr>
        <p:spPr>
          <a:xfrm>
            <a:off x="469879" y="881920"/>
            <a:ext cx="4764504" cy="477054"/>
          </a:xfrm>
          <a:prstGeom prst="rect">
            <a:avLst/>
          </a:prstGeom>
          <a:noFill/>
        </p:spPr>
        <p:txBody>
          <a:bodyPr wrap="square">
            <a:spAutoFit/>
          </a:bodyPr>
          <a:lstStyle/>
          <a:p>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Đánh</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giá</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tính</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rủi</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ro</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pháp</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lý</a:t>
            </a:r>
            <a:endParaRPr lang="en-US" sz="25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FFD3341D-EFDB-DE91-79FF-38339DF2BEC8}"/>
              </a:ext>
            </a:extLst>
          </p:cNvPr>
          <p:cNvSpPr txBox="1"/>
          <p:nvPr/>
        </p:nvSpPr>
        <p:spPr>
          <a:xfrm>
            <a:off x="497303" y="1534292"/>
            <a:ext cx="4768850" cy="2631490"/>
          </a:xfrm>
          <a:prstGeom prst="rect">
            <a:avLst/>
          </a:prstGeom>
          <a:noFill/>
        </p:spPr>
        <p:txBody>
          <a:bodyPr wrap="square">
            <a:spAutoFit/>
          </a:bodyPr>
          <a:lstStyle/>
          <a:p>
            <a:pPr marL="285750" indent="-285750" algn="just">
              <a:buFont typeface="Arial" panose="020B0604020202020204" pitchFamily="34" charset="0"/>
              <a:buChar char="•"/>
            </a:pPr>
            <a:r>
              <a:rPr lang="vi-VN" sz="1500" b="1" dirty="0">
                <a:latin typeface="Calibri" panose="020F0502020204030204" pitchFamily="34" charset="0"/>
                <a:ea typeface="Calibri" panose="020F0502020204030204" pitchFamily="34" charset="0"/>
                <a:cs typeface="Calibri" panose="020F0502020204030204" pitchFamily="34" charset="0"/>
              </a:rPr>
              <a:t>Tính rủi ro: </a:t>
            </a:r>
            <a:r>
              <a:rPr lang="vi-VN" sz="1500" dirty="0">
                <a:latin typeface="Calibri" panose="020F0502020204030204" pitchFamily="34" charset="0"/>
                <a:ea typeface="Calibri" panose="020F0502020204030204" pitchFamily="34" charset="0"/>
                <a:cs typeface="Calibri" panose="020F0502020204030204" pitchFamily="34" charset="0"/>
              </a:rPr>
              <a:t>dữ liệu được lấy trong thời gian nhất định, có sự thay đổi theo mùa, theo sự kiện…, chỉ nên dùng để tham khảo. Nếu muốn thường xuyên được lên </a:t>
            </a:r>
            <a:r>
              <a:rPr lang="vi-VN" sz="1500" dirty="0" err="1">
                <a:latin typeface="Calibri" panose="020F0502020204030204" pitchFamily="34" charset="0"/>
                <a:ea typeface="Calibri" panose="020F0502020204030204" pitchFamily="34" charset="0"/>
                <a:cs typeface="Calibri" panose="020F0502020204030204" pitchFamily="34" charset="0"/>
              </a:rPr>
              <a:t>top</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trending</a:t>
            </a:r>
            <a:r>
              <a:rPr lang="vi-VN" sz="1500" dirty="0">
                <a:latin typeface="Calibri" panose="020F0502020204030204" pitchFamily="34" charset="0"/>
                <a:ea typeface="Calibri" panose="020F0502020204030204" pitchFamily="34" charset="0"/>
                <a:cs typeface="Calibri" panose="020F0502020204030204" pitchFamily="34" charset="0"/>
              </a:rPr>
              <a:t> thì phải lấy dữ liệu và phân tích thường xuyên.</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endParaRPr lang="vi-VN" sz="1500"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vi-VN" sz="1500" b="1" dirty="0">
                <a:latin typeface="Calibri" panose="020F0502020204030204" pitchFamily="34" charset="0"/>
                <a:ea typeface="Calibri" panose="020F0502020204030204" pitchFamily="34" charset="0"/>
                <a:cs typeface="Calibri" panose="020F0502020204030204" pitchFamily="34" charset="0"/>
              </a:rPr>
              <a:t>Tính pháp lý: </a:t>
            </a:r>
            <a:r>
              <a:rPr lang="vi-VN" sz="1500" dirty="0">
                <a:latin typeface="Calibri" panose="020F0502020204030204" pitchFamily="34" charset="0"/>
                <a:ea typeface="Calibri" panose="020F0502020204030204" pitchFamily="34" charset="0"/>
                <a:cs typeface="Calibri" panose="020F0502020204030204" pitchFamily="34" charset="0"/>
              </a:rPr>
              <a:t>việc lấy dữ liệu </a:t>
            </a:r>
            <a:r>
              <a:rPr lang="vi-VN" sz="1500" dirty="0" err="1">
                <a:latin typeface="Calibri" panose="020F0502020204030204" pitchFamily="34" charset="0"/>
                <a:ea typeface="Calibri" panose="020F0502020204030204" pitchFamily="34" charset="0"/>
                <a:cs typeface="Calibri" panose="020F0502020204030204" pitchFamily="34" charset="0"/>
              </a:rPr>
              <a:t>video</a:t>
            </a:r>
            <a:r>
              <a:rPr lang="vi-VN" sz="1500" dirty="0">
                <a:latin typeface="Calibri" panose="020F0502020204030204" pitchFamily="34" charset="0"/>
                <a:ea typeface="Calibri" panose="020F0502020204030204" pitchFamily="34" charset="0"/>
                <a:cs typeface="Calibri" panose="020F0502020204030204" pitchFamily="34" charset="0"/>
              </a:rPr>
              <a:t> </a:t>
            </a:r>
            <a:r>
              <a:rPr lang="vi-VN" sz="1500" dirty="0" err="1">
                <a:latin typeface="Calibri" panose="020F0502020204030204" pitchFamily="34" charset="0"/>
                <a:ea typeface="Calibri" panose="020F0502020204030204" pitchFamily="34" charset="0"/>
                <a:cs typeface="Calibri" panose="020F0502020204030204" pitchFamily="34" charset="0"/>
              </a:rPr>
              <a:t>trending</a:t>
            </a:r>
            <a:r>
              <a:rPr lang="vi-VN" sz="1500" dirty="0">
                <a:latin typeface="Calibri" panose="020F0502020204030204" pitchFamily="34" charset="0"/>
                <a:ea typeface="Calibri" panose="020F0502020204030204" pitchFamily="34" charset="0"/>
                <a:cs typeface="Calibri" panose="020F0502020204030204" pitchFamily="34" charset="0"/>
              </a:rPr>
              <a:t> trên </a:t>
            </a:r>
            <a:r>
              <a:rPr lang="vi-VN" sz="1500" dirty="0" err="1">
                <a:latin typeface="Calibri" panose="020F0502020204030204" pitchFamily="34" charset="0"/>
                <a:ea typeface="Calibri" panose="020F0502020204030204" pitchFamily="34" charset="0"/>
                <a:cs typeface="Calibri" panose="020F0502020204030204" pitchFamily="34" charset="0"/>
              </a:rPr>
              <a:t>Youtube</a:t>
            </a:r>
            <a:r>
              <a:rPr lang="vi-VN" sz="1500" dirty="0">
                <a:latin typeface="Calibri" panose="020F0502020204030204" pitchFamily="34" charset="0"/>
                <a:ea typeface="Calibri" panose="020F0502020204030204" pitchFamily="34" charset="0"/>
                <a:cs typeface="Calibri" panose="020F0502020204030204" pitchFamily="34" charset="0"/>
              </a:rPr>
              <a:t> để phân tích là hợp pháp vì nhóm </a:t>
            </a:r>
            <a:r>
              <a:rPr lang="vi-VN" sz="1500" b="1" dirty="0">
                <a:latin typeface="Calibri" panose="020F0502020204030204" pitchFamily="34" charset="0"/>
                <a:ea typeface="Calibri" panose="020F0502020204030204" pitchFamily="34" charset="0"/>
                <a:cs typeface="Calibri" panose="020F0502020204030204" pitchFamily="34" charset="0"/>
              </a:rPr>
              <a:t>Sử dụng API chính thức của </a:t>
            </a:r>
            <a:r>
              <a:rPr lang="vi-VN" sz="1500" b="1" dirty="0" err="1">
                <a:latin typeface="Calibri" panose="020F0502020204030204" pitchFamily="34" charset="0"/>
                <a:ea typeface="Calibri" panose="020F0502020204030204" pitchFamily="34" charset="0"/>
                <a:cs typeface="Calibri" panose="020F0502020204030204" pitchFamily="34" charset="0"/>
              </a:rPr>
              <a:t>YouTube</a:t>
            </a:r>
            <a:r>
              <a:rPr lang="vi-VN" sz="1500" b="1" dirty="0">
                <a:latin typeface="Calibri" panose="020F0502020204030204" pitchFamily="34" charset="0"/>
                <a:ea typeface="Calibri" panose="020F0502020204030204" pitchFamily="34" charset="0"/>
                <a:cs typeface="Calibri" panose="020F0502020204030204" pitchFamily="34" charset="0"/>
              </a:rPr>
              <a:t> (</a:t>
            </a:r>
            <a:r>
              <a:rPr lang="vi-VN" sz="1500" b="1" dirty="0" err="1">
                <a:latin typeface="Calibri" panose="020F0502020204030204" pitchFamily="34" charset="0"/>
                <a:ea typeface="Calibri" panose="020F0502020204030204" pitchFamily="34" charset="0"/>
                <a:cs typeface="Calibri" panose="020F0502020204030204" pitchFamily="34" charset="0"/>
              </a:rPr>
              <a:t>Google</a:t>
            </a:r>
            <a:r>
              <a:rPr lang="vi-VN" sz="1500" b="1" dirty="0">
                <a:latin typeface="Calibri" panose="020F0502020204030204" pitchFamily="34" charset="0"/>
                <a:ea typeface="Calibri" panose="020F0502020204030204" pitchFamily="34" charset="0"/>
                <a:cs typeface="Calibri" panose="020F0502020204030204" pitchFamily="34" charset="0"/>
              </a:rPr>
              <a:t> API v3)</a:t>
            </a:r>
            <a:r>
              <a:rPr lang="vi-VN" sz="1500" dirty="0">
                <a:latin typeface="Calibri" panose="020F0502020204030204" pitchFamily="34" charset="0"/>
                <a:ea typeface="Calibri" panose="020F0502020204030204" pitchFamily="34" charset="0"/>
                <a:cs typeface="Calibri" panose="020F0502020204030204" pitchFamily="34" charset="0"/>
              </a:rPr>
              <a:t>, có API </a:t>
            </a:r>
            <a:r>
              <a:rPr lang="vi-VN" sz="1500" dirty="0" err="1">
                <a:latin typeface="Calibri" panose="020F0502020204030204" pitchFamily="34" charset="0"/>
                <a:ea typeface="Calibri" panose="020F0502020204030204" pitchFamily="34" charset="0"/>
                <a:cs typeface="Calibri" panose="020F0502020204030204" pitchFamily="34" charset="0"/>
              </a:rPr>
              <a:t>key</a:t>
            </a:r>
            <a:r>
              <a:rPr lang="vi-VN" sz="1500" dirty="0">
                <a:latin typeface="Calibri" panose="020F0502020204030204" pitchFamily="34" charset="0"/>
                <a:ea typeface="Calibri" panose="020F0502020204030204" pitchFamily="34" charset="0"/>
                <a:cs typeface="Calibri" panose="020F0502020204030204" pitchFamily="34" charset="0"/>
              </a:rPr>
              <a:t> hợp lệ, tuân thủ nghiêm túc hạn mức truy cập cho phép của </a:t>
            </a:r>
            <a:r>
              <a:rPr lang="vi-VN" sz="1500" dirty="0" err="1">
                <a:latin typeface="Calibri" panose="020F0502020204030204" pitchFamily="34" charset="0"/>
                <a:ea typeface="Calibri" panose="020F0502020204030204" pitchFamily="34" charset="0"/>
                <a:cs typeface="Calibri" panose="020F0502020204030204" pitchFamily="34" charset="0"/>
              </a:rPr>
              <a:t>Google</a:t>
            </a:r>
            <a:r>
              <a:rPr lang="vi-VN" sz="1500" dirty="0">
                <a:latin typeface="Calibri" panose="020F0502020204030204" pitchFamily="34" charset="0"/>
                <a:ea typeface="Calibri" panose="020F0502020204030204" pitchFamily="34" charset="0"/>
                <a:cs typeface="Calibri" panose="020F0502020204030204" pitchFamily="34" charset="0"/>
              </a:rPr>
              <a:t>, không dùng cho mục đích thương mại, chỉ sử dụng cho mục đích học tập.</a:t>
            </a:r>
          </a:p>
        </p:txBody>
      </p:sp>
    </p:spTree>
    <p:extLst>
      <p:ext uri="{BB962C8B-B14F-4D97-AF65-F5344CB8AC3E}">
        <p14:creationId xmlns:p14="http://schemas.microsoft.com/office/powerpoint/2010/main" val="1909476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A136C5AF-41A9-44BB-83FB-C6B02B9FCC1B}"/>
              </a:ext>
            </a:extLst>
          </p:cNvPr>
          <p:cNvSpPr/>
          <p:nvPr/>
        </p:nvSpPr>
        <p:spPr>
          <a:xfrm>
            <a:off x="7165664" y="-16815"/>
            <a:ext cx="1978336" cy="886968"/>
          </a:xfrm>
          <a:custGeom>
            <a:avLst/>
            <a:gdLst>
              <a:gd name="connsiteX0" fmla="*/ 0 w 1978336"/>
              <a:gd name="connsiteY0" fmla="*/ 0 h 886968"/>
              <a:gd name="connsiteX1" fmla="*/ 1978336 w 1978336"/>
              <a:gd name="connsiteY1" fmla="*/ 0 h 886968"/>
              <a:gd name="connsiteX2" fmla="*/ 1978336 w 1978336"/>
              <a:gd name="connsiteY2" fmla="*/ 886968 h 886968"/>
              <a:gd name="connsiteX3" fmla="*/ 503163 w 1978336"/>
              <a:gd name="connsiteY3" fmla="*/ 886968 h 886968"/>
              <a:gd name="connsiteX4" fmla="*/ 0 w 1978336"/>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8336" h="886968">
                <a:moveTo>
                  <a:pt x="0" y="0"/>
                </a:moveTo>
                <a:lnTo>
                  <a:pt x="1978336" y="0"/>
                </a:lnTo>
                <a:lnTo>
                  <a:pt x="1978336" y="886968"/>
                </a:lnTo>
                <a:lnTo>
                  <a:pt x="503163" y="886968"/>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8" name="Freeform: Shape 57">
            <a:extLst>
              <a:ext uri="{FF2B5EF4-FFF2-40B4-BE49-F238E27FC236}">
                <a16:creationId xmlns:a16="http://schemas.microsoft.com/office/drawing/2014/main" id="{114B26FE-D6F2-4594-B0B2-B71213805634}"/>
              </a:ext>
            </a:extLst>
          </p:cNvPr>
          <p:cNvSpPr/>
          <p:nvPr/>
        </p:nvSpPr>
        <p:spPr>
          <a:xfrm>
            <a:off x="-32816" y="-16814"/>
            <a:ext cx="2005577" cy="886968"/>
          </a:xfrm>
          <a:custGeom>
            <a:avLst/>
            <a:gdLst>
              <a:gd name="connsiteX0" fmla="*/ 0 w 2005577"/>
              <a:gd name="connsiteY0" fmla="*/ 0 h 886968"/>
              <a:gd name="connsiteX1" fmla="*/ 2005577 w 2005577"/>
              <a:gd name="connsiteY1" fmla="*/ 0 h 886968"/>
              <a:gd name="connsiteX2" fmla="*/ 1502415 w 2005577"/>
              <a:gd name="connsiteY2" fmla="*/ 886968 h 886968"/>
              <a:gd name="connsiteX3" fmla="*/ 0 w 2005577"/>
              <a:gd name="connsiteY3" fmla="*/ 886968 h 886968"/>
              <a:gd name="connsiteX4" fmla="*/ 0 w 2005577"/>
              <a:gd name="connsiteY4" fmla="*/ 0 h 886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5577" h="886968">
                <a:moveTo>
                  <a:pt x="0" y="0"/>
                </a:moveTo>
                <a:lnTo>
                  <a:pt x="2005577" y="0"/>
                </a:lnTo>
                <a:lnTo>
                  <a:pt x="1502415" y="886968"/>
                </a:lnTo>
                <a:lnTo>
                  <a:pt x="0" y="886968"/>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latin typeface="Calibri" panose="020F0502020204030204" pitchFamily="34" charset="0"/>
              <a:ea typeface="Calibri" panose="020F0502020204030204" pitchFamily="34" charset="0"/>
              <a:cs typeface="Calibri" panose="020F0502020204030204" pitchFamily="34" charset="0"/>
            </a:endParaRPr>
          </a:p>
        </p:txBody>
      </p:sp>
      <p:sp>
        <p:nvSpPr>
          <p:cNvPr id="57" name="Hộp Văn bản 56">
            <a:extLst>
              <a:ext uri="{FF2B5EF4-FFF2-40B4-BE49-F238E27FC236}">
                <a16:creationId xmlns:a16="http://schemas.microsoft.com/office/drawing/2014/main" id="{39DFB273-AAB7-7F50-B223-71B6F1678055}"/>
              </a:ext>
            </a:extLst>
          </p:cNvPr>
          <p:cNvSpPr txBox="1"/>
          <p:nvPr/>
        </p:nvSpPr>
        <p:spPr>
          <a:xfrm>
            <a:off x="3130617" y="492771"/>
            <a:ext cx="4586438" cy="477054"/>
          </a:xfrm>
          <a:prstGeom prst="rect">
            <a:avLst/>
          </a:prstGeom>
          <a:noFill/>
        </p:spPr>
        <p:txBody>
          <a:bodyPr wrap="square">
            <a:spAutoFit/>
          </a:bodyPr>
          <a:lstStyle/>
          <a:p>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Kiểm</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thử</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đánh</a:t>
            </a:r>
            <a:r>
              <a:rPr lang="en-US" sz="2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2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giá</a:t>
            </a:r>
            <a:endParaRPr lang="en-US" sz="25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Hộp Văn bản 2">
            <a:extLst>
              <a:ext uri="{FF2B5EF4-FFF2-40B4-BE49-F238E27FC236}">
                <a16:creationId xmlns:a16="http://schemas.microsoft.com/office/drawing/2014/main" id="{BA5C0F40-24F5-B16B-DCD6-1A21C0B8CE50}"/>
              </a:ext>
            </a:extLst>
          </p:cNvPr>
          <p:cNvSpPr txBox="1"/>
          <p:nvPr/>
        </p:nvSpPr>
        <p:spPr>
          <a:xfrm>
            <a:off x="1376580" y="970702"/>
            <a:ext cx="8618320" cy="323165"/>
          </a:xfrm>
          <a:prstGeom prst="rect">
            <a:avLst/>
          </a:prstGeom>
          <a:noFill/>
        </p:spPr>
        <p:txBody>
          <a:bodyPr wrap="square">
            <a:spAutoFit/>
          </a:bodyPr>
          <a:lstStyle/>
          <a:p>
            <a:pPr algn="just"/>
            <a:r>
              <a:rPr lang="en-US"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Train/Test = 80/20 </a:t>
            </a:r>
            <a:r>
              <a:rPr lang="en-US"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và</a:t>
            </a:r>
            <a:r>
              <a:rPr lang="en-US"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Metrics: Accuracy, F1 </a:t>
            </a:r>
            <a:r>
              <a:rPr lang="en-US"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cho</a:t>
            </a:r>
            <a:r>
              <a:rPr lang="en-US"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sentiment; Coherence </a:t>
            </a:r>
            <a:r>
              <a:rPr lang="en-US" sz="1500" b="1"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cho</a:t>
            </a:r>
            <a:r>
              <a:rPr lang="en-US" sz="15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topic</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5" name="Hộp Văn bản 4">
            <a:extLst>
              <a:ext uri="{FF2B5EF4-FFF2-40B4-BE49-F238E27FC236}">
                <a16:creationId xmlns:a16="http://schemas.microsoft.com/office/drawing/2014/main" id="{E2E36B57-09D8-3078-4D13-C24E654B523B}"/>
              </a:ext>
            </a:extLst>
          </p:cNvPr>
          <p:cNvSpPr txBox="1"/>
          <p:nvPr/>
        </p:nvSpPr>
        <p:spPr>
          <a:xfrm>
            <a:off x="440531" y="1379739"/>
            <a:ext cx="8262938" cy="1938992"/>
          </a:xfrm>
          <a:prstGeom prst="rect">
            <a:avLst/>
          </a:prstGeom>
          <a:noFill/>
        </p:spPr>
        <p:txBody>
          <a:bodyPr wrap="square">
            <a:spAutoFit/>
          </a:bodyPr>
          <a:lstStyle/>
          <a:p>
            <a:pPr algn="just" rtl="0">
              <a:spcBef>
                <a:spcPts val="1200"/>
              </a:spcBef>
              <a:spcAft>
                <a:spcPts val="1200"/>
              </a:spcAft>
              <a:buNone/>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Kết quả thực nghiệm trên 7.242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YouTube</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Shorts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cho thấy hệ thống đạt hiệu năng cao và có giá trị ứng dụng thực tiễn rõ rệt:</a:t>
            </a:r>
            <a:endParaRPr lang="en-US" sz="1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rtl="0">
              <a:spcBef>
                <a:spcPts val="1200"/>
              </a:spcBef>
              <a:spcAft>
                <a:spcPts val="1200"/>
              </a:spcAft>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Phân tích cảm xúc đạt </a:t>
            </a:r>
            <a:r>
              <a:rPr lang="vi-VN" sz="1500" b="0" i="1"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Accuracy</a:t>
            </a:r>
            <a:r>
              <a:rPr lang="vi-VN" sz="15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98,27% và F1-macro 94,69%</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đủ tin cậy để triển khai tự động, giúp xác định chính xác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gây cảm xúc mạnh – yếu tố quan trọng nhất khiến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Shorts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trở thành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viral</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marL="285750" indent="-285750" algn="just" rtl="0" fontAlgn="base">
              <a:spcAft>
                <a:spcPts val="1200"/>
              </a:spcAft>
              <a:buFont typeface="Arial" panose="020B0604020202020204" pitchFamily="34" charset="0"/>
              <a:buChar char="•"/>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Trích chọn chủ đề đạt </a:t>
            </a:r>
            <a:r>
              <a:rPr lang="vi-VN" sz="1500" b="0" i="1"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Coherence</a:t>
            </a:r>
            <a:r>
              <a:rPr lang="vi-VN" sz="15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1"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C_v</a:t>
            </a:r>
            <a:r>
              <a:rPr lang="vi-VN" sz="15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0,4864</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đủ tốt để phát hiện nhanh các xu hướng nội dung đang bùng nổ.</a:t>
            </a:r>
          </a:p>
        </p:txBody>
      </p:sp>
      <p:sp>
        <p:nvSpPr>
          <p:cNvPr id="7" name="Hộp Văn bản 6">
            <a:extLst>
              <a:ext uri="{FF2B5EF4-FFF2-40B4-BE49-F238E27FC236}">
                <a16:creationId xmlns:a16="http://schemas.microsoft.com/office/drawing/2014/main" id="{105A9123-D923-C008-B9C3-D70E6F59F283}"/>
              </a:ext>
            </a:extLst>
          </p:cNvPr>
          <p:cNvSpPr txBox="1"/>
          <p:nvPr/>
        </p:nvSpPr>
        <p:spPr>
          <a:xfrm>
            <a:off x="454663" y="3318731"/>
            <a:ext cx="7700169" cy="2246769"/>
          </a:xfrm>
          <a:prstGeom prst="rect">
            <a:avLst/>
          </a:prstGeom>
          <a:noFill/>
        </p:spPr>
        <p:txBody>
          <a:bodyPr wrap="square">
            <a:spAutoFit/>
          </a:bodyPr>
          <a:lstStyle/>
          <a:p>
            <a:pPr algn="just" rtl="0">
              <a:spcBef>
                <a:spcPts val="1200"/>
              </a:spcBef>
              <a:spcAft>
                <a:spcPts val="1200"/>
              </a:spcAft>
              <a:buNone/>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Nhờ đó, hệ thống cung cấp công cụ thực tiễn giúp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creator</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KOLs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và doanh nghiệp xác định tức thì các yếu tố quyết định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video</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Shorts</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viral</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năm 2025:</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lgn="just" rtl="0">
              <a:spcBef>
                <a:spcPts val="1200"/>
              </a:spcBef>
              <a:spcAft>
                <a:spcPts val="1200"/>
              </a:spcAft>
              <a:buNone/>
            </a:pPr>
            <a:r>
              <a:rPr lang="en-US" sz="1500" b="1"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500" b="1"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cảm xúc mạnh – chủ đề đang </a:t>
            </a:r>
            <a:r>
              <a:rPr lang="vi-VN" sz="1500" b="1" i="1"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hot</a:t>
            </a:r>
            <a:r>
              <a:rPr lang="vi-VN" sz="1500" b="1"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 độ dài tối ưu – từ khóa/</a:t>
            </a:r>
            <a:r>
              <a:rPr lang="vi-VN" sz="1500" b="1" i="1"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hashtag</a:t>
            </a:r>
            <a:r>
              <a:rPr lang="vi-VN" sz="1500" b="1"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kích thích</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rtl="0">
              <a:spcBef>
                <a:spcPts val="1200"/>
              </a:spcBef>
              <a:spcAft>
                <a:spcPts val="1200"/>
              </a:spcAft>
              <a:buNone/>
            </a:pP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từ đó tối ưu nội dung trước khi đăng, tăng tỷ lệ </a:t>
            </a:r>
            <a:r>
              <a:rPr lang="vi-VN" sz="15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viral</a:t>
            </a:r>
            <a:r>
              <a:rPr lang="vi-VN" sz="15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và giảm đáng kể chi phí thử nghiệm.</a:t>
            </a:r>
            <a:endParaRPr lang="vi-VN" sz="1500" b="0" dirty="0">
              <a:effectLst/>
              <a:latin typeface="Calibri" panose="020F0502020204030204" pitchFamily="34" charset="0"/>
              <a:ea typeface="Calibri" panose="020F0502020204030204" pitchFamily="34" charset="0"/>
              <a:cs typeface="Calibri" panose="020F0502020204030204" pitchFamily="34" charset="0"/>
            </a:endParaRPr>
          </a:p>
          <a:p>
            <a:pPr algn="just">
              <a:buNone/>
            </a:pPr>
            <a:br>
              <a:rPr lang="vi-VN" sz="1500" dirty="0">
                <a:latin typeface="Calibri" panose="020F0502020204030204" pitchFamily="34" charset="0"/>
                <a:ea typeface="Calibri" panose="020F0502020204030204" pitchFamily="34" charset="0"/>
                <a:cs typeface="Calibri" panose="020F0502020204030204" pitchFamily="34" charset="0"/>
              </a:rPr>
            </a:b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5968502"/>
      </p:ext>
    </p:extLst>
  </p:cSld>
  <p:clrMapOvr>
    <a:masterClrMapping/>
  </p:clrMapOvr>
  <p:transition spd="slow">
    <p:push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388873-1713-4DCB-B9D4-3B3B58655A12}"/>
              </a:ext>
            </a:extLst>
          </p:cNvPr>
          <p:cNvSpPr txBox="1"/>
          <p:nvPr/>
        </p:nvSpPr>
        <p:spPr>
          <a:xfrm>
            <a:off x="407489" y="2013135"/>
            <a:ext cx="8058150" cy="1117229"/>
          </a:xfrm>
          <a:prstGeom prst="rect">
            <a:avLst/>
          </a:prstGeom>
        </p:spPr>
        <p:txBody>
          <a:bodyPr vert="horz" lIns="91440" tIns="45720" rIns="91440" bIns="45720" rtlCol="0">
            <a:noAutofit/>
          </a:bodyPr>
          <a:lstStyle>
            <a:lvl1pPr indent="0" defTabSz="685800">
              <a:lnSpc>
                <a:spcPct val="90000"/>
              </a:lnSpc>
              <a:spcBef>
                <a:spcPts val="750"/>
              </a:spcBef>
              <a:buFont typeface="Arial" panose="020B0604020202020204" pitchFamily="34" charset="0"/>
              <a:buNone/>
              <a:defRPr lang="en-US" sz="5000" b="1" baseline="0" dirty="0">
                <a:ln w="12700">
                  <a:solidFill>
                    <a:schemeClr val="tx1"/>
                  </a:solidFill>
                </a:ln>
                <a:noFill/>
                <a:latin typeface="+mj-lt"/>
                <a:cs typeface="+mj-cs"/>
              </a:defRPr>
            </a:lvl1pPr>
            <a:lvl2pPr marL="514350" indent="-171450" defTabSz="685800">
              <a:lnSpc>
                <a:spcPct val="90000"/>
              </a:lnSpc>
              <a:spcBef>
                <a:spcPts val="375"/>
              </a:spcBef>
              <a:buFont typeface="Arial" panose="020B0604020202020204" pitchFamily="34" charset="0"/>
              <a:buChar char="•"/>
            </a:lvl2pPr>
            <a:lvl3pPr marL="857250" indent="-171450" defTabSz="685800">
              <a:lnSpc>
                <a:spcPct val="90000"/>
              </a:lnSpc>
              <a:spcBef>
                <a:spcPts val="375"/>
              </a:spcBef>
              <a:buFont typeface="Arial" panose="020B0604020202020204" pitchFamily="34" charset="0"/>
              <a:buChar char="•"/>
              <a:defRPr sz="1500"/>
            </a:lvl3pPr>
            <a:lvl4pPr marL="1200150" indent="-171450" defTabSz="685800">
              <a:lnSpc>
                <a:spcPct val="90000"/>
              </a:lnSpc>
              <a:spcBef>
                <a:spcPts val="375"/>
              </a:spcBef>
              <a:buFont typeface="Arial" panose="020B0604020202020204" pitchFamily="34" charset="0"/>
              <a:buChar char="•"/>
              <a:defRPr sz="1350"/>
            </a:lvl4pPr>
            <a:lvl5pPr marL="1543050" indent="-171450" defTabSz="685800">
              <a:lnSpc>
                <a:spcPct val="90000"/>
              </a:lnSpc>
              <a:spcBef>
                <a:spcPts val="375"/>
              </a:spcBef>
              <a:buFont typeface="Arial" panose="020B0604020202020204" pitchFamily="34" charset="0"/>
              <a:buChar char="•"/>
              <a:defRPr sz="1350"/>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algn="ctr"/>
            <a:r>
              <a:rPr lang="vi-VN" sz="8000" dirty="0">
                <a:ln w="12700">
                  <a:noFill/>
                </a:ln>
                <a:solidFill>
                  <a:schemeClr val="tx1"/>
                </a:solidFill>
                <a:latin typeface="Calibri" panose="020F0502020204030204" pitchFamily="34" charset="0"/>
                <a:ea typeface="Calibri" panose="020F0502020204030204" pitchFamily="34" charset="0"/>
                <a:cs typeface="Calibri" panose="020F0502020204030204" pitchFamily="34" charset="0"/>
              </a:rPr>
              <a:t>THANKS ;D</a:t>
            </a:r>
            <a:endParaRPr lang="en-US" sz="8000" dirty="0">
              <a:ln w="12700">
                <a:noFill/>
              </a:ln>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38" name="Group 37">
            <a:extLst>
              <a:ext uri="{FF2B5EF4-FFF2-40B4-BE49-F238E27FC236}">
                <a16:creationId xmlns:a16="http://schemas.microsoft.com/office/drawing/2014/main" id="{011BBCF4-B38E-475B-8DC3-699EC7A918D9}"/>
              </a:ext>
            </a:extLst>
          </p:cNvPr>
          <p:cNvGrpSpPr/>
          <p:nvPr/>
        </p:nvGrpSpPr>
        <p:grpSpPr>
          <a:xfrm>
            <a:off x="0" y="-15594"/>
            <a:ext cx="2040086" cy="4780449"/>
            <a:chOff x="0" y="-15594"/>
            <a:chExt cx="2040086" cy="4780449"/>
          </a:xfrm>
        </p:grpSpPr>
        <p:sp>
          <p:nvSpPr>
            <p:cNvPr id="27" name="Freeform: Shape 26">
              <a:extLst>
                <a:ext uri="{FF2B5EF4-FFF2-40B4-BE49-F238E27FC236}">
                  <a16:creationId xmlns:a16="http://schemas.microsoft.com/office/drawing/2014/main" id="{289876CE-A852-4AE2-AEC3-7B2613B8709F}"/>
                </a:ext>
              </a:extLst>
            </p:cNvPr>
            <p:cNvSpPr/>
            <p:nvPr/>
          </p:nvSpPr>
          <p:spPr>
            <a:xfrm>
              <a:off x="0" y="-15594"/>
              <a:ext cx="2040086" cy="4780449"/>
            </a:xfrm>
            <a:custGeom>
              <a:avLst/>
              <a:gdLst>
                <a:gd name="connsiteX0" fmla="*/ 0 w 2040086"/>
                <a:gd name="connsiteY0" fmla="*/ 0 h 4780449"/>
                <a:gd name="connsiteX1" fmla="*/ 1488839 w 2040086"/>
                <a:gd name="connsiteY1" fmla="*/ 0 h 4780449"/>
                <a:gd name="connsiteX2" fmla="*/ 1962638 w 2040086"/>
                <a:gd name="connsiteY2" fmla="*/ 823075 h 4780449"/>
                <a:gd name="connsiteX3" fmla="*/ 1962638 w 2040086"/>
                <a:gd name="connsiteY3" fmla="*/ 1406212 h 4780449"/>
                <a:gd name="connsiteX4" fmla="*/ 73515 w 2040086"/>
                <a:gd name="connsiteY4" fmla="*/ 4680288 h 4780449"/>
                <a:gd name="connsiteX5" fmla="*/ 30668 w 2040086"/>
                <a:gd name="connsiteY5" fmla="*/ 4745267 h 4780449"/>
                <a:gd name="connsiteX6" fmla="*/ 0 w 2040086"/>
                <a:gd name="connsiteY6" fmla="*/ 4780449 h 4780449"/>
                <a:gd name="connsiteX7" fmla="*/ 0 w 2040086"/>
                <a:gd name="connsiteY7" fmla="*/ 0 h 47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0086" h="4780449">
                  <a:moveTo>
                    <a:pt x="0" y="0"/>
                  </a:moveTo>
                  <a:lnTo>
                    <a:pt x="1488839" y="0"/>
                  </a:lnTo>
                  <a:lnTo>
                    <a:pt x="1962638" y="823075"/>
                  </a:lnTo>
                  <a:cubicBezTo>
                    <a:pt x="2065902" y="1002268"/>
                    <a:pt x="2065902" y="1223982"/>
                    <a:pt x="1962638" y="1406212"/>
                  </a:cubicBezTo>
                  <a:lnTo>
                    <a:pt x="73515" y="4680288"/>
                  </a:lnTo>
                  <a:cubicBezTo>
                    <a:pt x="60607" y="4703067"/>
                    <a:pt x="46275" y="4724754"/>
                    <a:pt x="30668" y="4745267"/>
                  </a:cubicBezTo>
                  <a:lnTo>
                    <a:pt x="0" y="478044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 name="Freeform: Shape 34">
              <a:extLst>
                <a:ext uri="{FF2B5EF4-FFF2-40B4-BE49-F238E27FC236}">
                  <a16:creationId xmlns:a16="http://schemas.microsoft.com/office/drawing/2014/main" id="{CA12C394-D0EA-4468-B2CA-B3F617BF1D8B}"/>
                </a:ext>
              </a:extLst>
            </p:cNvPr>
            <p:cNvSpPr/>
            <p:nvPr/>
          </p:nvSpPr>
          <p:spPr>
            <a:xfrm>
              <a:off x="0" y="-15594"/>
              <a:ext cx="1356722" cy="3623347"/>
            </a:xfrm>
            <a:custGeom>
              <a:avLst/>
              <a:gdLst>
                <a:gd name="connsiteX0" fmla="*/ 0 w 1356722"/>
                <a:gd name="connsiteY0" fmla="*/ 0 h 3623347"/>
                <a:gd name="connsiteX1" fmla="*/ 805475 w 1356722"/>
                <a:gd name="connsiteY1" fmla="*/ 0 h 3623347"/>
                <a:gd name="connsiteX2" fmla="*/ 1279274 w 1356722"/>
                <a:gd name="connsiteY2" fmla="*/ 823075 h 3623347"/>
                <a:gd name="connsiteX3" fmla="*/ 1279274 w 1356722"/>
                <a:gd name="connsiteY3" fmla="*/ 1406212 h 3623347"/>
                <a:gd name="connsiteX4" fmla="*/ 0 w 1356722"/>
                <a:gd name="connsiteY4" fmla="*/ 3623347 h 3623347"/>
                <a:gd name="connsiteX5" fmla="*/ 0 w 1356722"/>
                <a:gd name="connsiteY5" fmla="*/ 0 h 362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6722" h="3623347">
                  <a:moveTo>
                    <a:pt x="0" y="0"/>
                  </a:moveTo>
                  <a:lnTo>
                    <a:pt x="805475" y="0"/>
                  </a:lnTo>
                  <a:lnTo>
                    <a:pt x="1279274" y="823075"/>
                  </a:lnTo>
                  <a:cubicBezTo>
                    <a:pt x="1382538" y="1002268"/>
                    <a:pt x="1382538" y="1223982"/>
                    <a:pt x="1279274" y="1406212"/>
                  </a:cubicBezTo>
                  <a:lnTo>
                    <a:pt x="0" y="362334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1" name="Freeform: Shape 30">
              <a:extLst>
                <a:ext uri="{FF2B5EF4-FFF2-40B4-BE49-F238E27FC236}">
                  <a16:creationId xmlns:a16="http://schemas.microsoft.com/office/drawing/2014/main" id="{C39B29D4-50C1-4C39-89BA-7847841B3BD8}"/>
                </a:ext>
              </a:extLst>
            </p:cNvPr>
            <p:cNvSpPr/>
            <p:nvPr/>
          </p:nvSpPr>
          <p:spPr>
            <a:xfrm>
              <a:off x="0" y="-15594"/>
              <a:ext cx="567056" cy="2254761"/>
            </a:xfrm>
            <a:custGeom>
              <a:avLst/>
              <a:gdLst>
                <a:gd name="connsiteX0" fmla="*/ 0 w 567056"/>
                <a:gd name="connsiteY0" fmla="*/ 0 h 2254761"/>
                <a:gd name="connsiteX1" fmla="*/ 15809 w 567056"/>
                <a:gd name="connsiteY1" fmla="*/ 0 h 2254761"/>
                <a:gd name="connsiteX2" fmla="*/ 489608 w 567056"/>
                <a:gd name="connsiteY2" fmla="*/ 823075 h 2254761"/>
                <a:gd name="connsiteX3" fmla="*/ 489608 w 567056"/>
                <a:gd name="connsiteY3" fmla="*/ 1406212 h 2254761"/>
                <a:gd name="connsiteX4" fmla="*/ 0 w 567056"/>
                <a:gd name="connsiteY4" fmla="*/ 2254761 h 2254761"/>
                <a:gd name="connsiteX5" fmla="*/ 0 w 567056"/>
                <a:gd name="connsiteY5" fmla="*/ 0 h 225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7056" h="2254761">
                  <a:moveTo>
                    <a:pt x="0" y="0"/>
                  </a:moveTo>
                  <a:lnTo>
                    <a:pt x="15809" y="0"/>
                  </a:lnTo>
                  <a:lnTo>
                    <a:pt x="489608" y="823075"/>
                  </a:lnTo>
                  <a:cubicBezTo>
                    <a:pt x="592872" y="1002268"/>
                    <a:pt x="592872" y="1223982"/>
                    <a:pt x="489608" y="1406212"/>
                  </a:cubicBezTo>
                  <a:lnTo>
                    <a:pt x="0" y="2254761"/>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grpSp>
        <p:nvGrpSpPr>
          <p:cNvPr id="39" name="Group 38">
            <a:extLst>
              <a:ext uri="{FF2B5EF4-FFF2-40B4-BE49-F238E27FC236}">
                <a16:creationId xmlns:a16="http://schemas.microsoft.com/office/drawing/2014/main" id="{2F6A16D1-3076-4BD2-BA62-9518D9EDE3C1}"/>
              </a:ext>
            </a:extLst>
          </p:cNvPr>
          <p:cNvGrpSpPr/>
          <p:nvPr/>
        </p:nvGrpSpPr>
        <p:grpSpPr>
          <a:xfrm flipH="1">
            <a:off x="7103914" y="0"/>
            <a:ext cx="2040086" cy="4780449"/>
            <a:chOff x="0" y="-15594"/>
            <a:chExt cx="2040086" cy="4780449"/>
          </a:xfrm>
        </p:grpSpPr>
        <p:sp>
          <p:nvSpPr>
            <p:cNvPr id="40" name="Freeform: Shape 39">
              <a:extLst>
                <a:ext uri="{FF2B5EF4-FFF2-40B4-BE49-F238E27FC236}">
                  <a16:creationId xmlns:a16="http://schemas.microsoft.com/office/drawing/2014/main" id="{DE8EEE9F-A778-49B0-902D-9798ACE9C5D6}"/>
                </a:ext>
              </a:extLst>
            </p:cNvPr>
            <p:cNvSpPr/>
            <p:nvPr/>
          </p:nvSpPr>
          <p:spPr>
            <a:xfrm>
              <a:off x="0" y="-15594"/>
              <a:ext cx="2040086" cy="4780449"/>
            </a:xfrm>
            <a:custGeom>
              <a:avLst/>
              <a:gdLst>
                <a:gd name="connsiteX0" fmla="*/ 0 w 2040086"/>
                <a:gd name="connsiteY0" fmla="*/ 0 h 4780449"/>
                <a:gd name="connsiteX1" fmla="*/ 1488839 w 2040086"/>
                <a:gd name="connsiteY1" fmla="*/ 0 h 4780449"/>
                <a:gd name="connsiteX2" fmla="*/ 1962638 w 2040086"/>
                <a:gd name="connsiteY2" fmla="*/ 823075 h 4780449"/>
                <a:gd name="connsiteX3" fmla="*/ 1962638 w 2040086"/>
                <a:gd name="connsiteY3" fmla="*/ 1406212 h 4780449"/>
                <a:gd name="connsiteX4" fmla="*/ 73515 w 2040086"/>
                <a:gd name="connsiteY4" fmla="*/ 4680288 h 4780449"/>
                <a:gd name="connsiteX5" fmla="*/ 30668 w 2040086"/>
                <a:gd name="connsiteY5" fmla="*/ 4745267 h 4780449"/>
                <a:gd name="connsiteX6" fmla="*/ 0 w 2040086"/>
                <a:gd name="connsiteY6" fmla="*/ 4780449 h 4780449"/>
                <a:gd name="connsiteX7" fmla="*/ 0 w 2040086"/>
                <a:gd name="connsiteY7" fmla="*/ 0 h 47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0086" h="4780449">
                  <a:moveTo>
                    <a:pt x="0" y="0"/>
                  </a:moveTo>
                  <a:lnTo>
                    <a:pt x="1488839" y="0"/>
                  </a:lnTo>
                  <a:lnTo>
                    <a:pt x="1962638" y="823075"/>
                  </a:lnTo>
                  <a:cubicBezTo>
                    <a:pt x="2065902" y="1002268"/>
                    <a:pt x="2065902" y="1223982"/>
                    <a:pt x="1962638" y="1406212"/>
                  </a:cubicBezTo>
                  <a:lnTo>
                    <a:pt x="73515" y="4680288"/>
                  </a:lnTo>
                  <a:cubicBezTo>
                    <a:pt x="60607" y="4703067"/>
                    <a:pt x="46275" y="4724754"/>
                    <a:pt x="30668" y="4745267"/>
                  </a:cubicBezTo>
                  <a:lnTo>
                    <a:pt x="0" y="478044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 name="Freeform: Shape 40">
              <a:extLst>
                <a:ext uri="{FF2B5EF4-FFF2-40B4-BE49-F238E27FC236}">
                  <a16:creationId xmlns:a16="http://schemas.microsoft.com/office/drawing/2014/main" id="{594A885F-7FAF-4FAD-A8AE-4F747DED9903}"/>
                </a:ext>
              </a:extLst>
            </p:cNvPr>
            <p:cNvSpPr/>
            <p:nvPr/>
          </p:nvSpPr>
          <p:spPr>
            <a:xfrm>
              <a:off x="0" y="-15594"/>
              <a:ext cx="1356722" cy="3623347"/>
            </a:xfrm>
            <a:custGeom>
              <a:avLst/>
              <a:gdLst>
                <a:gd name="connsiteX0" fmla="*/ 0 w 1356722"/>
                <a:gd name="connsiteY0" fmla="*/ 0 h 3623347"/>
                <a:gd name="connsiteX1" fmla="*/ 805475 w 1356722"/>
                <a:gd name="connsiteY1" fmla="*/ 0 h 3623347"/>
                <a:gd name="connsiteX2" fmla="*/ 1279274 w 1356722"/>
                <a:gd name="connsiteY2" fmla="*/ 823075 h 3623347"/>
                <a:gd name="connsiteX3" fmla="*/ 1279274 w 1356722"/>
                <a:gd name="connsiteY3" fmla="*/ 1406212 h 3623347"/>
                <a:gd name="connsiteX4" fmla="*/ 0 w 1356722"/>
                <a:gd name="connsiteY4" fmla="*/ 3623347 h 3623347"/>
                <a:gd name="connsiteX5" fmla="*/ 0 w 1356722"/>
                <a:gd name="connsiteY5" fmla="*/ 0 h 362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6722" h="3623347">
                  <a:moveTo>
                    <a:pt x="0" y="0"/>
                  </a:moveTo>
                  <a:lnTo>
                    <a:pt x="805475" y="0"/>
                  </a:lnTo>
                  <a:lnTo>
                    <a:pt x="1279274" y="823075"/>
                  </a:lnTo>
                  <a:cubicBezTo>
                    <a:pt x="1382538" y="1002268"/>
                    <a:pt x="1382538" y="1223982"/>
                    <a:pt x="1279274" y="1406212"/>
                  </a:cubicBezTo>
                  <a:lnTo>
                    <a:pt x="0" y="362334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 name="Freeform: Shape 41">
              <a:extLst>
                <a:ext uri="{FF2B5EF4-FFF2-40B4-BE49-F238E27FC236}">
                  <a16:creationId xmlns:a16="http://schemas.microsoft.com/office/drawing/2014/main" id="{1ABFE43E-478C-48E4-838A-F4781885527B}"/>
                </a:ext>
              </a:extLst>
            </p:cNvPr>
            <p:cNvSpPr/>
            <p:nvPr/>
          </p:nvSpPr>
          <p:spPr>
            <a:xfrm>
              <a:off x="0" y="-15594"/>
              <a:ext cx="567056" cy="2254761"/>
            </a:xfrm>
            <a:custGeom>
              <a:avLst/>
              <a:gdLst>
                <a:gd name="connsiteX0" fmla="*/ 0 w 567056"/>
                <a:gd name="connsiteY0" fmla="*/ 0 h 2254761"/>
                <a:gd name="connsiteX1" fmla="*/ 15809 w 567056"/>
                <a:gd name="connsiteY1" fmla="*/ 0 h 2254761"/>
                <a:gd name="connsiteX2" fmla="*/ 489608 w 567056"/>
                <a:gd name="connsiteY2" fmla="*/ 823075 h 2254761"/>
                <a:gd name="connsiteX3" fmla="*/ 489608 w 567056"/>
                <a:gd name="connsiteY3" fmla="*/ 1406212 h 2254761"/>
                <a:gd name="connsiteX4" fmla="*/ 0 w 567056"/>
                <a:gd name="connsiteY4" fmla="*/ 2254761 h 2254761"/>
                <a:gd name="connsiteX5" fmla="*/ 0 w 567056"/>
                <a:gd name="connsiteY5" fmla="*/ 0 h 225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7056" h="2254761">
                  <a:moveTo>
                    <a:pt x="0" y="0"/>
                  </a:moveTo>
                  <a:lnTo>
                    <a:pt x="15809" y="0"/>
                  </a:lnTo>
                  <a:lnTo>
                    <a:pt x="489608" y="823075"/>
                  </a:lnTo>
                  <a:cubicBezTo>
                    <a:pt x="592872" y="1002268"/>
                    <a:pt x="592872" y="1223982"/>
                    <a:pt x="489608" y="1406212"/>
                  </a:cubicBezTo>
                  <a:lnTo>
                    <a:pt x="0" y="2254761"/>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5829541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Business Data Analysis">
      <a:dk1>
        <a:srgbClr val="171616"/>
      </a:dk1>
      <a:lt1>
        <a:sysClr val="window" lastClr="FFFFFF"/>
      </a:lt1>
      <a:dk2>
        <a:srgbClr val="36363D"/>
      </a:dk2>
      <a:lt2>
        <a:srgbClr val="E7E6E6"/>
      </a:lt2>
      <a:accent1>
        <a:srgbClr val="A90C21"/>
      </a:accent1>
      <a:accent2>
        <a:srgbClr val="B22437"/>
      </a:accent2>
      <a:accent3>
        <a:srgbClr val="BA3D4D"/>
      </a:accent3>
      <a:accent4>
        <a:srgbClr val="C35564"/>
      </a:accent4>
      <a:accent5>
        <a:srgbClr val="CB6D7A"/>
      </a:accent5>
      <a:accent6>
        <a:srgbClr val="4F070F"/>
      </a:accent6>
      <a:hlink>
        <a:srgbClr val="0563C1"/>
      </a:hlink>
      <a:folHlink>
        <a:srgbClr val="954F72"/>
      </a:folHlink>
    </a:clrScheme>
    <a:fontScheme name="Business Data Analysis">
      <a:majorFont>
        <a:latin typeface="Prompt"/>
        <a:ea typeface=""/>
        <a:cs typeface="Prompt"/>
      </a:majorFont>
      <a:minorFont>
        <a:latin typeface="Prompt Light"/>
        <a:ea typeface=""/>
        <a:cs typeface="Prompt Light"/>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985</TotalTime>
  <Words>4965</Words>
  <Application>Microsoft Office PowerPoint</Application>
  <PresentationFormat>Trình chiếu Trên màn hình (16:9)</PresentationFormat>
  <Paragraphs>234</Paragraphs>
  <Slides>45</Slides>
  <Notes>0</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45</vt:i4>
      </vt:variant>
    </vt:vector>
  </HeadingPairs>
  <TitlesOfParts>
    <vt:vector size="50" baseType="lpstr">
      <vt:lpstr>Prompt Light</vt:lpstr>
      <vt:lpstr>Prompt</vt:lpstr>
      <vt:lpstr>Calibri</vt:lpstr>
      <vt:lpstr>Arial</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Manager>Phakawan W.</Manager>
  <Company>Auxein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www.PowerPointHub.com; www.iSlidesHub.com</dc:creator>
  <cp:lastModifiedBy>An Như</cp:lastModifiedBy>
  <cp:revision>6</cp:revision>
  <dcterms:created xsi:type="dcterms:W3CDTF">2023-06-29T08:55:33Z</dcterms:created>
  <dcterms:modified xsi:type="dcterms:W3CDTF">2025-12-02T03:57:29Z</dcterms:modified>
</cp:coreProperties>
</file>